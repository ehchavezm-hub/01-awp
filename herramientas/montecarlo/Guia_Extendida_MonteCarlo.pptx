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5.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6.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7.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charts/chart11.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12.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3.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1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15.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16.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17.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18.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19.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charts/chart20.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21.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22.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23.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24.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25.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26.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27.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28.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29.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30.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charts/chart31.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charts/chart32.xml" ContentType="application/vnd.openxmlformats-officedocument.drawingml.chart+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Error típico de la media (±%) según el número de iteraciones</a:t>
            </a:r>
          </a:p>
        </c:rich>
      </c:tx>
      <c:layout/>
      <c:overlay val="0"/>
    </c:title>
    <c:autoTitleDeleted val="0"/>
    <c:plotArea>
      <c:layout/>
      <c:barChart>
        <c:barDir val="col"/>
        <c:grouping val="clustered"/>
        <c:varyColors val="0"/>
        <c:ser>
          <c:idx val="0"/>
          <c:order val="0"/>
          <c:tx>
            <c:strRef>
              <c:f>Sheet1!$B$1</c:f>
              <c:strCache>
                <c:ptCount val="1"/>
                <c:pt idx="0">
                  <c:v>Probabilidad</c:v>
                </c:pt>
              </c:strCache>
            </c:strRef>
          </c:tx>
          <c:spPr>
            <a:solidFill>
              <a:srgbClr val="0068FF"/>
            </a:solidFill>
            <a:effectLst/>
          </c:spPr>
          <c:invertIfNegative val="0"/>
          <c:dLbls>
            <c:numFmt formatCode="0.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Sheet1!$A$2:$A$10</c:f>
              <c:multiLvlStrCache>
                <c:ptCount val="9"/>
                <c:lvl>
                  <c:pt idx="0">
                    <c:v>100</c:v>
                  </c:pt>
                  <c:pt idx="1">
                    <c:v>250</c:v>
                  </c:pt>
                  <c:pt idx="2">
                    <c:v>500</c:v>
                  </c:pt>
                  <c:pt idx="3">
                    <c:v>1 000</c:v>
                  </c:pt>
                  <c:pt idx="4">
                    <c:v>2 500</c:v>
                  </c:pt>
                  <c:pt idx="5">
                    <c:v>5 000</c:v>
                  </c:pt>
                  <c:pt idx="6">
                    <c:v>10 000</c:v>
                  </c:pt>
                  <c:pt idx="7">
                    <c:v>25 000</c:v>
                  </c:pt>
                  <c:pt idx="8">
                    <c:v>50 000</c:v>
                  </c:pt>
                </c:lvl>
              </c:multiLvlStrCache>
            </c:multiLvlStrRef>
          </c:cat>
          <c:val>
            <c:numRef>
              <c:f>Sheet1!$B$2:$B$10</c:f>
              <c:numCache>
                <c:formatCode>General</c:formatCode>
                <c:ptCount val="9"/>
                <c:pt idx="0">
                  <c:v>11.8</c:v>
                </c:pt>
                <c:pt idx="1">
                  <c:v>7.4</c:v>
                </c:pt>
                <c:pt idx="2">
                  <c:v>5.3</c:v>
                </c:pt>
                <c:pt idx="3">
                  <c:v>3.7</c:v>
                </c:pt>
                <c:pt idx="4">
                  <c:v>2.4</c:v>
                </c:pt>
                <c:pt idx="5">
                  <c:v>1.7</c:v>
                </c:pt>
                <c:pt idx="6">
                  <c:v>1.2</c:v>
                </c:pt>
                <c:pt idx="7">
                  <c:v>0.7</c:v>
                </c:pt>
                <c:pt idx="8">
                  <c:v>0.5</c:v>
                </c:pt>
              </c:numCache>
            </c:numRef>
          </c:val>
        </c:ser>
        <c:dLbls>
          <c:numFmt formatCode="0.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Iteraciones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Estimado con distribución PERT: 200 / 600 / 1 400 miles de S/</a:t>
            </a:r>
          </a:p>
        </c:rich>
      </c:tx>
      <c:layout/>
      <c:overlay val="0"/>
    </c:title>
    <c:autoTitleDeleted val="0"/>
    <c:plotArea>
      <c:layout/>
      <c:scatterChart>
        <c:scatterStyle val="lineMarker"/>
        <c:varyColors val="0"/>
        <c:ser>
          <c:idx val="0"/>
          <c:order val="0"/>
          <c:tx>
            <c:strRef>
              <c:f>Sheet1!$B$1</c:f>
              <c:strCache>
                <c:ptCount val="1"/>
                <c:pt idx="0">
                  <c:v>PERT</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Sheet1!$A$2:$A$272</c:f>
              <c:numCache>
                <c:formatCode>General</c:formatCode>
                <c:ptCount val="271"/>
                <c:pt idx="0">
                  <c:v>150</c:v>
                </c:pt>
                <c:pt idx="1">
                  <c:v>155</c:v>
                </c:pt>
                <c:pt idx="2">
                  <c:v>160</c:v>
                </c:pt>
                <c:pt idx="3">
                  <c:v>165</c:v>
                </c:pt>
                <c:pt idx="4">
                  <c:v>170</c:v>
                </c:pt>
                <c:pt idx="5">
                  <c:v>175</c:v>
                </c:pt>
                <c:pt idx="6">
                  <c:v>180</c:v>
                </c:pt>
                <c:pt idx="7">
                  <c:v>185</c:v>
                </c:pt>
                <c:pt idx="8">
                  <c:v>190</c:v>
                </c:pt>
                <c:pt idx="9">
                  <c:v>195</c:v>
                </c:pt>
                <c:pt idx="10">
                  <c:v>200</c:v>
                </c:pt>
                <c:pt idx="11">
                  <c:v>205</c:v>
                </c:pt>
                <c:pt idx="12">
                  <c:v>210</c:v>
                </c:pt>
                <c:pt idx="13">
                  <c:v>215</c:v>
                </c:pt>
                <c:pt idx="14">
                  <c:v>220</c:v>
                </c:pt>
                <c:pt idx="15">
                  <c:v>225</c:v>
                </c:pt>
                <c:pt idx="16">
                  <c:v>230</c:v>
                </c:pt>
                <c:pt idx="17">
                  <c:v>235</c:v>
                </c:pt>
                <c:pt idx="18">
                  <c:v>240</c:v>
                </c:pt>
                <c:pt idx="19">
                  <c:v>245</c:v>
                </c:pt>
                <c:pt idx="20">
                  <c:v>250</c:v>
                </c:pt>
                <c:pt idx="21">
                  <c:v>255</c:v>
                </c:pt>
                <c:pt idx="22">
                  <c:v>260</c:v>
                </c:pt>
                <c:pt idx="23">
                  <c:v>265</c:v>
                </c:pt>
                <c:pt idx="24">
                  <c:v>270</c:v>
                </c:pt>
                <c:pt idx="25">
                  <c:v>275</c:v>
                </c:pt>
                <c:pt idx="26">
                  <c:v>280</c:v>
                </c:pt>
                <c:pt idx="27">
                  <c:v>285</c:v>
                </c:pt>
                <c:pt idx="28">
                  <c:v>290</c:v>
                </c:pt>
                <c:pt idx="29">
                  <c:v>295</c:v>
                </c:pt>
                <c:pt idx="30">
                  <c:v>300</c:v>
                </c:pt>
                <c:pt idx="31">
                  <c:v>305</c:v>
                </c:pt>
                <c:pt idx="32">
                  <c:v>310</c:v>
                </c:pt>
                <c:pt idx="33">
                  <c:v>315</c:v>
                </c:pt>
                <c:pt idx="34">
                  <c:v>320</c:v>
                </c:pt>
                <c:pt idx="35">
                  <c:v>325</c:v>
                </c:pt>
                <c:pt idx="36">
                  <c:v>330</c:v>
                </c:pt>
                <c:pt idx="37">
                  <c:v>335</c:v>
                </c:pt>
                <c:pt idx="38">
                  <c:v>340</c:v>
                </c:pt>
                <c:pt idx="39">
                  <c:v>345</c:v>
                </c:pt>
                <c:pt idx="40">
                  <c:v>350</c:v>
                </c:pt>
                <c:pt idx="41">
                  <c:v>355</c:v>
                </c:pt>
                <c:pt idx="42">
                  <c:v>360</c:v>
                </c:pt>
                <c:pt idx="43">
                  <c:v>365</c:v>
                </c:pt>
                <c:pt idx="44">
                  <c:v>370</c:v>
                </c:pt>
                <c:pt idx="45">
                  <c:v>375</c:v>
                </c:pt>
                <c:pt idx="46">
                  <c:v>380</c:v>
                </c:pt>
                <c:pt idx="47">
                  <c:v>385</c:v>
                </c:pt>
                <c:pt idx="48">
                  <c:v>390</c:v>
                </c:pt>
                <c:pt idx="49">
                  <c:v>395</c:v>
                </c:pt>
                <c:pt idx="50">
                  <c:v>400</c:v>
                </c:pt>
                <c:pt idx="51">
                  <c:v>405</c:v>
                </c:pt>
                <c:pt idx="52">
                  <c:v>410</c:v>
                </c:pt>
                <c:pt idx="53">
                  <c:v>415</c:v>
                </c:pt>
                <c:pt idx="54">
                  <c:v>420</c:v>
                </c:pt>
                <c:pt idx="55">
                  <c:v>425</c:v>
                </c:pt>
                <c:pt idx="56">
                  <c:v>430</c:v>
                </c:pt>
                <c:pt idx="57">
                  <c:v>435</c:v>
                </c:pt>
                <c:pt idx="58">
                  <c:v>440</c:v>
                </c:pt>
                <c:pt idx="59">
                  <c:v>445</c:v>
                </c:pt>
                <c:pt idx="60">
                  <c:v>450</c:v>
                </c:pt>
                <c:pt idx="61">
                  <c:v>455</c:v>
                </c:pt>
                <c:pt idx="62">
                  <c:v>460</c:v>
                </c:pt>
                <c:pt idx="63">
                  <c:v>465</c:v>
                </c:pt>
                <c:pt idx="64">
                  <c:v>470</c:v>
                </c:pt>
                <c:pt idx="65">
                  <c:v>475</c:v>
                </c:pt>
                <c:pt idx="66">
                  <c:v>480</c:v>
                </c:pt>
                <c:pt idx="67">
                  <c:v>485</c:v>
                </c:pt>
                <c:pt idx="68">
                  <c:v>490</c:v>
                </c:pt>
                <c:pt idx="69">
                  <c:v>495</c:v>
                </c:pt>
                <c:pt idx="70">
                  <c:v>500</c:v>
                </c:pt>
                <c:pt idx="71">
                  <c:v>505</c:v>
                </c:pt>
                <c:pt idx="72">
                  <c:v>510</c:v>
                </c:pt>
                <c:pt idx="73">
                  <c:v>515</c:v>
                </c:pt>
                <c:pt idx="74">
                  <c:v>520</c:v>
                </c:pt>
                <c:pt idx="75">
                  <c:v>525</c:v>
                </c:pt>
                <c:pt idx="76">
                  <c:v>530</c:v>
                </c:pt>
                <c:pt idx="77">
                  <c:v>535</c:v>
                </c:pt>
                <c:pt idx="78">
                  <c:v>540</c:v>
                </c:pt>
                <c:pt idx="79">
                  <c:v>545</c:v>
                </c:pt>
                <c:pt idx="80">
                  <c:v>550</c:v>
                </c:pt>
                <c:pt idx="81">
                  <c:v>555</c:v>
                </c:pt>
                <c:pt idx="82">
                  <c:v>560</c:v>
                </c:pt>
                <c:pt idx="83">
                  <c:v>565</c:v>
                </c:pt>
                <c:pt idx="84">
                  <c:v>570</c:v>
                </c:pt>
                <c:pt idx="85">
                  <c:v>575</c:v>
                </c:pt>
                <c:pt idx="86">
                  <c:v>580</c:v>
                </c:pt>
                <c:pt idx="87">
                  <c:v>585</c:v>
                </c:pt>
                <c:pt idx="88">
                  <c:v>590</c:v>
                </c:pt>
                <c:pt idx="89">
                  <c:v>595</c:v>
                </c:pt>
                <c:pt idx="90">
                  <c:v>600</c:v>
                </c:pt>
                <c:pt idx="91">
                  <c:v>605</c:v>
                </c:pt>
                <c:pt idx="92">
                  <c:v>610</c:v>
                </c:pt>
                <c:pt idx="93">
                  <c:v>615</c:v>
                </c:pt>
                <c:pt idx="94">
                  <c:v>620</c:v>
                </c:pt>
                <c:pt idx="95">
                  <c:v>625</c:v>
                </c:pt>
                <c:pt idx="96">
                  <c:v>630</c:v>
                </c:pt>
                <c:pt idx="97">
                  <c:v>635</c:v>
                </c:pt>
                <c:pt idx="98">
                  <c:v>640</c:v>
                </c:pt>
                <c:pt idx="99">
                  <c:v>645</c:v>
                </c:pt>
                <c:pt idx="100">
                  <c:v>650</c:v>
                </c:pt>
                <c:pt idx="101">
                  <c:v>655</c:v>
                </c:pt>
                <c:pt idx="102">
                  <c:v>660</c:v>
                </c:pt>
                <c:pt idx="103">
                  <c:v>665</c:v>
                </c:pt>
                <c:pt idx="104">
                  <c:v>670</c:v>
                </c:pt>
                <c:pt idx="105">
                  <c:v>675</c:v>
                </c:pt>
                <c:pt idx="106">
                  <c:v>680</c:v>
                </c:pt>
                <c:pt idx="107">
                  <c:v>685</c:v>
                </c:pt>
                <c:pt idx="108">
                  <c:v>690</c:v>
                </c:pt>
                <c:pt idx="109">
                  <c:v>695</c:v>
                </c:pt>
                <c:pt idx="110">
                  <c:v>700</c:v>
                </c:pt>
                <c:pt idx="111">
                  <c:v>705</c:v>
                </c:pt>
                <c:pt idx="112">
                  <c:v>710</c:v>
                </c:pt>
                <c:pt idx="113">
                  <c:v>715</c:v>
                </c:pt>
                <c:pt idx="114">
                  <c:v>720</c:v>
                </c:pt>
                <c:pt idx="115">
                  <c:v>725</c:v>
                </c:pt>
                <c:pt idx="116">
                  <c:v>730</c:v>
                </c:pt>
                <c:pt idx="117">
                  <c:v>735</c:v>
                </c:pt>
                <c:pt idx="118">
                  <c:v>740</c:v>
                </c:pt>
                <c:pt idx="119">
                  <c:v>745</c:v>
                </c:pt>
                <c:pt idx="120">
                  <c:v>750</c:v>
                </c:pt>
                <c:pt idx="121">
                  <c:v>755</c:v>
                </c:pt>
                <c:pt idx="122">
                  <c:v>760</c:v>
                </c:pt>
                <c:pt idx="123">
                  <c:v>765</c:v>
                </c:pt>
                <c:pt idx="124">
                  <c:v>770</c:v>
                </c:pt>
                <c:pt idx="125">
                  <c:v>775</c:v>
                </c:pt>
                <c:pt idx="126">
                  <c:v>780</c:v>
                </c:pt>
                <c:pt idx="127">
                  <c:v>785</c:v>
                </c:pt>
                <c:pt idx="128">
                  <c:v>790</c:v>
                </c:pt>
                <c:pt idx="129">
                  <c:v>795</c:v>
                </c:pt>
                <c:pt idx="130">
                  <c:v>800</c:v>
                </c:pt>
                <c:pt idx="131">
                  <c:v>805</c:v>
                </c:pt>
                <c:pt idx="132">
                  <c:v>810</c:v>
                </c:pt>
                <c:pt idx="133">
                  <c:v>815</c:v>
                </c:pt>
                <c:pt idx="134">
                  <c:v>820</c:v>
                </c:pt>
                <c:pt idx="135">
                  <c:v>825</c:v>
                </c:pt>
                <c:pt idx="136">
                  <c:v>830</c:v>
                </c:pt>
                <c:pt idx="137">
                  <c:v>835</c:v>
                </c:pt>
                <c:pt idx="138">
                  <c:v>840</c:v>
                </c:pt>
                <c:pt idx="139">
                  <c:v>845</c:v>
                </c:pt>
                <c:pt idx="140">
                  <c:v>850</c:v>
                </c:pt>
                <c:pt idx="141">
                  <c:v>855</c:v>
                </c:pt>
                <c:pt idx="142">
                  <c:v>860</c:v>
                </c:pt>
                <c:pt idx="143">
                  <c:v>865</c:v>
                </c:pt>
                <c:pt idx="144">
                  <c:v>870</c:v>
                </c:pt>
                <c:pt idx="145">
                  <c:v>875</c:v>
                </c:pt>
                <c:pt idx="146">
                  <c:v>880</c:v>
                </c:pt>
                <c:pt idx="147">
                  <c:v>885</c:v>
                </c:pt>
                <c:pt idx="148">
                  <c:v>890</c:v>
                </c:pt>
                <c:pt idx="149">
                  <c:v>895</c:v>
                </c:pt>
                <c:pt idx="150">
                  <c:v>900</c:v>
                </c:pt>
                <c:pt idx="151">
                  <c:v>905</c:v>
                </c:pt>
                <c:pt idx="152">
                  <c:v>910</c:v>
                </c:pt>
                <c:pt idx="153">
                  <c:v>915</c:v>
                </c:pt>
                <c:pt idx="154">
                  <c:v>920</c:v>
                </c:pt>
                <c:pt idx="155">
                  <c:v>925</c:v>
                </c:pt>
                <c:pt idx="156">
                  <c:v>930</c:v>
                </c:pt>
                <c:pt idx="157">
                  <c:v>935</c:v>
                </c:pt>
                <c:pt idx="158">
                  <c:v>940</c:v>
                </c:pt>
                <c:pt idx="159">
                  <c:v>945</c:v>
                </c:pt>
                <c:pt idx="160">
                  <c:v>950</c:v>
                </c:pt>
                <c:pt idx="161">
                  <c:v>955</c:v>
                </c:pt>
                <c:pt idx="162">
                  <c:v>960</c:v>
                </c:pt>
                <c:pt idx="163">
                  <c:v>965</c:v>
                </c:pt>
                <c:pt idx="164">
                  <c:v>970</c:v>
                </c:pt>
                <c:pt idx="165">
                  <c:v>975</c:v>
                </c:pt>
                <c:pt idx="166">
                  <c:v>980</c:v>
                </c:pt>
                <c:pt idx="167">
                  <c:v>985</c:v>
                </c:pt>
                <c:pt idx="168">
                  <c:v>990</c:v>
                </c:pt>
                <c:pt idx="169">
                  <c:v>995</c:v>
                </c:pt>
                <c:pt idx="170">
                  <c:v>1000</c:v>
                </c:pt>
                <c:pt idx="171">
                  <c:v>1005</c:v>
                </c:pt>
                <c:pt idx="172">
                  <c:v>1010</c:v>
                </c:pt>
                <c:pt idx="173">
                  <c:v>1015</c:v>
                </c:pt>
                <c:pt idx="174">
                  <c:v>1020</c:v>
                </c:pt>
                <c:pt idx="175">
                  <c:v>1025</c:v>
                </c:pt>
                <c:pt idx="176">
                  <c:v>1030</c:v>
                </c:pt>
                <c:pt idx="177">
                  <c:v>1035</c:v>
                </c:pt>
                <c:pt idx="178">
                  <c:v>1040</c:v>
                </c:pt>
                <c:pt idx="179">
                  <c:v>1045</c:v>
                </c:pt>
                <c:pt idx="180">
                  <c:v>1050</c:v>
                </c:pt>
                <c:pt idx="181">
                  <c:v>1055</c:v>
                </c:pt>
                <c:pt idx="182">
                  <c:v>1060</c:v>
                </c:pt>
                <c:pt idx="183">
                  <c:v>1065</c:v>
                </c:pt>
                <c:pt idx="184">
                  <c:v>1070</c:v>
                </c:pt>
                <c:pt idx="185">
                  <c:v>1075</c:v>
                </c:pt>
                <c:pt idx="186">
                  <c:v>1080</c:v>
                </c:pt>
                <c:pt idx="187">
                  <c:v>1085</c:v>
                </c:pt>
                <c:pt idx="188">
                  <c:v>1090</c:v>
                </c:pt>
                <c:pt idx="189">
                  <c:v>1095</c:v>
                </c:pt>
                <c:pt idx="190">
                  <c:v>1100</c:v>
                </c:pt>
                <c:pt idx="191">
                  <c:v>1105</c:v>
                </c:pt>
                <c:pt idx="192">
                  <c:v>1110</c:v>
                </c:pt>
                <c:pt idx="193">
                  <c:v>1115</c:v>
                </c:pt>
                <c:pt idx="194">
                  <c:v>1120</c:v>
                </c:pt>
                <c:pt idx="195">
                  <c:v>1125</c:v>
                </c:pt>
                <c:pt idx="196">
                  <c:v>1130</c:v>
                </c:pt>
                <c:pt idx="197">
                  <c:v>1135</c:v>
                </c:pt>
                <c:pt idx="198">
                  <c:v>1140</c:v>
                </c:pt>
                <c:pt idx="199">
                  <c:v>1145</c:v>
                </c:pt>
                <c:pt idx="200">
                  <c:v>1150</c:v>
                </c:pt>
                <c:pt idx="201">
                  <c:v>1155</c:v>
                </c:pt>
                <c:pt idx="202">
                  <c:v>1160</c:v>
                </c:pt>
                <c:pt idx="203">
                  <c:v>1165</c:v>
                </c:pt>
                <c:pt idx="204">
                  <c:v>1170</c:v>
                </c:pt>
                <c:pt idx="205">
                  <c:v>1175</c:v>
                </c:pt>
                <c:pt idx="206">
                  <c:v>1180</c:v>
                </c:pt>
                <c:pt idx="207">
                  <c:v>1185</c:v>
                </c:pt>
                <c:pt idx="208">
                  <c:v>1190</c:v>
                </c:pt>
                <c:pt idx="209">
                  <c:v>1195</c:v>
                </c:pt>
                <c:pt idx="210">
                  <c:v>1200</c:v>
                </c:pt>
                <c:pt idx="211">
                  <c:v>1205</c:v>
                </c:pt>
                <c:pt idx="212">
                  <c:v>1210</c:v>
                </c:pt>
                <c:pt idx="213">
                  <c:v>1215</c:v>
                </c:pt>
                <c:pt idx="214">
                  <c:v>1220</c:v>
                </c:pt>
                <c:pt idx="215">
                  <c:v>1225</c:v>
                </c:pt>
                <c:pt idx="216">
                  <c:v>1230</c:v>
                </c:pt>
                <c:pt idx="217">
                  <c:v>1235</c:v>
                </c:pt>
                <c:pt idx="218">
                  <c:v>1240</c:v>
                </c:pt>
                <c:pt idx="219">
                  <c:v>1245</c:v>
                </c:pt>
                <c:pt idx="220">
                  <c:v>1250</c:v>
                </c:pt>
                <c:pt idx="221">
                  <c:v>1255</c:v>
                </c:pt>
                <c:pt idx="222">
                  <c:v>1260</c:v>
                </c:pt>
                <c:pt idx="223">
                  <c:v>1265</c:v>
                </c:pt>
                <c:pt idx="224">
                  <c:v>1270</c:v>
                </c:pt>
                <c:pt idx="225">
                  <c:v>1275</c:v>
                </c:pt>
                <c:pt idx="226">
                  <c:v>1280</c:v>
                </c:pt>
                <c:pt idx="227">
                  <c:v>1285</c:v>
                </c:pt>
                <c:pt idx="228">
                  <c:v>1290</c:v>
                </c:pt>
                <c:pt idx="229">
                  <c:v>1295</c:v>
                </c:pt>
                <c:pt idx="230">
                  <c:v>1300</c:v>
                </c:pt>
                <c:pt idx="231">
                  <c:v>1305</c:v>
                </c:pt>
                <c:pt idx="232">
                  <c:v>1310</c:v>
                </c:pt>
                <c:pt idx="233">
                  <c:v>1315</c:v>
                </c:pt>
                <c:pt idx="234">
                  <c:v>1320</c:v>
                </c:pt>
                <c:pt idx="235">
                  <c:v>1325</c:v>
                </c:pt>
                <c:pt idx="236">
                  <c:v>1330</c:v>
                </c:pt>
                <c:pt idx="237">
                  <c:v>1335</c:v>
                </c:pt>
                <c:pt idx="238">
                  <c:v>1340</c:v>
                </c:pt>
                <c:pt idx="239">
                  <c:v>1345</c:v>
                </c:pt>
                <c:pt idx="240">
                  <c:v>1350</c:v>
                </c:pt>
                <c:pt idx="241">
                  <c:v>1355</c:v>
                </c:pt>
                <c:pt idx="242">
                  <c:v>1360</c:v>
                </c:pt>
                <c:pt idx="243">
                  <c:v>1365</c:v>
                </c:pt>
                <c:pt idx="244">
                  <c:v>1370</c:v>
                </c:pt>
                <c:pt idx="245">
                  <c:v>1375</c:v>
                </c:pt>
                <c:pt idx="246">
                  <c:v>1380</c:v>
                </c:pt>
                <c:pt idx="247">
                  <c:v>1385</c:v>
                </c:pt>
                <c:pt idx="248">
                  <c:v>1390</c:v>
                </c:pt>
                <c:pt idx="249">
                  <c:v>1395</c:v>
                </c:pt>
                <c:pt idx="250">
                  <c:v>1400</c:v>
                </c:pt>
                <c:pt idx="251">
                  <c:v>1405</c:v>
                </c:pt>
                <c:pt idx="252">
                  <c:v>1410</c:v>
                </c:pt>
                <c:pt idx="253">
                  <c:v>1415</c:v>
                </c:pt>
                <c:pt idx="254">
                  <c:v>1420</c:v>
                </c:pt>
                <c:pt idx="255">
                  <c:v>1425</c:v>
                </c:pt>
                <c:pt idx="256">
                  <c:v>1430</c:v>
                </c:pt>
                <c:pt idx="257">
                  <c:v>1435</c:v>
                </c:pt>
                <c:pt idx="258">
                  <c:v>1440</c:v>
                </c:pt>
                <c:pt idx="259">
                  <c:v>1445</c:v>
                </c:pt>
                <c:pt idx="260">
                  <c:v>1450</c:v>
                </c:pt>
                <c:pt idx="261">
                  <c:v>1455</c:v>
                </c:pt>
                <c:pt idx="262">
                  <c:v>1460</c:v>
                </c:pt>
                <c:pt idx="263">
                  <c:v>1465</c:v>
                </c:pt>
                <c:pt idx="264">
                  <c:v>1470</c:v>
                </c:pt>
                <c:pt idx="265">
                  <c:v>1475</c:v>
                </c:pt>
                <c:pt idx="266">
                  <c:v>1480</c:v>
                </c:pt>
                <c:pt idx="267">
                  <c:v>1485</c:v>
                </c:pt>
                <c:pt idx="268">
                  <c:v>1490</c:v>
                </c:pt>
                <c:pt idx="269">
                  <c:v>1495</c:v>
                </c:pt>
                <c:pt idx="270">
                  <c:v>1500</c:v>
                </c:pt>
              </c:numCache>
            </c:numRef>
          </c:xVal>
          <c:yVal>
            <c:numRef>
              <c:f>Sheet1!$B$2:$B$272</c:f>
              <c:numCache>
                <c:formatCode>General</c:formatCode>
                <c:ptCount val="271"/>
                <c:pt idx="0">
                  <c:v>0</c:v>
                </c:pt>
                <c:pt idx="1">
                  <c:v>0</c:v>
                </c:pt>
                <c:pt idx="2">
                  <c:v>0</c:v>
                </c:pt>
                <c:pt idx="3">
                  <c:v>0</c:v>
                </c:pt>
                <c:pt idx="4">
                  <c:v>0</c:v>
                </c:pt>
                <c:pt idx="5">
                  <c:v>0</c:v>
                </c:pt>
                <c:pt idx="6">
                  <c:v>0</c:v>
                </c:pt>
                <c:pt idx="7">
                  <c:v>0</c:v>
                </c:pt>
                <c:pt idx="8">
                  <c:v>0</c:v>
                </c:pt>
                <c:pt idx="9">
                  <c:v>0</c:v>
                </c:pt>
                <c:pt idx="10">
                  <c:v>0</c:v>
                </c:pt>
                <c:pt idx="11">
                  <c:v>0.00846</c:v>
                </c:pt>
                <c:pt idx="12">
                  <c:v>0.02108</c:v>
                </c:pt>
                <c:pt idx="13">
                  <c:v>0.03579</c:v>
                </c:pt>
                <c:pt idx="14">
                  <c:v>0.05193</c:v>
                </c:pt>
                <c:pt idx="15">
                  <c:v>0.06914</c:v>
                </c:pt>
                <c:pt idx="16">
                  <c:v>0.08716</c:v>
                </c:pt>
                <c:pt idx="17">
                  <c:v>0.10584</c:v>
                </c:pt>
                <c:pt idx="18">
                  <c:v>0.12502</c:v>
                </c:pt>
                <c:pt idx="19">
                  <c:v>0.1446</c:v>
                </c:pt>
                <c:pt idx="20">
                  <c:v>0.1645</c:v>
                </c:pt>
                <c:pt idx="21">
                  <c:v>0.18463</c:v>
                </c:pt>
                <c:pt idx="22">
                  <c:v>0.20494</c:v>
                </c:pt>
                <c:pt idx="23">
                  <c:v>0.22537</c:v>
                </c:pt>
                <c:pt idx="24">
                  <c:v>0.24586</c:v>
                </c:pt>
                <c:pt idx="25">
                  <c:v>0.26638</c:v>
                </c:pt>
                <c:pt idx="26">
                  <c:v>0.28689</c:v>
                </c:pt>
                <c:pt idx="27">
                  <c:v>0.30735</c:v>
                </c:pt>
                <c:pt idx="28">
                  <c:v>0.32774</c:v>
                </c:pt>
                <c:pt idx="29">
                  <c:v>0.34803</c:v>
                </c:pt>
                <c:pt idx="30">
                  <c:v>0.36818</c:v>
                </c:pt>
                <c:pt idx="31">
                  <c:v>0.38818</c:v>
                </c:pt>
                <c:pt idx="32">
                  <c:v>0.40801</c:v>
                </c:pt>
                <c:pt idx="33">
                  <c:v>0.42765</c:v>
                </c:pt>
                <c:pt idx="34">
                  <c:v>0.44708</c:v>
                </c:pt>
                <c:pt idx="35">
                  <c:v>0.46628</c:v>
                </c:pt>
                <c:pt idx="36">
                  <c:v>0.48525</c:v>
                </c:pt>
                <c:pt idx="37">
                  <c:v>0.50395</c:v>
                </c:pt>
                <c:pt idx="38">
                  <c:v>0.5224</c:v>
                </c:pt>
                <c:pt idx="39">
                  <c:v>0.54056</c:v>
                </c:pt>
                <c:pt idx="40">
                  <c:v>0.55844</c:v>
                </c:pt>
                <c:pt idx="41">
                  <c:v>0.57601</c:v>
                </c:pt>
                <c:pt idx="42">
                  <c:v>0.59328</c:v>
                </c:pt>
                <c:pt idx="43">
                  <c:v>0.61024</c:v>
                </c:pt>
                <c:pt idx="44">
                  <c:v>0.62687</c:v>
                </c:pt>
                <c:pt idx="45">
                  <c:v>0.64317</c:v>
                </c:pt>
                <c:pt idx="46">
                  <c:v>0.65914</c:v>
                </c:pt>
                <c:pt idx="47">
                  <c:v>0.67476</c:v>
                </c:pt>
                <c:pt idx="48">
                  <c:v>0.69004</c:v>
                </c:pt>
                <c:pt idx="49">
                  <c:v>0.70497</c:v>
                </c:pt>
                <c:pt idx="50">
                  <c:v>0.71954</c:v>
                </c:pt>
                <c:pt idx="51">
                  <c:v>0.73375</c:v>
                </c:pt>
                <c:pt idx="52">
                  <c:v>0.74759</c:v>
                </c:pt>
                <c:pt idx="53">
                  <c:v>0.76108</c:v>
                </c:pt>
                <c:pt idx="54">
                  <c:v>0.77419</c:v>
                </c:pt>
                <c:pt idx="55">
                  <c:v>0.78693</c:v>
                </c:pt>
                <c:pt idx="56">
                  <c:v>0.7993</c:v>
                </c:pt>
                <c:pt idx="57">
                  <c:v>0.81129</c:v>
                </c:pt>
                <c:pt idx="58">
                  <c:v>0.82291</c:v>
                </c:pt>
                <c:pt idx="59">
                  <c:v>0.83415</c:v>
                </c:pt>
                <c:pt idx="60">
                  <c:v>0.84501</c:v>
                </c:pt>
                <c:pt idx="61">
                  <c:v>0.8555</c:v>
                </c:pt>
                <c:pt idx="62">
                  <c:v>0.8656</c:v>
                </c:pt>
                <c:pt idx="63">
                  <c:v>0.87533</c:v>
                </c:pt>
                <c:pt idx="64">
                  <c:v>0.88468</c:v>
                </c:pt>
                <c:pt idx="65">
                  <c:v>0.89365</c:v>
                </c:pt>
                <c:pt idx="66">
                  <c:v>0.90225</c:v>
                </c:pt>
                <c:pt idx="67">
                  <c:v>0.91046</c:v>
                </c:pt>
                <c:pt idx="68">
                  <c:v>0.91831</c:v>
                </c:pt>
                <c:pt idx="69">
                  <c:v>0.92578</c:v>
                </c:pt>
                <c:pt idx="70">
                  <c:v>0.93287</c:v>
                </c:pt>
                <c:pt idx="71">
                  <c:v>0.9396</c:v>
                </c:pt>
                <c:pt idx="72">
                  <c:v>0.94595</c:v>
                </c:pt>
                <c:pt idx="73">
                  <c:v>0.95194</c:v>
                </c:pt>
                <c:pt idx="74">
                  <c:v>0.95756</c:v>
                </c:pt>
                <c:pt idx="75">
                  <c:v>0.96282</c:v>
                </c:pt>
                <c:pt idx="76">
                  <c:v>0.96772</c:v>
                </c:pt>
                <c:pt idx="77">
                  <c:v>0.97226</c:v>
                </c:pt>
                <c:pt idx="78">
                  <c:v>0.97645</c:v>
                </c:pt>
                <c:pt idx="79">
                  <c:v>0.98028</c:v>
                </c:pt>
                <c:pt idx="80">
                  <c:v>0.98376</c:v>
                </c:pt>
                <c:pt idx="81">
                  <c:v>0.98689</c:v>
                </c:pt>
                <c:pt idx="82">
                  <c:v>0.98968</c:v>
                </c:pt>
                <c:pt idx="83">
                  <c:v>0.99213</c:v>
                </c:pt>
                <c:pt idx="84">
                  <c:v>0.99424</c:v>
                </c:pt>
                <c:pt idx="85">
                  <c:v>0.99601</c:v>
                </c:pt>
                <c:pt idx="86">
                  <c:v>0.99746</c:v>
                </c:pt>
                <c:pt idx="87">
                  <c:v>0.99858</c:v>
                </c:pt>
                <c:pt idx="88">
                  <c:v>0.99937</c:v>
                </c:pt>
                <c:pt idx="89">
                  <c:v>0.99984</c:v>
                </c:pt>
                <c:pt idx="90">
                  <c:v>1</c:v>
                </c:pt>
                <c:pt idx="91">
                  <c:v>0.99984</c:v>
                </c:pt>
                <c:pt idx="92">
                  <c:v>0.99938</c:v>
                </c:pt>
                <c:pt idx="93">
                  <c:v>0.99861</c:v>
                </c:pt>
                <c:pt idx="94">
                  <c:v>0.99754</c:v>
                </c:pt>
                <c:pt idx="95">
                  <c:v>0.99618</c:v>
                </c:pt>
                <c:pt idx="96">
                  <c:v>0.99452</c:v>
                </c:pt>
                <c:pt idx="97">
                  <c:v>0.99257</c:v>
                </c:pt>
                <c:pt idx="98">
                  <c:v>0.99035</c:v>
                </c:pt>
                <c:pt idx="99">
                  <c:v>0.98784</c:v>
                </c:pt>
                <c:pt idx="100">
                  <c:v>0.98505</c:v>
                </c:pt>
                <c:pt idx="101">
                  <c:v>0.982</c:v>
                </c:pt>
                <c:pt idx="102">
                  <c:v>0.97868</c:v>
                </c:pt>
                <c:pt idx="103">
                  <c:v>0.9751</c:v>
                </c:pt>
                <c:pt idx="104">
                  <c:v>0.97127</c:v>
                </c:pt>
                <c:pt idx="105">
                  <c:v>0.96718</c:v>
                </c:pt>
                <c:pt idx="106">
                  <c:v>0.96284</c:v>
                </c:pt>
                <c:pt idx="107">
                  <c:v>0.95826</c:v>
                </c:pt>
                <c:pt idx="108">
                  <c:v>0.95345</c:v>
                </c:pt>
                <c:pt idx="109">
                  <c:v>0.9484</c:v>
                </c:pt>
                <c:pt idx="110">
                  <c:v>0.94312</c:v>
                </c:pt>
                <c:pt idx="111">
                  <c:v>0.93762</c:v>
                </c:pt>
                <c:pt idx="112">
                  <c:v>0.9319</c:v>
                </c:pt>
                <c:pt idx="113">
                  <c:v>0.92597</c:v>
                </c:pt>
                <c:pt idx="114">
                  <c:v>0.91983</c:v>
                </c:pt>
                <c:pt idx="115">
                  <c:v>0.91349</c:v>
                </c:pt>
                <c:pt idx="116">
                  <c:v>0.90694</c:v>
                </c:pt>
                <c:pt idx="117">
                  <c:v>0.90021</c:v>
                </c:pt>
                <c:pt idx="118">
                  <c:v>0.89328</c:v>
                </c:pt>
                <c:pt idx="119">
                  <c:v>0.88617</c:v>
                </c:pt>
                <c:pt idx="120">
                  <c:v>0.87889</c:v>
                </c:pt>
                <c:pt idx="121">
                  <c:v>0.87142</c:v>
                </c:pt>
                <c:pt idx="122">
                  <c:v>0.86379</c:v>
                </c:pt>
                <c:pt idx="123">
                  <c:v>0.856</c:v>
                </c:pt>
                <c:pt idx="124">
                  <c:v>0.84805</c:v>
                </c:pt>
                <c:pt idx="125">
                  <c:v>0.83994</c:v>
                </c:pt>
                <c:pt idx="126">
                  <c:v>0.83169</c:v>
                </c:pt>
                <c:pt idx="127">
                  <c:v>0.82329</c:v>
                </c:pt>
                <c:pt idx="128">
                  <c:v>0.81476</c:v>
                </c:pt>
                <c:pt idx="129">
                  <c:v>0.80609</c:v>
                </c:pt>
                <c:pt idx="130">
                  <c:v>0.79729</c:v>
                </c:pt>
                <c:pt idx="131">
                  <c:v>0.78837</c:v>
                </c:pt>
                <c:pt idx="132">
                  <c:v>0.77934</c:v>
                </c:pt>
                <c:pt idx="133">
                  <c:v>0.77019</c:v>
                </c:pt>
                <c:pt idx="134">
                  <c:v>0.76093</c:v>
                </c:pt>
                <c:pt idx="135">
                  <c:v>0.75157</c:v>
                </c:pt>
                <c:pt idx="136">
                  <c:v>0.74211</c:v>
                </c:pt>
                <c:pt idx="137">
                  <c:v>0.73256</c:v>
                </c:pt>
                <c:pt idx="138">
                  <c:v>0.72292</c:v>
                </c:pt>
                <c:pt idx="139">
                  <c:v>0.71319</c:v>
                </c:pt>
                <c:pt idx="140">
                  <c:v>0.70339</c:v>
                </c:pt>
                <c:pt idx="141">
                  <c:v>0.69352</c:v>
                </c:pt>
                <c:pt idx="142">
                  <c:v>0.68358</c:v>
                </c:pt>
                <c:pt idx="143">
                  <c:v>0.67357</c:v>
                </c:pt>
                <c:pt idx="144">
                  <c:v>0.66351</c:v>
                </c:pt>
                <c:pt idx="145">
                  <c:v>0.6534</c:v>
                </c:pt>
                <c:pt idx="146">
                  <c:v>0.64323</c:v>
                </c:pt>
                <c:pt idx="147">
                  <c:v>0.63302</c:v>
                </c:pt>
                <c:pt idx="148">
                  <c:v>0.62278</c:v>
                </c:pt>
                <c:pt idx="149">
                  <c:v>0.6125</c:v>
                </c:pt>
                <c:pt idx="150">
                  <c:v>0.60219</c:v>
                </c:pt>
                <c:pt idx="151">
                  <c:v>0.59185</c:v>
                </c:pt>
                <c:pt idx="152">
                  <c:v>0.5815</c:v>
                </c:pt>
                <c:pt idx="153">
                  <c:v>0.57113</c:v>
                </c:pt>
                <c:pt idx="154">
                  <c:v>0.56075</c:v>
                </c:pt>
                <c:pt idx="155">
                  <c:v>0.55036</c:v>
                </c:pt>
                <c:pt idx="156">
                  <c:v>0.53997</c:v>
                </c:pt>
                <c:pt idx="157">
                  <c:v>0.52959</c:v>
                </c:pt>
                <c:pt idx="158">
                  <c:v>0.51921</c:v>
                </c:pt>
                <c:pt idx="159">
                  <c:v>0.50884</c:v>
                </c:pt>
                <c:pt idx="160">
                  <c:v>0.4985</c:v>
                </c:pt>
                <c:pt idx="161">
                  <c:v>0.48817</c:v>
                </c:pt>
                <c:pt idx="162">
                  <c:v>0.47787</c:v>
                </c:pt>
                <c:pt idx="163">
                  <c:v>0.46759</c:v>
                </c:pt>
                <c:pt idx="164">
                  <c:v>0.45735</c:v>
                </c:pt>
                <c:pt idx="165">
                  <c:v>0.44715</c:v>
                </c:pt>
                <c:pt idx="166">
                  <c:v>0.43699</c:v>
                </c:pt>
                <c:pt idx="167">
                  <c:v>0.42688</c:v>
                </c:pt>
                <c:pt idx="168">
                  <c:v>0.41681</c:v>
                </c:pt>
                <c:pt idx="169">
                  <c:v>0.4068</c:v>
                </c:pt>
                <c:pt idx="170">
                  <c:v>0.39685</c:v>
                </c:pt>
                <c:pt idx="171">
                  <c:v>0.38696</c:v>
                </c:pt>
                <c:pt idx="172">
                  <c:v>0.37714</c:v>
                </c:pt>
                <c:pt idx="173">
                  <c:v>0.36738</c:v>
                </c:pt>
                <c:pt idx="174">
                  <c:v>0.3577</c:v>
                </c:pt>
                <c:pt idx="175">
                  <c:v>0.3481</c:v>
                </c:pt>
                <c:pt idx="176">
                  <c:v>0.33858</c:v>
                </c:pt>
                <c:pt idx="177">
                  <c:v>0.32914</c:v>
                </c:pt>
                <c:pt idx="178">
                  <c:v>0.31979</c:v>
                </c:pt>
                <c:pt idx="179">
                  <c:v>0.31053</c:v>
                </c:pt>
                <c:pt idx="180">
                  <c:v>0.30136</c:v>
                </c:pt>
                <c:pt idx="181">
                  <c:v>0.29229</c:v>
                </c:pt>
                <c:pt idx="182">
                  <c:v>0.28333</c:v>
                </c:pt>
                <c:pt idx="183">
                  <c:v>0.27447</c:v>
                </c:pt>
                <c:pt idx="184">
                  <c:v>0.26571</c:v>
                </c:pt>
                <c:pt idx="185">
                  <c:v>0.25707</c:v>
                </c:pt>
                <c:pt idx="186">
                  <c:v>0.24854</c:v>
                </c:pt>
                <c:pt idx="187">
                  <c:v>0.24012</c:v>
                </c:pt>
                <c:pt idx="188">
                  <c:v>0.23183</c:v>
                </c:pt>
                <c:pt idx="189">
                  <c:v>0.22365</c:v>
                </c:pt>
                <c:pt idx="190">
                  <c:v>0.21561</c:v>
                </c:pt>
                <c:pt idx="191">
                  <c:v>0.20768</c:v>
                </c:pt>
                <c:pt idx="192">
                  <c:v>0.19989</c:v>
                </c:pt>
                <c:pt idx="193">
                  <c:v>0.19223</c:v>
                </c:pt>
                <c:pt idx="194">
                  <c:v>0.18471</c:v>
                </c:pt>
                <c:pt idx="195">
                  <c:v>0.17732</c:v>
                </c:pt>
                <c:pt idx="196">
                  <c:v>0.17007</c:v>
                </c:pt>
                <c:pt idx="197">
                  <c:v>0.16296</c:v>
                </c:pt>
                <c:pt idx="198">
                  <c:v>0.156</c:v>
                </c:pt>
                <c:pt idx="199">
                  <c:v>0.14918</c:v>
                </c:pt>
                <c:pt idx="200">
                  <c:v>0.1425</c:v>
                </c:pt>
                <c:pt idx="201">
                  <c:v>0.13598</c:v>
                </c:pt>
                <c:pt idx="202">
                  <c:v>0.1296</c:v>
                </c:pt>
                <c:pt idx="203">
                  <c:v>0.12338</c:v>
                </c:pt>
                <c:pt idx="204">
                  <c:v>0.11731</c:v>
                </c:pt>
                <c:pt idx="205">
                  <c:v>0.11139</c:v>
                </c:pt>
                <c:pt idx="206">
                  <c:v>0.10563</c:v>
                </c:pt>
                <c:pt idx="207">
                  <c:v>0.10002</c:v>
                </c:pt>
                <c:pt idx="208">
                  <c:v>0.09458</c:v>
                </c:pt>
                <c:pt idx="209">
                  <c:v>0.08929</c:v>
                </c:pt>
                <c:pt idx="210">
                  <c:v>0.08416</c:v>
                </c:pt>
                <c:pt idx="211">
                  <c:v>0.07919</c:v>
                </c:pt>
                <c:pt idx="212">
                  <c:v>0.07438</c:v>
                </c:pt>
                <c:pt idx="213">
                  <c:v>0.06973</c:v>
                </c:pt>
                <c:pt idx="214">
                  <c:v>0.06524</c:v>
                </c:pt>
                <c:pt idx="215">
                  <c:v>0.06092</c:v>
                </c:pt>
                <c:pt idx="216">
                  <c:v>0.05675</c:v>
                </c:pt>
                <c:pt idx="217">
                  <c:v>0.05275</c:v>
                </c:pt>
                <c:pt idx="218">
                  <c:v>0.04891</c:v>
                </c:pt>
                <c:pt idx="219">
                  <c:v>0.04523</c:v>
                </c:pt>
                <c:pt idx="220">
                  <c:v>0.0417</c:v>
                </c:pt>
                <c:pt idx="221">
                  <c:v>0.03834</c:v>
                </c:pt>
                <c:pt idx="222">
                  <c:v>0.03514</c:v>
                </c:pt>
                <c:pt idx="223">
                  <c:v>0.03209</c:v>
                </c:pt>
                <c:pt idx="224">
                  <c:v>0.0292</c:v>
                </c:pt>
                <c:pt idx="225">
                  <c:v>0.02646</c:v>
                </c:pt>
                <c:pt idx="226">
                  <c:v>0.02388</c:v>
                </c:pt>
                <c:pt idx="227">
                  <c:v>0.02145</c:v>
                </c:pt>
                <c:pt idx="228">
                  <c:v>0.01917</c:v>
                </c:pt>
                <c:pt idx="229">
                  <c:v>0.01704</c:v>
                </c:pt>
                <c:pt idx="230">
                  <c:v>0.01505</c:v>
                </c:pt>
                <c:pt idx="231">
                  <c:v>0.01321</c:v>
                </c:pt>
                <c:pt idx="232">
                  <c:v>0.0115</c:v>
                </c:pt>
                <c:pt idx="233">
                  <c:v>0.00993</c:v>
                </c:pt>
                <c:pt idx="234">
                  <c:v>0.0085</c:v>
                </c:pt>
                <c:pt idx="235">
                  <c:v>0.0072</c:v>
                </c:pt>
                <c:pt idx="236">
                  <c:v>0.00603</c:v>
                </c:pt>
                <c:pt idx="237">
                  <c:v>0.00497</c:v>
                </c:pt>
                <c:pt idx="238">
                  <c:v>0.00404</c:v>
                </c:pt>
                <c:pt idx="239">
                  <c:v>0.00322</c:v>
                </c:pt>
                <c:pt idx="240">
                  <c:v>0.00251</c:v>
                </c:pt>
                <c:pt idx="241">
                  <c:v>0.00191</c:v>
                </c:pt>
                <c:pt idx="242">
                  <c:v>0.0014</c:v>
                </c:pt>
                <c:pt idx="243">
                  <c:v>0.00099</c:v>
                </c:pt>
                <c:pt idx="244">
                  <c:v>0.00066</c:v>
                </c:pt>
                <c:pt idx="245">
                  <c:v>0.00041</c:v>
                </c:pt>
                <c:pt idx="246">
                  <c:v>0.00023</c:v>
                </c:pt>
                <c:pt idx="247">
                  <c:v>0.00011</c:v>
                </c:pt>
                <c:pt idx="248">
                  <c:v>0.00004</c:v>
                </c:pt>
                <c:pt idx="249">
                  <c:v>0.00001</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500"/>
          <c:min val="15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Sobrecosto (miles de 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20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Sabemos poco: 10 / 25 / 55</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Sheet1!$A$2:$A$242</c:f>
              <c:numCache>
                <c:formatCode>General</c:formatCode>
                <c:ptCount val="2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numCache>
            </c:numRef>
          </c:xVal>
          <c:yVal>
            <c:numRef>
              <c:f>Sheet1!$B$2:$B$242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0.00342</c:v>
                </c:pt>
                <c:pt idx="42">
                  <c:v>0.0085</c:v>
                </c:pt>
                <c:pt idx="43">
                  <c:v>0.01437</c:v>
                </c:pt>
                <c:pt idx="44">
                  <c:v>0.02078</c:v>
                </c:pt>
                <c:pt idx="45">
                  <c:v>0.02755</c:v>
                </c:pt>
                <c:pt idx="46">
                  <c:v>0.0346</c:v>
                </c:pt>
                <c:pt idx="47">
                  <c:v>0.04185</c:v>
                </c:pt>
                <c:pt idx="48">
                  <c:v>0.04924</c:v>
                </c:pt>
                <c:pt idx="49">
                  <c:v>0.05672</c:v>
                </c:pt>
                <c:pt idx="50">
                  <c:v>0.06426</c:v>
                </c:pt>
                <c:pt idx="51">
                  <c:v>0.07183</c:v>
                </c:pt>
                <c:pt idx="52">
                  <c:v>0.0794</c:v>
                </c:pt>
                <c:pt idx="53">
                  <c:v>0.08695</c:v>
                </c:pt>
                <c:pt idx="54">
                  <c:v>0.09446</c:v>
                </c:pt>
                <c:pt idx="55">
                  <c:v>0.1019</c:v>
                </c:pt>
                <c:pt idx="56">
                  <c:v>0.10927</c:v>
                </c:pt>
                <c:pt idx="57">
                  <c:v>0.11656</c:v>
                </c:pt>
                <c:pt idx="58">
                  <c:v>0.12374</c:v>
                </c:pt>
                <c:pt idx="59">
                  <c:v>0.13081</c:v>
                </c:pt>
                <c:pt idx="60">
                  <c:v>0.13776</c:v>
                </c:pt>
                <c:pt idx="61">
                  <c:v>0.14458</c:v>
                </c:pt>
                <c:pt idx="62">
                  <c:v>0.15127</c:v>
                </c:pt>
                <c:pt idx="63">
                  <c:v>0.15781</c:v>
                </c:pt>
                <c:pt idx="64">
                  <c:v>0.1642</c:v>
                </c:pt>
                <c:pt idx="65">
                  <c:v>0.17044</c:v>
                </c:pt>
                <c:pt idx="66">
                  <c:v>0.17652</c:v>
                </c:pt>
                <c:pt idx="67">
                  <c:v>0.18243</c:v>
                </c:pt>
                <c:pt idx="68">
                  <c:v>0.18817</c:v>
                </c:pt>
                <c:pt idx="69">
                  <c:v>0.19375</c:v>
                </c:pt>
                <c:pt idx="70">
                  <c:v>0.19915</c:v>
                </c:pt>
                <c:pt idx="71">
                  <c:v>0.20437</c:v>
                </c:pt>
                <c:pt idx="72">
                  <c:v>0.20941</c:v>
                </c:pt>
                <c:pt idx="73">
                  <c:v>0.21427</c:v>
                </c:pt>
                <c:pt idx="74">
                  <c:v>0.21895</c:v>
                </c:pt>
                <c:pt idx="75">
                  <c:v>0.22345</c:v>
                </c:pt>
                <c:pt idx="76">
                  <c:v>0.22776</c:v>
                </c:pt>
                <c:pt idx="77">
                  <c:v>0.23188</c:v>
                </c:pt>
                <c:pt idx="78">
                  <c:v>0.23582</c:v>
                </c:pt>
                <c:pt idx="79">
                  <c:v>0.23957</c:v>
                </c:pt>
                <c:pt idx="80">
                  <c:v>0.24314</c:v>
                </c:pt>
                <c:pt idx="81">
                  <c:v>0.24652</c:v>
                </c:pt>
                <c:pt idx="82">
                  <c:v>0.24971</c:v>
                </c:pt>
                <c:pt idx="83">
                  <c:v>0.25272</c:v>
                </c:pt>
                <c:pt idx="84">
                  <c:v>0.25555</c:v>
                </c:pt>
                <c:pt idx="85">
                  <c:v>0.25819</c:v>
                </c:pt>
                <c:pt idx="86">
                  <c:v>0.26065</c:v>
                </c:pt>
                <c:pt idx="87">
                  <c:v>0.26293</c:v>
                </c:pt>
                <c:pt idx="88">
                  <c:v>0.26502</c:v>
                </c:pt>
                <c:pt idx="89">
                  <c:v>0.26694</c:v>
                </c:pt>
                <c:pt idx="90">
                  <c:v>0.26868</c:v>
                </c:pt>
                <c:pt idx="91">
                  <c:v>0.27025</c:v>
                </c:pt>
                <c:pt idx="92">
                  <c:v>0.27164</c:v>
                </c:pt>
                <c:pt idx="93">
                  <c:v>0.27286</c:v>
                </c:pt>
                <c:pt idx="94">
                  <c:v>0.27391</c:v>
                </c:pt>
                <c:pt idx="95">
                  <c:v>0.2748</c:v>
                </c:pt>
                <c:pt idx="96">
                  <c:v>0.27551</c:v>
                </c:pt>
                <c:pt idx="97">
                  <c:v>0.27607</c:v>
                </c:pt>
                <c:pt idx="98">
                  <c:v>0.27646</c:v>
                </c:pt>
                <c:pt idx="99">
                  <c:v>0.27669</c:v>
                </c:pt>
                <c:pt idx="100">
                  <c:v>0.27677</c:v>
                </c:pt>
                <c:pt idx="101">
                  <c:v>0.27669</c:v>
                </c:pt>
                <c:pt idx="102">
                  <c:v>0.27647</c:v>
                </c:pt>
                <c:pt idx="103">
                  <c:v>0.27609</c:v>
                </c:pt>
                <c:pt idx="104">
                  <c:v>0.27557</c:v>
                </c:pt>
                <c:pt idx="105">
                  <c:v>0.2749</c:v>
                </c:pt>
                <c:pt idx="106">
                  <c:v>0.2741</c:v>
                </c:pt>
                <c:pt idx="107">
                  <c:v>0.27315</c:v>
                </c:pt>
                <c:pt idx="108">
                  <c:v>0.27208</c:v>
                </c:pt>
                <c:pt idx="109">
                  <c:v>0.27087</c:v>
                </c:pt>
                <c:pt idx="110">
                  <c:v>0.26953</c:v>
                </c:pt>
                <c:pt idx="111">
                  <c:v>0.26807</c:v>
                </c:pt>
                <c:pt idx="112">
                  <c:v>0.26649</c:v>
                </c:pt>
                <c:pt idx="113">
                  <c:v>0.26478</c:v>
                </c:pt>
                <c:pt idx="114">
                  <c:v>0.26296</c:v>
                </c:pt>
                <c:pt idx="115">
                  <c:v>0.26103</c:v>
                </c:pt>
                <c:pt idx="116">
                  <c:v>0.25898</c:v>
                </c:pt>
                <c:pt idx="117">
                  <c:v>0.25683</c:v>
                </c:pt>
                <c:pt idx="118">
                  <c:v>0.25458</c:v>
                </c:pt>
                <c:pt idx="119">
                  <c:v>0.25223</c:v>
                </c:pt>
                <c:pt idx="120">
                  <c:v>0.24978</c:v>
                </c:pt>
                <c:pt idx="121">
                  <c:v>0.24723</c:v>
                </c:pt>
                <c:pt idx="122">
                  <c:v>0.2446</c:v>
                </c:pt>
                <c:pt idx="123">
                  <c:v>0.24188</c:v>
                </c:pt>
                <c:pt idx="124">
                  <c:v>0.23907</c:v>
                </c:pt>
                <c:pt idx="125">
                  <c:v>0.23619</c:v>
                </c:pt>
                <c:pt idx="126">
                  <c:v>0.23322</c:v>
                </c:pt>
                <c:pt idx="127">
                  <c:v>0.23019</c:v>
                </c:pt>
                <c:pt idx="128">
                  <c:v>0.22708</c:v>
                </c:pt>
                <c:pt idx="129">
                  <c:v>0.2239</c:v>
                </c:pt>
                <c:pt idx="130">
                  <c:v>0.22067</c:v>
                </c:pt>
                <c:pt idx="131">
                  <c:v>0.21737</c:v>
                </c:pt>
                <c:pt idx="132">
                  <c:v>0.21401</c:v>
                </c:pt>
                <c:pt idx="133">
                  <c:v>0.2106</c:v>
                </c:pt>
                <c:pt idx="134">
                  <c:v>0.20714</c:v>
                </c:pt>
                <c:pt idx="135">
                  <c:v>0.20363</c:v>
                </c:pt>
                <c:pt idx="136">
                  <c:v>0.20008</c:v>
                </c:pt>
                <c:pt idx="137">
                  <c:v>0.19649</c:v>
                </c:pt>
                <c:pt idx="138">
                  <c:v>0.19286</c:v>
                </c:pt>
                <c:pt idx="139">
                  <c:v>0.18919</c:v>
                </c:pt>
                <c:pt idx="140">
                  <c:v>0.1855</c:v>
                </c:pt>
                <c:pt idx="141">
                  <c:v>0.18177</c:v>
                </c:pt>
                <c:pt idx="142">
                  <c:v>0.17803</c:v>
                </c:pt>
                <c:pt idx="143">
                  <c:v>0.17426</c:v>
                </c:pt>
                <c:pt idx="144">
                  <c:v>0.17047</c:v>
                </c:pt>
                <c:pt idx="145">
                  <c:v>0.16667</c:v>
                </c:pt>
                <c:pt idx="146">
                  <c:v>0.16285</c:v>
                </c:pt>
                <c:pt idx="147">
                  <c:v>0.15903</c:v>
                </c:pt>
                <c:pt idx="148">
                  <c:v>0.1552</c:v>
                </c:pt>
                <c:pt idx="149">
                  <c:v>0.15136</c:v>
                </c:pt>
                <c:pt idx="150">
                  <c:v>0.14753</c:v>
                </c:pt>
                <c:pt idx="151">
                  <c:v>0.1437</c:v>
                </c:pt>
                <c:pt idx="152">
                  <c:v>0.13988</c:v>
                </c:pt>
                <c:pt idx="153">
                  <c:v>0.13606</c:v>
                </c:pt>
                <c:pt idx="154">
                  <c:v>0.13226</c:v>
                </c:pt>
                <c:pt idx="155">
                  <c:v>0.12847</c:v>
                </c:pt>
                <c:pt idx="156">
                  <c:v>0.1247</c:v>
                </c:pt>
                <c:pt idx="157">
                  <c:v>0.12095</c:v>
                </c:pt>
                <c:pt idx="158">
                  <c:v>0.11722</c:v>
                </c:pt>
                <c:pt idx="159">
                  <c:v>0.11351</c:v>
                </c:pt>
                <c:pt idx="160">
                  <c:v>0.10984</c:v>
                </c:pt>
                <c:pt idx="161">
                  <c:v>0.10619</c:v>
                </c:pt>
                <c:pt idx="162">
                  <c:v>0.10258</c:v>
                </c:pt>
                <c:pt idx="163">
                  <c:v>0.099</c:v>
                </c:pt>
                <c:pt idx="164">
                  <c:v>0.09546</c:v>
                </c:pt>
                <c:pt idx="165">
                  <c:v>0.09196</c:v>
                </c:pt>
                <c:pt idx="166">
                  <c:v>0.08851</c:v>
                </c:pt>
                <c:pt idx="167">
                  <c:v>0.0851</c:v>
                </c:pt>
                <c:pt idx="168">
                  <c:v>0.08173</c:v>
                </c:pt>
                <c:pt idx="169">
                  <c:v>0.07842</c:v>
                </c:pt>
                <c:pt idx="170">
                  <c:v>0.07515</c:v>
                </c:pt>
                <c:pt idx="171">
                  <c:v>0.07194</c:v>
                </c:pt>
                <c:pt idx="172">
                  <c:v>0.06879</c:v>
                </c:pt>
                <c:pt idx="173">
                  <c:v>0.06569</c:v>
                </c:pt>
                <c:pt idx="174">
                  <c:v>0.06265</c:v>
                </c:pt>
                <c:pt idx="175">
                  <c:v>0.05967</c:v>
                </c:pt>
                <c:pt idx="176">
                  <c:v>0.05676</c:v>
                </c:pt>
                <c:pt idx="177">
                  <c:v>0.05391</c:v>
                </c:pt>
                <c:pt idx="178">
                  <c:v>0.05112</c:v>
                </c:pt>
                <c:pt idx="179">
                  <c:v>0.0484</c:v>
                </c:pt>
                <c:pt idx="180">
                  <c:v>0.04575</c:v>
                </c:pt>
                <c:pt idx="181">
                  <c:v>0.04317</c:v>
                </c:pt>
                <c:pt idx="182">
                  <c:v>0.04067</c:v>
                </c:pt>
                <c:pt idx="183">
                  <c:v>0.03823</c:v>
                </c:pt>
                <c:pt idx="184">
                  <c:v>0.03587</c:v>
                </c:pt>
                <c:pt idx="185">
                  <c:v>0.03358</c:v>
                </c:pt>
                <c:pt idx="186">
                  <c:v>0.03137</c:v>
                </c:pt>
                <c:pt idx="187">
                  <c:v>0.02923</c:v>
                </c:pt>
                <c:pt idx="188">
                  <c:v>0.02718</c:v>
                </c:pt>
                <c:pt idx="189">
                  <c:v>0.02519</c:v>
                </c:pt>
                <c:pt idx="190">
                  <c:v>0.02329</c:v>
                </c:pt>
                <c:pt idx="191">
                  <c:v>0.02147</c:v>
                </c:pt>
                <c:pt idx="192">
                  <c:v>0.01972</c:v>
                </c:pt>
                <c:pt idx="193">
                  <c:v>0.01806</c:v>
                </c:pt>
                <c:pt idx="194">
                  <c:v>0.01647</c:v>
                </c:pt>
                <c:pt idx="195">
                  <c:v>0.01496</c:v>
                </c:pt>
                <c:pt idx="196">
                  <c:v>0.01354</c:v>
                </c:pt>
                <c:pt idx="197">
                  <c:v>0.01219</c:v>
                </c:pt>
                <c:pt idx="198">
                  <c:v>0.01092</c:v>
                </c:pt>
                <c:pt idx="199">
                  <c:v>0.00972</c:v>
                </c:pt>
                <c:pt idx="200">
                  <c:v>0.00861</c:v>
                </c:pt>
                <c:pt idx="201">
                  <c:v>0.00757</c:v>
                </c:pt>
                <c:pt idx="202">
                  <c:v>0.00661</c:v>
                </c:pt>
                <c:pt idx="203">
                  <c:v>0.00572</c:v>
                </c:pt>
                <c:pt idx="204">
                  <c:v>0.00491</c:v>
                </c:pt>
                <c:pt idx="205">
                  <c:v>0.00417</c:v>
                </c:pt>
                <c:pt idx="206">
                  <c:v>0.00349</c:v>
                </c:pt>
                <c:pt idx="207">
                  <c:v>0.00289</c:v>
                </c:pt>
                <c:pt idx="208">
                  <c:v>0.00235</c:v>
                </c:pt>
                <c:pt idx="209">
                  <c:v>0.00188</c:v>
                </c:pt>
                <c:pt idx="210">
                  <c:v>0.00147</c:v>
                </c:pt>
                <c:pt idx="211">
                  <c:v>0.00112</c:v>
                </c:pt>
                <c:pt idx="212">
                  <c:v>0.00082</c:v>
                </c:pt>
                <c:pt idx="213">
                  <c:v>0.00058</c:v>
                </c:pt>
                <c:pt idx="214">
                  <c:v>0.00039</c:v>
                </c:pt>
                <c:pt idx="215">
                  <c:v>0.00024</c:v>
                </c:pt>
                <c:pt idx="216">
                  <c:v>0.00013</c:v>
                </c:pt>
                <c:pt idx="217">
                  <c:v>0.00006</c:v>
                </c:pt>
                <c:pt idx="218">
                  <c:v>0.00002</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ser>
          <c:idx val="1"/>
          <c:order val="1"/>
          <c:tx>
            <c:strRef>
              <c:f>Sheet1!$C$1</c:f>
              <c:strCache>
                <c:ptCount val="1"/>
                <c:pt idx="0">
                  <c:v>Sabemos mucho: 20 / 25 / 32</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Sheet1!$A$2:$A$242</c:f>
              <c:numCache>
                <c:formatCode>General</c:formatCode>
                <c:ptCount val="2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numCache>
            </c:numRef>
          </c:xVal>
          <c:yVal>
            <c:numRef>
              <c:f>Sheet1!$C$2:$C$242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0.02272</c:v>
                </c:pt>
                <c:pt idx="82">
                  <c:v>0.06861</c:v>
                </c:pt>
                <c:pt idx="83">
                  <c:v>0.12812</c:v>
                </c:pt>
                <c:pt idx="84">
                  <c:v>0.19637</c:v>
                </c:pt>
                <c:pt idx="85">
                  <c:v>0.26995</c:v>
                </c:pt>
                <c:pt idx="86">
                  <c:v>0.34627</c:v>
                </c:pt>
                <c:pt idx="87">
                  <c:v>0.42323</c:v>
                </c:pt>
                <c:pt idx="88">
                  <c:v>0.49912</c:v>
                </c:pt>
                <c:pt idx="89">
                  <c:v>0.57254</c:v>
                </c:pt>
                <c:pt idx="90">
                  <c:v>0.64231</c:v>
                </c:pt>
                <c:pt idx="91">
                  <c:v>0.70747</c:v>
                </c:pt>
                <c:pt idx="92">
                  <c:v>0.76722</c:v>
                </c:pt>
                <c:pt idx="93">
                  <c:v>0.82094</c:v>
                </c:pt>
                <c:pt idx="94">
                  <c:v>0.86812</c:v>
                </c:pt>
                <c:pt idx="95">
                  <c:v>0.90838</c:v>
                </c:pt>
                <c:pt idx="96">
                  <c:v>0.94145</c:v>
                </c:pt>
                <c:pt idx="97">
                  <c:v>0.96718</c:v>
                </c:pt>
                <c:pt idx="98">
                  <c:v>0.98549</c:v>
                </c:pt>
                <c:pt idx="99">
                  <c:v>0.9964</c:v>
                </c:pt>
                <c:pt idx="100">
                  <c:v>1</c:v>
                </c:pt>
                <c:pt idx="101">
                  <c:v>0.99647</c:v>
                </c:pt>
                <c:pt idx="102">
                  <c:v>0.98603</c:v>
                </c:pt>
                <c:pt idx="103">
                  <c:v>0.96899</c:v>
                </c:pt>
                <c:pt idx="104">
                  <c:v>0.94571</c:v>
                </c:pt>
                <c:pt idx="105">
                  <c:v>0.9166</c:v>
                </c:pt>
                <c:pt idx="106">
                  <c:v>0.88211</c:v>
                </c:pt>
                <c:pt idx="107">
                  <c:v>0.84275</c:v>
                </c:pt>
                <c:pt idx="108">
                  <c:v>0.79906</c:v>
                </c:pt>
                <c:pt idx="109">
                  <c:v>0.75163</c:v>
                </c:pt>
                <c:pt idx="110">
                  <c:v>0.70106</c:v>
                </c:pt>
                <c:pt idx="111">
                  <c:v>0.64798</c:v>
                </c:pt>
                <c:pt idx="112">
                  <c:v>0.59308</c:v>
                </c:pt>
                <c:pt idx="113">
                  <c:v>0.53701</c:v>
                </c:pt>
                <c:pt idx="114">
                  <c:v>0.48048</c:v>
                </c:pt>
                <c:pt idx="115">
                  <c:v>0.42419</c:v>
                </c:pt>
                <c:pt idx="116">
                  <c:v>0.36884</c:v>
                </c:pt>
                <c:pt idx="117">
                  <c:v>0.31514</c:v>
                </c:pt>
                <c:pt idx="118">
                  <c:v>0.26377</c:v>
                </c:pt>
                <c:pt idx="119">
                  <c:v>0.2154</c:v>
                </c:pt>
                <c:pt idx="120">
                  <c:v>0.1707</c:v>
                </c:pt>
                <c:pt idx="121">
                  <c:v>0.13025</c:v>
                </c:pt>
                <c:pt idx="122">
                  <c:v>0.09463</c:v>
                </c:pt>
                <c:pt idx="123">
                  <c:v>0.06431</c:v>
                </c:pt>
                <c:pt idx="124">
                  <c:v>0.0397</c:v>
                </c:pt>
                <c:pt idx="125">
                  <c:v>0.02106</c:v>
                </c:pt>
                <c:pt idx="126">
                  <c:v>0.00848</c:v>
                </c:pt>
                <c:pt idx="127">
                  <c:v>0.00174</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 de retraso</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5"/>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Histograma del impacto total en costo (10 000 iteraciones)</a:t>
            </a:r>
          </a:p>
        </c:rich>
      </c:tx>
      <c:layout/>
      <c:overlay val="0"/>
    </c:title>
    <c:autoTitleDeleted val="0"/>
    <c:plotArea>
      <c:layout/>
      <c:barChart>
        <c:barDir val="col"/>
        <c:grouping val="clustered"/>
        <c:varyColors val="0"/>
        <c:ser>
          <c:idx val="0"/>
          <c:order val="0"/>
          <c:tx>
            <c:strRef>
              <c:f>Sheet1!$B$1</c:f>
              <c:strCache>
                <c:ptCount val="1"/>
                <c:pt idx="0">
                  <c:v>Iteraciones</c:v>
                </c:pt>
              </c:strCache>
            </c:strRef>
          </c:tx>
          <c:spPr>
            <a:solidFill>
              <a:srgbClr val="FF6600"/>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0"/>
            <c:showCatName val="0"/>
            <c:showSerName val="0"/>
            <c:showPercent val="0"/>
            <c:showBubbleSize val="0"/>
            <c:showLeaderLines val="0"/>
          </c:dLbls>
          <c:cat>
            <c:multiLvlStrRef>
              <c:f>Sheet1!$A$2:$A$21</c:f>
              <c:multiLvlStrCache>
                <c:ptCount val="20"/>
                <c:lvl>
                  <c:pt idx="0">
                    <c:v>2</c:v>
                  </c:pt>
                  <c:pt idx="1">
                    <c:v>4</c:v>
                  </c:pt>
                  <c:pt idx="2">
                    <c:v>6</c:v>
                  </c:pt>
                  <c:pt idx="3">
                    <c:v>8</c:v>
                  </c:pt>
                  <c:pt idx="4">
                    <c:v>10</c:v>
                  </c:pt>
                  <c:pt idx="5">
                    <c:v>12</c:v>
                  </c:pt>
                  <c:pt idx="6">
                    <c:v>14</c:v>
                  </c:pt>
                  <c:pt idx="7">
                    <c:v>16</c:v>
                  </c:pt>
                  <c:pt idx="8">
                    <c:v>18</c:v>
                  </c:pt>
                  <c:pt idx="9">
                    <c:v>20</c:v>
                  </c:pt>
                  <c:pt idx="10">
                    <c:v>22</c:v>
                  </c:pt>
                  <c:pt idx="11">
                    <c:v>24</c:v>
                  </c:pt>
                  <c:pt idx="12">
                    <c:v>26</c:v>
                  </c:pt>
                  <c:pt idx="13">
                    <c:v>28</c:v>
                  </c:pt>
                  <c:pt idx="14">
                    <c:v>30</c:v>
                  </c:pt>
                  <c:pt idx="15">
                    <c:v>32</c:v>
                  </c:pt>
                  <c:pt idx="16">
                    <c:v>34</c:v>
                  </c:pt>
                  <c:pt idx="17">
                    <c:v>36</c:v>
                  </c:pt>
                  <c:pt idx="18">
                    <c:v>38</c:v>
                  </c:pt>
                  <c:pt idx="19">
                    <c:v>40</c:v>
                  </c:pt>
                </c:lvl>
              </c:multiLvlStrCache>
            </c:multiLvlStrRef>
          </c:cat>
          <c:val>
            <c:numRef>
              <c:f>Sheet1!$B$2:$B$21</c:f>
              <c:numCache>
                <c:formatCode>General</c:formatCode>
                <c:ptCount val="20"/>
                <c:pt idx="0">
                  <c:v>60</c:v>
                </c:pt>
                <c:pt idx="1">
                  <c:v>278</c:v>
                </c:pt>
                <c:pt idx="2">
                  <c:v>667</c:v>
                </c:pt>
                <c:pt idx="3">
                  <c:v>1295</c:v>
                </c:pt>
                <c:pt idx="4">
                  <c:v>1827</c:v>
                </c:pt>
                <c:pt idx="5">
                  <c:v>2269</c:v>
                </c:pt>
                <c:pt idx="6">
                  <c:v>2447</c:v>
                </c:pt>
                <c:pt idx="7">
                  <c:v>2592</c:v>
                </c:pt>
                <c:pt idx="8">
                  <c:v>2229</c:v>
                </c:pt>
                <c:pt idx="9">
                  <c:v>1868</c:v>
                </c:pt>
                <c:pt idx="10">
                  <c:v>1504</c:v>
                </c:pt>
                <c:pt idx="11">
                  <c:v>1086</c:v>
                </c:pt>
                <c:pt idx="12">
                  <c:v>778</c:v>
                </c:pt>
                <c:pt idx="13">
                  <c:v>504</c:v>
                </c:pt>
                <c:pt idx="14">
                  <c:v>314</c:v>
                </c:pt>
                <c:pt idx="15">
                  <c:v>131</c:v>
                </c:pt>
                <c:pt idx="16">
                  <c:v>92</c:v>
                </c:pt>
                <c:pt idx="17">
                  <c:v>36</c:v>
                </c:pt>
                <c:pt idx="18">
                  <c:v>16</c:v>
                </c:pt>
                <c:pt idx="19">
                  <c:v>7</c:v>
                </c:pt>
              </c:numCache>
            </c:numRef>
          </c:val>
        </c:ser>
        <c:dLbls>
          <c:numFmt formatCode="0%" sourceLinked="0"/>
          <c:txPr>
            <a:bodyPr/>
            <a:lstStyle/>
            <a:p>
              <a:pPr>
                <a:defRPr b="0" i="0" strike="noStrike" sz="1000" u="none">
                  <a:solidFill>
                    <a:srgbClr val="333333"/>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Millones de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Densidad</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Sheet1!$A$2:$A$272</c:f>
              <c:numCache>
                <c:formatCode>General</c:formatCode>
                <c:ptCount val="271"/>
                <c:pt idx="0">
                  <c:v>150</c:v>
                </c:pt>
                <c:pt idx="1">
                  <c:v>155</c:v>
                </c:pt>
                <c:pt idx="2">
                  <c:v>160</c:v>
                </c:pt>
                <c:pt idx="3">
                  <c:v>165</c:v>
                </c:pt>
                <c:pt idx="4">
                  <c:v>170</c:v>
                </c:pt>
                <c:pt idx="5">
                  <c:v>175</c:v>
                </c:pt>
                <c:pt idx="6">
                  <c:v>180</c:v>
                </c:pt>
                <c:pt idx="7">
                  <c:v>185</c:v>
                </c:pt>
                <c:pt idx="8">
                  <c:v>190</c:v>
                </c:pt>
                <c:pt idx="9">
                  <c:v>195</c:v>
                </c:pt>
                <c:pt idx="10">
                  <c:v>200</c:v>
                </c:pt>
                <c:pt idx="11">
                  <c:v>205</c:v>
                </c:pt>
                <c:pt idx="12">
                  <c:v>210</c:v>
                </c:pt>
                <c:pt idx="13">
                  <c:v>215</c:v>
                </c:pt>
                <c:pt idx="14">
                  <c:v>220</c:v>
                </c:pt>
                <c:pt idx="15">
                  <c:v>225</c:v>
                </c:pt>
                <c:pt idx="16">
                  <c:v>230</c:v>
                </c:pt>
                <c:pt idx="17">
                  <c:v>235</c:v>
                </c:pt>
                <c:pt idx="18">
                  <c:v>240</c:v>
                </c:pt>
                <c:pt idx="19">
                  <c:v>245</c:v>
                </c:pt>
                <c:pt idx="20">
                  <c:v>250</c:v>
                </c:pt>
                <c:pt idx="21">
                  <c:v>255</c:v>
                </c:pt>
                <c:pt idx="22">
                  <c:v>260</c:v>
                </c:pt>
                <c:pt idx="23">
                  <c:v>265</c:v>
                </c:pt>
                <c:pt idx="24">
                  <c:v>270</c:v>
                </c:pt>
                <c:pt idx="25">
                  <c:v>275</c:v>
                </c:pt>
                <c:pt idx="26">
                  <c:v>280</c:v>
                </c:pt>
                <c:pt idx="27">
                  <c:v>285</c:v>
                </c:pt>
                <c:pt idx="28">
                  <c:v>290</c:v>
                </c:pt>
                <c:pt idx="29">
                  <c:v>295</c:v>
                </c:pt>
                <c:pt idx="30">
                  <c:v>300</c:v>
                </c:pt>
                <c:pt idx="31">
                  <c:v>305</c:v>
                </c:pt>
                <c:pt idx="32">
                  <c:v>310</c:v>
                </c:pt>
                <c:pt idx="33">
                  <c:v>315</c:v>
                </c:pt>
                <c:pt idx="34">
                  <c:v>320</c:v>
                </c:pt>
                <c:pt idx="35">
                  <c:v>325</c:v>
                </c:pt>
                <c:pt idx="36">
                  <c:v>330</c:v>
                </c:pt>
                <c:pt idx="37">
                  <c:v>335</c:v>
                </c:pt>
                <c:pt idx="38">
                  <c:v>340</c:v>
                </c:pt>
                <c:pt idx="39">
                  <c:v>345</c:v>
                </c:pt>
                <c:pt idx="40">
                  <c:v>350</c:v>
                </c:pt>
                <c:pt idx="41">
                  <c:v>355</c:v>
                </c:pt>
                <c:pt idx="42">
                  <c:v>360</c:v>
                </c:pt>
                <c:pt idx="43">
                  <c:v>365</c:v>
                </c:pt>
                <c:pt idx="44">
                  <c:v>370</c:v>
                </c:pt>
                <c:pt idx="45">
                  <c:v>375</c:v>
                </c:pt>
                <c:pt idx="46">
                  <c:v>380</c:v>
                </c:pt>
                <c:pt idx="47">
                  <c:v>385</c:v>
                </c:pt>
                <c:pt idx="48">
                  <c:v>390</c:v>
                </c:pt>
                <c:pt idx="49">
                  <c:v>395</c:v>
                </c:pt>
                <c:pt idx="50">
                  <c:v>400</c:v>
                </c:pt>
                <c:pt idx="51">
                  <c:v>405</c:v>
                </c:pt>
                <c:pt idx="52">
                  <c:v>410</c:v>
                </c:pt>
                <c:pt idx="53">
                  <c:v>415</c:v>
                </c:pt>
                <c:pt idx="54">
                  <c:v>420</c:v>
                </c:pt>
                <c:pt idx="55">
                  <c:v>425</c:v>
                </c:pt>
                <c:pt idx="56">
                  <c:v>430</c:v>
                </c:pt>
                <c:pt idx="57">
                  <c:v>435</c:v>
                </c:pt>
                <c:pt idx="58">
                  <c:v>440</c:v>
                </c:pt>
                <c:pt idx="59">
                  <c:v>445</c:v>
                </c:pt>
                <c:pt idx="60">
                  <c:v>450</c:v>
                </c:pt>
                <c:pt idx="61">
                  <c:v>455</c:v>
                </c:pt>
                <c:pt idx="62">
                  <c:v>460</c:v>
                </c:pt>
                <c:pt idx="63">
                  <c:v>465</c:v>
                </c:pt>
                <c:pt idx="64">
                  <c:v>470</c:v>
                </c:pt>
                <c:pt idx="65">
                  <c:v>475</c:v>
                </c:pt>
                <c:pt idx="66">
                  <c:v>480</c:v>
                </c:pt>
                <c:pt idx="67">
                  <c:v>485</c:v>
                </c:pt>
                <c:pt idx="68">
                  <c:v>490</c:v>
                </c:pt>
                <c:pt idx="69">
                  <c:v>495</c:v>
                </c:pt>
                <c:pt idx="70">
                  <c:v>500</c:v>
                </c:pt>
                <c:pt idx="71">
                  <c:v>505</c:v>
                </c:pt>
                <c:pt idx="72">
                  <c:v>510</c:v>
                </c:pt>
                <c:pt idx="73">
                  <c:v>515</c:v>
                </c:pt>
                <c:pt idx="74">
                  <c:v>520</c:v>
                </c:pt>
                <c:pt idx="75">
                  <c:v>525</c:v>
                </c:pt>
                <c:pt idx="76">
                  <c:v>530</c:v>
                </c:pt>
                <c:pt idx="77">
                  <c:v>535</c:v>
                </c:pt>
                <c:pt idx="78">
                  <c:v>540</c:v>
                </c:pt>
                <c:pt idx="79">
                  <c:v>545</c:v>
                </c:pt>
                <c:pt idx="80">
                  <c:v>550</c:v>
                </c:pt>
                <c:pt idx="81">
                  <c:v>555</c:v>
                </c:pt>
                <c:pt idx="82">
                  <c:v>560</c:v>
                </c:pt>
                <c:pt idx="83">
                  <c:v>565</c:v>
                </c:pt>
                <c:pt idx="84">
                  <c:v>570</c:v>
                </c:pt>
                <c:pt idx="85">
                  <c:v>575</c:v>
                </c:pt>
                <c:pt idx="86">
                  <c:v>580</c:v>
                </c:pt>
                <c:pt idx="87">
                  <c:v>585</c:v>
                </c:pt>
                <c:pt idx="88">
                  <c:v>590</c:v>
                </c:pt>
                <c:pt idx="89">
                  <c:v>595</c:v>
                </c:pt>
                <c:pt idx="90">
                  <c:v>600</c:v>
                </c:pt>
                <c:pt idx="91">
                  <c:v>605</c:v>
                </c:pt>
                <c:pt idx="92">
                  <c:v>610</c:v>
                </c:pt>
                <c:pt idx="93">
                  <c:v>615</c:v>
                </c:pt>
                <c:pt idx="94">
                  <c:v>620</c:v>
                </c:pt>
                <c:pt idx="95">
                  <c:v>625</c:v>
                </c:pt>
                <c:pt idx="96">
                  <c:v>630</c:v>
                </c:pt>
                <c:pt idx="97">
                  <c:v>635</c:v>
                </c:pt>
                <c:pt idx="98">
                  <c:v>640</c:v>
                </c:pt>
                <c:pt idx="99">
                  <c:v>645</c:v>
                </c:pt>
                <c:pt idx="100">
                  <c:v>650</c:v>
                </c:pt>
                <c:pt idx="101">
                  <c:v>655</c:v>
                </c:pt>
                <c:pt idx="102">
                  <c:v>660</c:v>
                </c:pt>
                <c:pt idx="103">
                  <c:v>665</c:v>
                </c:pt>
                <c:pt idx="104">
                  <c:v>670</c:v>
                </c:pt>
                <c:pt idx="105">
                  <c:v>675</c:v>
                </c:pt>
                <c:pt idx="106">
                  <c:v>680</c:v>
                </c:pt>
                <c:pt idx="107">
                  <c:v>685</c:v>
                </c:pt>
                <c:pt idx="108">
                  <c:v>690</c:v>
                </c:pt>
                <c:pt idx="109">
                  <c:v>695</c:v>
                </c:pt>
                <c:pt idx="110">
                  <c:v>700</c:v>
                </c:pt>
                <c:pt idx="111">
                  <c:v>705</c:v>
                </c:pt>
                <c:pt idx="112">
                  <c:v>710</c:v>
                </c:pt>
                <c:pt idx="113">
                  <c:v>715</c:v>
                </c:pt>
                <c:pt idx="114">
                  <c:v>720</c:v>
                </c:pt>
                <c:pt idx="115">
                  <c:v>725</c:v>
                </c:pt>
                <c:pt idx="116">
                  <c:v>730</c:v>
                </c:pt>
                <c:pt idx="117">
                  <c:v>735</c:v>
                </c:pt>
                <c:pt idx="118">
                  <c:v>740</c:v>
                </c:pt>
                <c:pt idx="119">
                  <c:v>745</c:v>
                </c:pt>
                <c:pt idx="120">
                  <c:v>750</c:v>
                </c:pt>
                <c:pt idx="121">
                  <c:v>755</c:v>
                </c:pt>
                <c:pt idx="122">
                  <c:v>760</c:v>
                </c:pt>
                <c:pt idx="123">
                  <c:v>765</c:v>
                </c:pt>
                <c:pt idx="124">
                  <c:v>770</c:v>
                </c:pt>
                <c:pt idx="125">
                  <c:v>775</c:v>
                </c:pt>
                <c:pt idx="126">
                  <c:v>780</c:v>
                </c:pt>
                <c:pt idx="127">
                  <c:v>785</c:v>
                </c:pt>
                <c:pt idx="128">
                  <c:v>790</c:v>
                </c:pt>
                <c:pt idx="129">
                  <c:v>795</c:v>
                </c:pt>
                <c:pt idx="130">
                  <c:v>800</c:v>
                </c:pt>
                <c:pt idx="131">
                  <c:v>805</c:v>
                </c:pt>
                <c:pt idx="132">
                  <c:v>810</c:v>
                </c:pt>
                <c:pt idx="133">
                  <c:v>815</c:v>
                </c:pt>
                <c:pt idx="134">
                  <c:v>820</c:v>
                </c:pt>
                <c:pt idx="135">
                  <c:v>825</c:v>
                </c:pt>
                <c:pt idx="136">
                  <c:v>830</c:v>
                </c:pt>
                <c:pt idx="137">
                  <c:v>835</c:v>
                </c:pt>
                <c:pt idx="138">
                  <c:v>840</c:v>
                </c:pt>
                <c:pt idx="139">
                  <c:v>845</c:v>
                </c:pt>
                <c:pt idx="140">
                  <c:v>850</c:v>
                </c:pt>
                <c:pt idx="141">
                  <c:v>855</c:v>
                </c:pt>
                <c:pt idx="142">
                  <c:v>860</c:v>
                </c:pt>
                <c:pt idx="143">
                  <c:v>865</c:v>
                </c:pt>
                <c:pt idx="144">
                  <c:v>870</c:v>
                </c:pt>
                <c:pt idx="145">
                  <c:v>875</c:v>
                </c:pt>
                <c:pt idx="146">
                  <c:v>880</c:v>
                </c:pt>
                <c:pt idx="147">
                  <c:v>885</c:v>
                </c:pt>
                <c:pt idx="148">
                  <c:v>890</c:v>
                </c:pt>
                <c:pt idx="149">
                  <c:v>895</c:v>
                </c:pt>
                <c:pt idx="150">
                  <c:v>900</c:v>
                </c:pt>
                <c:pt idx="151">
                  <c:v>905</c:v>
                </c:pt>
                <c:pt idx="152">
                  <c:v>910</c:v>
                </c:pt>
                <c:pt idx="153">
                  <c:v>915</c:v>
                </c:pt>
                <c:pt idx="154">
                  <c:v>920</c:v>
                </c:pt>
                <c:pt idx="155">
                  <c:v>925</c:v>
                </c:pt>
                <c:pt idx="156">
                  <c:v>930</c:v>
                </c:pt>
                <c:pt idx="157">
                  <c:v>935</c:v>
                </c:pt>
                <c:pt idx="158">
                  <c:v>940</c:v>
                </c:pt>
                <c:pt idx="159">
                  <c:v>945</c:v>
                </c:pt>
                <c:pt idx="160">
                  <c:v>950</c:v>
                </c:pt>
                <c:pt idx="161">
                  <c:v>955</c:v>
                </c:pt>
                <c:pt idx="162">
                  <c:v>960</c:v>
                </c:pt>
                <c:pt idx="163">
                  <c:v>965</c:v>
                </c:pt>
                <c:pt idx="164">
                  <c:v>970</c:v>
                </c:pt>
                <c:pt idx="165">
                  <c:v>975</c:v>
                </c:pt>
                <c:pt idx="166">
                  <c:v>980</c:v>
                </c:pt>
                <c:pt idx="167">
                  <c:v>985</c:v>
                </c:pt>
                <c:pt idx="168">
                  <c:v>990</c:v>
                </c:pt>
                <c:pt idx="169">
                  <c:v>995</c:v>
                </c:pt>
                <c:pt idx="170">
                  <c:v>1000</c:v>
                </c:pt>
                <c:pt idx="171">
                  <c:v>1005</c:v>
                </c:pt>
                <c:pt idx="172">
                  <c:v>1010</c:v>
                </c:pt>
                <c:pt idx="173">
                  <c:v>1015</c:v>
                </c:pt>
                <c:pt idx="174">
                  <c:v>1020</c:v>
                </c:pt>
                <c:pt idx="175">
                  <c:v>1025</c:v>
                </c:pt>
                <c:pt idx="176">
                  <c:v>1030</c:v>
                </c:pt>
                <c:pt idx="177">
                  <c:v>1035</c:v>
                </c:pt>
                <c:pt idx="178">
                  <c:v>1040</c:v>
                </c:pt>
                <c:pt idx="179">
                  <c:v>1045</c:v>
                </c:pt>
                <c:pt idx="180">
                  <c:v>1050</c:v>
                </c:pt>
                <c:pt idx="181">
                  <c:v>1055</c:v>
                </c:pt>
                <c:pt idx="182">
                  <c:v>1060</c:v>
                </c:pt>
                <c:pt idx="183">
                  <c:v>1065</c:v>
                </c:pt>
                <c:pt idx="184">
                  <c:v>1070</c:v>
                </c:pt>
                <c:pt idx="185">
                  <c:v>1075</c:v>
                </c:pt>
                <c:pt idx="186">
                  <c:v>1080</c:v>
                </c:pt>
                <c:pt idx="187">
                  <c:v>1085</c:v>
                </c:pt>
                <c:pt idx="188">
                  <c:v>1090</c:v>
                </c:pt>
                <c:pt idx="189">
                  <c:v>1095</c:v>
                </c:pt>
                <c:pt idx="190">
                  <c:v>1100</c:v>
                </c:pt>
                <c:pt idx="191">
                  <c:v>1105</c:v>
                </c:pt>
                <c:pt idx="192">
                  <c:v>1110</c:v>
                </c:pt>
                <c:pt idx="193">
                  <c:v>1115</c:v>
                </c:pt>
                <c:pt idx="194">
                  <c:v>1120</c:v>
                </c:pt>
                <c:pt idx="195">
                  <c:v>1125</c:v>
                </c:pt>
                <c:pt idx="196">
                  <c:v>1130</c:v>
                </c:pt>
                <c:pt idx="197">
                  <c:v>1135</c:v>
                </c:pt>
                <c:pt idx="198">
                  <c:v>1140</c:v>
                </c:pt>
                <c:pt idx="199">
                  <c:v>1145</c:v>
                </c:pt>
                <c:pt idx="200">
                  <c:v>1150</c:v>
                </c:pt>
                <c:pt idx="201">
                  <c:v>1155</c:v>
                </c:pt>
                <c:pt idx="202">
                  <c:v>1160</c:v>
                </c:pt>
                <c:pt idx="203">
                  <c:v>1165</c:v>
                </c:pt>
                <c:pt idx="204">
                  <c:v>1170</c:v>
                </c:pt>
                <c:pt idx="205">
                  <c:v>1175</c:v>
                </c:pt>
                <c:pt idx="206">
                  <c:v>1180</c:v>
                </c:pt>
                <c:pt idx="207">
                  <c:v>1185</c:v>
                </c:pt>
                <c:pt idx="208">
                  <c:v>1190</c:v>
                </c:pt>
                <c:pt idx="209">
                  <c:v>1195</c:v>
                </c:pt>
                <c:pt idx="210">
                  <c:v>1200</c:v>
                </c:pt>
                <c:pt idx="211">
                  <c:v>1205</c:v>
                </c:pt>
                <c:pt idx="212">
                  <c:v>1210</c:v>
                </c:pt>
                <c:pt idx="213">
                  <c:v>1215</c:v>
                </c:pt>
                <c:pt idx="214">
                  <c:v>1220</c:v>
                </c:pt>
                <c:pt idx="215">
                  <c:v>1225</c:v>
                </c:pt>
                <c:pt idx="216">
                  <c:v>1230</c:v>
                </c:pt>
                <c:pt idx="217">
                  <c:v>1235</c:v>
                </c:pt>
                <c:pt idx="218">
                  <c:v>1240</c:v>
                </c:pt>
                <c:pt idx="219">
                  <c:v>1245</c:v>
                </c:pt>
                <c:pt idx="220">
                  <c:v>1250</c:v>
                </c:pt>
                <c:pt idx="221">
                  <c:v>1255</c:v>
                </c:pt>
                <c:pt idx="222">
                  <c:v>1260</c:v>
                </c:pt>
                <c:pt idx="223">
                  <c:v>1265</c:v>
                </c:pt>
                <c:pt idx="224">
                  <c:v>1270</c:v>
                </c:pt>
                <c:pt idx="225">
                  <c:v>1275</c:v>
                </c:pt>
                <c:pt idx="226">
                  <c:v>1280</c:v>
                </c:pt>
                <c:pt idx="227">
                  <c:v>1285</c:v>
                </c:pt>
                <c:pt idx="228">
                  <c:v>1290</c:v>
                </c:pt>
                <c:pt idx="229">
                  <c:v>1295</c:v>
                </c:pt>
                <c:pt idx="230">
                  <c:v>1300</c:v>
                </c:pt>
                <c:pt idx="231">
                  <c:v>1305</c:v>
                </c:pt>
                <c:pt idx="232">
                  <c:v>1310</c:v>
                </c:pt>
                <c:pt idx="233">
                  <c:v>1315</c:v>
                </c:pt>
                <c:pt idx="234">
                  <c:v>1320</c:v>
                </c:pt>
                <c:pt idx="235">
                  <c:v>1325</c:v>
                </c:pt>
                <c:pt idx="236">
                  <c:v>1330</c:v>
                </c:pt>
                <c:pt idx="237">
                  <c:v>1335</c:v>
                </c:pt>
                <c:pt idx="238">
                  <c:v>1340</c:v>
                </c:pt>
                <c:pt idx="239">
                  <c:v>1345</c:v>
                </c:pt>
                <c:pt idx="240">
                  <c:v>1350</c:v>
                </c:pt>
                <c:pt idx="241">
                  <c:v>1355</c:v>
                </c:pt>
                <c:pt idx="242">
                  <c:v>1360</c:v>
                </c:pt>
                <c:pt idx="243">
                  <c:v>1365</c:v>
                </c:pt>
                <c:pt idx="244">
                  <c:v>1370</c:v>
                </c:pt>
                <c:pt idx="245">
                  <c:v>1375</c:v>
                </c:pt>
                <c:pt idx="246">
                  <c:v>1380</c:v>
                </c:pt>
                <c:pt idx="247">
                  <c:v>1385</c:v>
                </c:pt>
                <c:pt idx="248">
                  <c:v>1390</c:v>
                </c:pt>
                <c:pt idx="249">
                  <c:v>1395</c:v>
                </c:pt>
                <c:pt idx="250">
                  <c:v>1400</c:v>
                </c:pt>
                <c:pt idx="251">
                  <c:v>1405</c:v>
                </c:pt>
                <c:pt idx="252">
                  <c:v>1410</c:v>
                </c:pt>
                <c:pt idx="253">
                  <c:v>1415</c:v>
                </c:pt>
                <c:pt idx="254">
                  <c:v>1420</c:v>
                </c:pt>
                <c:pt idx="255">
                  <c:v>1425</c:v>
                </c:pt>
                <c:pt idx="256">
                  <c:v>1430</c:v>
                </c:pt>
                <c:pt idx="257">
                  <c:v>1435</c:v>
                </c:pt>
                <c:pt idx="258">
                  <c:v>1440</c:v>
                </c:pt>
                <c:pt idx="259">
                  <c:v>1445</c:v>
                </c:pt>
                <c:pt idx="260">
                  <c:v>1450</c:v>
                </c:pt>
                <c:pt idx="261">
                  <c:v>1455</c:v>
                </c:pt>
                <c:pt idx="262">
                  <c:v>1460</c:v>
                </c:pt>
                <c:pt idx="263">
                  <c:v>1465</c:v>
                </c:pt>
                <c:pt idx="264">
                  <c:v>1470</c:v>
                </c:pt>
                <c:pt idx="265">
                  <c:v>1475</c:v>
                </c:pt>
                <c:pt idx="266">
                  <c:v>1480</c:v>
                </c:pt>
                <c:pt idx="267">
                  <c:v>1485</c:v>
                </c:pt>
                <c:pt idx="268">
                  <c:v>1490</c:v>
                </c:pt>
                <c:pt idx="269">
                  <c:v>1495</c:v>
                </c:pt>
                <c:pt idx="270">
                  <c:v>1500</c:v>
                </c:pt>
              </c:numCache>
            </c:numRef>
          </c:xVal>
          <c:yVal>
            <c:numRef>
              <c:f>Sheet1!$B$2:$B$272</c:f>
              <c:numCache>
                <c:formatCode>General</c:formatCode>
                <c:ptCount val="271"/>
                <c:pt idx="0">
                  <c:v>0</c:v>
                </c:pt>
                <c:pt idx="1">
                  <c:v>0</c:v>
                </c:pt>
                <c:pt idx="2">
                  <c:v>0</c:v>
                </c:pt>
                <c:pt idx="3">
                  <c:v>0</c:v>
                </c:pt>
                <c:pt idx="4">
                  <c:v>0</c:v>
                </c:pt>
                <c:pt idx="5">
                  <c:v>0</c:v>
                </c:pt>
                <c:pt idx="6">
                  <c:v>0</c:v>
                </c:pt>
                <c:pt idx="7">
                  <c:v>0</c:v>
                </c:pt>
                <c:pt idx="8">
                  <c:v>0</c:v>
                </c:pt>
                <c:pt idx="9">
                  <c:v>0</c:v>
                </c:pt>
                <c:pt idx="10">
                  <c:v>0</c:v>
                </c:pt>
                <c:pt idx="11">
                  <c:v>0.00846</c:v>
                </c:pt>
                <c:pt idx="12">
                  <c:v>0.02108</c:v>
                </c:pt>
                <c:pt idx="13">
                  <c:v>0.03579</c:v>
                </c:pt>
                <c:pt idx="14">
                  <c:v>0.05193</c:v>
                </c:pt>
                <c:pt idx="15">
                  <c:v>0.06914</c:v>
                </c:pt>
                <c:pt idx="16">
                  <c:v>0.08716</c:v>
                </c:pt>
                <c:pt idx="17">
                  <c:v>0.10584</c:v>
                </c:pt>
                <c:pt idx="18">
                  <c:v>0.12502</c:v>
                </c:pt>
                <c:pt idx="19">
                  <c:v>0.1446</c:v>
                </c:pt>
                <c:pt idx="20">
                  <c:v>0.1645</c:v>
                </c:pt>
                <c:pt idx="21">
                  <c:v>0.18463</c:v>
                </c:pt>
                <c:pt idx="22">
                  <c:v>0.20494</c:v>
                </c:pt>
                <c:pt idx="23">
                  <c:v>0.22537</c:v>
                </c:pt>
                <c:pt idx="24">
                  <c:v>0.24586</c:v>
                </c:pt>
                <c:pt idx="25">
                  <c:v>0.26638</c:v>
                </c:pt>
                <c:pt idx="26">
                  <c:v>0.28689</c:v>
                </c:pt>
                <c:pt idx="27">
                  <c:v>0.30735</c:v>
                </c:pt>
                <c:pt idx="28">
                  <c:v>0.32774</c:v>
                </c:pt>
                <c:pt idx="29">
                  <c:v>0.34803</c:v>
                </c:pt>
                <c:pt idx="30">
                  <c:v>0.36818</c:v>
                </c:pt>
                <c:pt idx="31">
                  <c:v>0.38818</c:v>
                </c:pt>
                <c:pt idx="32">
                  <c:v>0.40801</c:v>
                </c:pt>
                <c:pt idx="33">
                  <c:v>0.42765</c:v>
                </c:pt>
                <c:pt idx="34">
                  <c:v>0.44708</c:v>
                </c:pt>
                <c:pt idx="35">
                  <c:v>0.46628</c:v>
                </c:pt>
                <c:pt idx="36">
                  <c:v>0.48525</c:v>
                </c:pt>
                <c:pt idx="37">
                  <c:v>0.50395</c:v>
                </c:pt>
                <c:pt idx="38">
                  <c:v>0.5224</c:v>
                </c:pt>
                <c:pt idx="39">
                  <c:v>0.54056</c:v>
                </c:pt>
                <c:pt idx="40">
                  <c:v>0.55844</c:v>
                </c:pt>
                <c:pt idx="41">
                  <c:v>0.57601</c:v>
                </c:pt>
                <c:pt idx="42">
                  <c:v>0.59328</c:v>
                </c:pt>
                <c:pt idx="43">
                  <c:v>0.61024</c:v>
                </c:pt>
                <c:pt idx="44">
                  <c:v>0.62687</c:v>
                </c:pt>
                <c:pt idx="45">
                  <c:v>0.64317</c:v>
                </c:pt>
                <c:pt idx="46">
                  <c:v>0.65914</c:v>
                </c:pt>
                <c:pt idx="47">
                  <c:v>0.67476</c:v>
                </c:pt>
                <c:pt idx="48">
                  <c:v>0.69004</c:v>
                </c:pt>
                <c:pt idx="49">
                  <c:v>0.70497</c:v>
                </c:pt>
                <c:pt idx="50">
                  <c:v>0.71954</c:v>
                </c:pt>
                <c:pt idx="51">
                  <c:v>0.73375</c:v>
                </c:pt>
                <c:pt idx="52">
                  <c:v>0.74759</c:v>
                </c:pt>
                <c:pt idx="53">
                  <c:v>0.76108</c:v>
                </c:pt>
                <c:pt idx="54">
                  <c:v>0.77419</c:v>
                </c:pt>
                <c:pt idx="55">
                  <c:v>0.78693</c:v>
                </c:pt>
                <c:pt idx="56">
                  <c:v>0.7993</c:v>
                </c:pt>
                <c:pt idx="57">
                  <c:v>0.81129</c:v>
                </c:pt>
                <c:pt idx="58">
                  <c:v>0.82291</c:v>
                </c:pt>
                <c:pt idx="59">
                  <c:v>0.83415</c:v>
                </c:pt>
                <c:pt idx="60">
                  <c:v>0.84501</c:v>
                </c:pt>
                <c:pt idx="61">
                  <c:v>0.8555</c:v>
                </c:pt>
                <c:pt idx="62">
                  <c:v>0.8656</c:v>
                </c:pt>
                <c:pt idx="63">
                  <c:v>0.87533</c:v>
                </c:pt>
                <c:pt idx="64">
                  <c:v>0.88468</c:v>
                </c:pt>
                <c:pt idx="65">
                  <c:v>0.89365</c:v>
                </c:pt>
                <c:pt idx="66">
                  <c:v>0.90225</c:v>
                </c:pt>
                <c:pt idx="67">
                  <c:v>0.91046</c:v>
                </c:pt>
                <c:pt idx="68">
                  <c:v>0.91831</c:v>
                </c:pt>
                <c:pt idx="69">
                  <c:v>0.92578</c:v>
                </c:pt>
                <c:pt idx="70">
                  <c:v>0.93287</c:v>
                </c:pt>
                <c:pt idx="71">
                  <c:v>0.9396</c:v>
                </c:pt>
                <c:pt idx="72">
                  <c:v>0.94595</c:v>
                </c:pt>
                <c:pt idx="73">
                  <c:v>0.95194</c:v>
                </c:pt>
                <c:pt idx="74">
                  <c:v>0.95756</c:v>
                </c:pt>
                <c:pt idx="75">
                  <c:v>0.96282</c:v>
                </c:pt>
                <c:pt idx="76">
                  <c:v>0.96772</c:v>
                </c:pt>
                <c:pt idx="77">
                  <c:v>0.97226</c:v>
                </c:pt>
                <c:pt idx="78">
                  <c:v>0.97645</c:v>
                </c:pt>
                <c:pt idx="79">
                  <c:v>0.98028</c:v>
                </c:pt>
                <c:pt idx="80">
                  <c:v>0.98376</c:v>
                </c:pt>
                <c:pt idx="81">
                  <c:v>0.98689</c:v>
                </c:pt>
                <c:pt idx="82">
                  <c:v>0.98968</c:v>
                </c:pt>
                <c:pt idx="83">
                  <c:v>0.99213</c:v>
                </c:pt>
                <c:pt idx="84">
                  <c:v>0.99424</c:v>
                </c:pt>
                <c:pt idx="85">
                  <c:v>0.99601</c:v>
                </c:pt>
                <c:pt idx="86">
                  <c:v>0.99746</c:v>
                </c:pt>
                <c:pt idx="87">
                  <c:v>0.99858</c:v>
                </c:pt>
                <c:pt idx="88">
                  <c:v>0.99937</c:v>
                </c:pt>
                <c:pt idx="89">
                  <c:v>0.99984</c:v>
                </c:pt>
                <c:pt idx="90">
                  <c:v>1</c:v>
                </c:pt>
                <c:pt idx="91">
                  <c:v>0.99984</c:v>
                </c:pt>
                <c:pt idx="92">
                  <c:v>0.99938</c:v>
                </c:pt>
                <c:pt idx="93">
                  <c:v>0.99861</c:v>
                </c:pt>
                <c:pt idx="94">
                  <c:v>0.99754</c:v>
                </c:pt>
                <c:pt idx="95">
                  <c:v>0.99618</c:v>
                </c:pt>
                <c:pt idx="96">
                  <c:v>0.99452</c:v>
                </c:pt>
                <c:pt idx="97">
                  <c:v>0.99257</c:v>
                </c:pt>
                <c:pt idx="98">
                  <c:v>0.99035</c:v>
                </c:pt>
                <c:pt idx="99">
                  <c:v>0.98784</c:v>
                </c:pt>
                <c:pt idx="100">
                  <c:v>0.98505</c:v>
                </c:pt>
                <c:pt idx="101">
                  <c:v>0.982</c:v>
                </c:pt>
                <c:pt idx="102">
                  <c:v>0.97868</c:v>
                </c:pt>
                <c:pt idx="103">
                  <c:v>0.9751</c:v>
                </c:pt>
                <c:pt idx="104">
                  <c:v>0.97127</c:v>
                </c:pt>
                <c:pt idx="105">
                  <c:v>0.96718</c:v>
                </c:pt>
                <c:pt idx="106">
                  <c:v>0.96284</c:v>
                </c:pt>
                <c:pt idx="107">
                  <c:v>0.95826</c:v>
                </c:pt>
                <c:pt idx="108">
                  <c:v>0.95345</c:v>
                </c:pt>
                <c:pt idx="109">
                  <c:v>0.9484</c:v>
                </c:pt>
                <c:pt idx="110">
                  <c:v>0.94312</c:v>
                </c:pt>
                <c:pt idx="111">
                  <c:v>0.93762</c:v>
                </c:pt>
                <c:pt idx="112">
                  <c:v>0.9319</c:v>
                </c:pt>
                <c:pt idx="113">
                  <c:v>0.92597</c:v>
                </c:pt>
                <c:pt idx="114">
                  <c:v>0.91983</c:v>
                </c:pt>
                <c:pt idx="115">
                  <c:v>0.91349</c:v>
                </c:pt>
                <c:pt idx="116">
                  <c:v>0.90694</c:v>
                </c:pt>
                <c:pt idx="117">
                  <c:v>0.90021</c:v>
                </c:pt>
                <c:pt idx="118">
                  <c:v>0.89328</c:v>
                </c:pt>
                <c:pt idx="119">
                  <c:v>0.88617</c:v>
                </c:pt>
                <c:pt idx="120">
                  <c:v>0.87889</c:v>
                </c:pt>
                <c:pt idx="121">
                  <c:v>0.87142</c:v>
                </c:pt>
                <c:pt idx="122">
                  <c:v>0.86379</c:v>
                </c:pt>
                <c:pt idx="123">
                  <c:v>0.856</c:v>
                </c:pt>
                <c:pt idx="124">
                  <c:v>0.84805</c:v>
                </c:pt>
                <c:pt idx="125">
                  <c:v>0.83994</c:v>
                </c:pt>
                <c:pt idx="126">
                  <c:v>0.83169</c:v>
                </c:pt>
                <c:pt idx="127">
                  <c:v>0.82329</c:v>
                </c:pt>
                <c:pt idx="128">
                  <c:v>0.81476</c:v>
                </c:pt>
                <c:pt idx="129">
                  <c:v>0.80609</c:v>
                </c:pt>
                <c:pt idx="130">
                  <c:v>0.79729</c:v>
                </c:pt>
                <c:pt idx="131">
                  <c:v>0.78837</c:v>
                </c:pt>
                <c:pt idx="132">
                  <c:v>0.77934</c:v>
                </c:pt>
                <c:pt idx="133">
                  <c:v>0.77019</c:v>
                </c:pt>
                <c:pt idx="134">
                  <c:v>0.76093</c:v>
                </c:pt>
                <c:pt idx="135">
                  <c:v>0.75157</c:v>
                </c:pt>
                <c:pt idx="136">
                  <c:v>0.74211</c:v>
                </c:pt>
                <c:pt idx="137">
                  <c:v>0.73256</c:v>
                </c:pt>
                <c:pt idx="138">
                  <c:v>0.72292</c:v>
                </c:pt>
                <c:pt idx="139">
                  <c:v>0.71319</c:v>
                </c:pt>
                <c:pt idx="140">
                  <c:v>0.70339</c:v>
                </c:pt>
                <c:pt idx="141">
                  <c:v>0.69352</c:v>
                </c:pt>
                <c:pt idx="142">
                  <c:v>0.68358</c:v>
                </c:pt>
                <c:pt idx="143">
                  <c:v>0.67357</c:v>
                </c:pt>
                <c:pt idx="144">
                  <c:v>0.66351</c:v>
                </c:pt>
                <c:pt idx="145">
                  <c:v>0.6534</c:v>
                </c:pt>
                <c:pt idx="146">
                  <c:v>0.64323</c:v>
                </c:pt>
                <c:pt idx="147">
                  <c:v>0.63302</c:v>
                </c:pt>
                <c:pt idx="148">
                  <c:v>0.62278</c:v>
                </c:pt>
                <c:pt idx="149">
                  <c:v>0.6125</c:v>
                </c:pt>
                <c:pt idx="150">
                  <c:v>0.60219</c:v>
                </c:pt>
                <c:pt idx="151">
                  <c:v>0.59185</c:v>
                </c:pt>
                <c:pt idx="152">
                  <c:v>0.5815</c:v>
                </c:pt>
                <c:pt idx="153">
                  <c:v>0.57113</c:v>
                </c:pt>
                <c:pt idx="154">
                  <c:v>0.56075</c:v>
                </c:pt>
                <c:pt idx="155">
                  <c:v>0.55036</c:v>
                </c:pt>
                <c:pt idx="156">
                  <c:v>0.53997</c:v>
                </c:pt>
                <c:pt idx="157">
                  <c:v>0.52959</c:v>
                </c:pt>
                <c:pt idx="158">
                  <c:v>0.51921</c:v>
                </c:pt>
                <c:pt idx="159">
                  <c:v>0.50884</c:v>
                </c:pt>
                <c:pt idx="160">
                  <c:v>0.4985</c:v>
                </c:pt>
                <c:pt idx="161">
                  <c:v>0.48817</c:v>
                </c:pt>
                <c:pt idx="162">
                  <c:v>0.47787</c:v>
                </c:pt>
                <c:pt idx="163">
                  <c:v>0.46759</c:v>
                </c:pt>
                <c:pt idx="164">
                  <c:v>0.45735</c:v>
                </c:pt>
                <c:pt idx="165">
                  <c:v>0.44715</c:v>
                </c:pt>
                <c:pt idx="166">
                  <c:v>0.43699</c:v>
                </c:pt>
                <c:pt idx="167">
                  <c:v>0.42688</c:v>
                </c:pt>
                <c:pt idx="168">
                  <c:v>0.41681</c:v>
                </c:pt>
                <c:pt idx="169">
                  <c:v>0.4068</c:v>
                </c:pt>
                <c:pt idx="170">
                  <c:v>0.39685</c:v>
                </c:pt>
                <c:pt idx="171">
                  <c:v>0.38696</c:v>
                </c:pt>
                <c:pt idx="172">
                  <c:v>0.37714</c:v>
                </c:pt>
                <c:pt idx="173">
                  <c:v>0.36738</c:v>
                </c:pt>
                <c:pt idx="174">
                  <c:v>0.3577</c:v>
                </c:pt>
                <c:pt idx="175">
                  <c:v>0.3481</c:v>
                </c:pt>
                <c:pt idx="176">
                  <c:v>0.33858</c:v>
                </c:pt>
                <c:pt idx="177">
                  <c:v>0.32914</c:v>
                </c:pt>
                <c:pt idx="178">
                  <c:v>0.31979</c:v>
                </c:pt>
                <c:pt idx="179">
                  <c:v>0.31053</c:v>
                </c:pt>
                <c:pt idx="180">
                  <c:v>0.30136</c:v>
                </c:pt>
                <c:pt idx="181">
                  <c:v>0.29229</c:v>
                </c:pt>
                <c:pt idx="182">
                  <c:v>0.28333</c:v>
                </c:pt>
                <c:pt idx="183">
                  <c:v>0.27447</c:v>
                </c:pt>
                <c:pt idx="184">
                  <c:v>0.26571</c:v>
                </c:pt>
                <c:pt idx="185">
                  <c:v>0.25707</c:v>
                </c:pt>
                <c:pt idx="186">
                  <c:v>0.24854</c:v>
                </c:pt>
                <c:pt idx="187">
                  <c:v>0.24012</c:v>
                </c:pt>
                <c:pt idx="188">
                  <c:v>0.23183</c:v>
                </c:pt>
                <c:pt idx="189">
                  <c:v>0.22365</c:v>
                </c:pt>
                <c:pt idx="190">
                  <c:v>0.21561</c:v>
                </c:pt>
                <c:pt idx="191">
                  <c:v>0.20768</c:v>
                </c:pt>
                <c:pt idx="192">
                  <c:v>0.19989</c:v>
                </c:pt>
                <c:pt idx="193">
                  <c:v>0.19223</c:v>
                </c:pt>
                <c:pt idx="194">
                  <c:v>0.18471</c:v>
                </c:pt>
                <c:pt idx="195">
                  <c:v>0.17732</c:v>
                </c:pt>
                <c:pt idx="196">
                  <c:v>0.17007</c:v>
                </c:pt>
                <c:pt idx="197">
                  <c:v>0.16296</c:v>
                </c:pt>
                <c:pt idx="198">
                  <c:v>0.156</c:v>
                </c:pt>
                <c:pt idx="199">
                  <c:v>0.14918</c:v>
                </c:pt>
                <c:pt idx="200">
                  <c:v>0.1425</c:v>
                </c:pt>
                <c:pt idx="201">
                  <c:v>0.13598</c:v>
                </c:pt>
                <c:pt idx="202">
                  <c:v>0.1296</c:v>
                </c:pt>
                <c:pt idx="203">
                  <c:v>0.12338</c:v>
                </c:pt>
                <c:pt idx="204">
                  <c:v>0.11731</c:v>
                </c:pt>
                <c:pt idx="205">
                  <c:v>0.11139</c:v>
                </c:pt>
                <c:pt idx="206">
                  <c:v>0.10563</c:v>
                </c:pt>
                <c:pt idx="207">
                  <c:v>0.10002</c:v>
                </c:pt>
                <c:pt idx="208">
                  <c:v>0.09458</c:v>
                </c:pt>
                <c:pt idx="209">
                  <c:v>0.08929</c:v>
                </c:pt>
                <c:pt idx="210">
                  <c:v>0.08416</c:v>
                </c:pt>
                <c:pt idx="211">
                  <c:v>0.07919</c:v>
                </c:pt>
                <c:pt idx="212">
                  <c:v>0.07438</c:v>
                </c:pt>
                <c:pt idx="213">
                  <c:v>0.06973</c:v>
                </c:pt>
                <c:pt idx="214">
                  <c:v>0.06524</c:v>
                </c:pt>
                <c:pt idx="215">
                  <c:v>0.06092</c:v>
                </c:pt>
                <c:pt idx="216">
                  <c:v>0.05675</c:v>
                </c:pt>
                <c:pt idx="217">
                  <c:v>0.05275</c:v>
                </c:pt>
                <c:pt idx="218">
                  <c:v>0.04891</c:v>
                </c:pt>
                <c:pt idx="219">
                  <c:v>0.04523</c:v>
                </c:pt>
                <c:pt idx="220">
                  <c:v>0.0417</c:v>
                </c:pt>
                <c:pt idx="221">
                  <c:v>0.03834</c:v>
                </c:pt>
                <c:pt idx="222">
                  <c:v>0.03514</c:v>
                </c:pt>
                <c:pt idx="223">
                  <c:v>0.03209</c:v>
                </c:pt>
                <c:pt idx="224">
                  <c:v>0.0292</c:v>
                </c:pt>
                <c:pt idx="225">
                  <c:v>0.02646</c:v>
                </c:pt>
                <c:pt idx="226">
                  <c:v>0.02388</c:v>
                </c:pt>
                <c:pt idx="227">
                  <c:v>0.02145</c:v>
                </c:pt>
                <c:pt idx="228">
                  <c:v>0.01917</c:v>
                </c:pt>
                <c:pt idx="229">
                  <c:v>0.01704</c:v>
                </c:pt>
                <c:pt idx="230">
                  <c:v>0.01505</c:v>
                </c:pt>
                <c:pt idx="231">
                  <c:v>0.01321</c:v>
                </c:pt>
                <c:pt idx="232">
                  <c:v>0.0115</c:v>
                </c:pt>
                <c:pt idx="233">
                  <c:v>0.00993</c:v>
                </c:pt>
                <c:pt idx="234">
                  <c:v>0.0085</c:v>
                </c:pt>
                <c:pt idx="235">
                  <c:v>0.0072</c:v>
                </c:pt>
                <c:pt idx="236">
                  <c:v>0.00603</c:v>
                </c:pt>
                <c:pt idx="237">
                  <c:v>0.00497</c:v>
                </c:pt>
                <c:pt idx="238">
                  <c:v>0.00404</c:v>
                </c:pt>
                <c:pt idx="239">
                  <c:v>0.00322</c:v>
                </c:pt>
                <c:pt idx="240">
                  <c:v>0.00251</c:v>
                </c:pt>
                <c:pt idx="241">
                  <c:v>0.00191</c:v>
                </c:pt>
                <c:pt idx="242">
                  <c:v>0.0014</c:v>
                </c:pt>
                <c:pt idx="243">
                  <c:v>0.00099</c:v>
                </c:pt>
                <c:pt idx="244">
                  <c:v>0.00066</c:v>
                </c:pt>
                <c:pt idx="245">
                  <c:v>0.00041</c:v>
                </c:pt>
                <c:pt idx="246">
                  <c:v>0.00023</c:v>
                </c:pt>
                <c:pt idx="247">
                  <c:v>0.00011</c:v>
                </c:pt>
                <c:pt idx="248">
                  <c:v>0.00004</c:v>
                </c:pt>
                <c:pt idx="249">
                  <c:v>0.00001</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500"/>
          <c:min val="15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Sobrecosto (miles de 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20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Acumulada</c:v>
                </c:pt>
              </c:strCache>
            </c:strRef>
          </c:tx>
          <c:spPr>
            <a:solidFill>
              <a:srgbClr val="0068FF"/>
            </a:solidFill>
            <a:ln w="3810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Sheet1!$A$2:$A$272</c:f>
              <c:numCache>
                <c:formatCode>General</c:formatCode>
                <c:ptCount val="271"/>
                <c:pt idx="0">
                  <c:v>150</c:v>
                </c:pt>
                <c:pt idx="1">
                  <c:v>155</c:v>
                </c:pt>
                <c:pt idx="2">
                  <c:v>160</c:v>
                </c:pt>
                <c:pt idx="3">
                  <c:v>165</c:v>
                </c:pt>
                <c:pt idx="4">
                  <c:v>170</c:v>
                </c:pt>
                <c:pt idx="5">
                  <c:v>175</c:v>
                </c:pt>
                <c:pt idx="6">
                  <c:v>180</c:v>
                </c:pt>
                <c:pt idx="7">
                  <c:v>185</c:v>
                </c:pt>
                <c:pt idx="8">
                  <c:v>190</c:v>
                </c:pt>
                <c:pt idx="9">
                  <c:v>195</c:v>
                </c:pt>
                <c:pt idx="10">
                  <c:v>200</c:v>
                </c:pt>
                <c:pt idx="11">
                  <c:v>205</c:v>
                </c:pt>
                <c:pt idx="12">
                  <c:v>210</c:v>
                </c:pt>
                <c:pt idx="13">
                  <c:v>215</c:v>
                </c:pt>
                <c:pt idx="14">
                  <c:v>220</c:v>
                </c:pt>
                <c:pt idx="15">
                  <c:v>225</c:v>
                </c:pt>
                <c:pt idx="16">
                  <c:v>230</c:v>
                </c:pt>
                <c:pt idx="17">
                  <c:v>235</c:v>
                </c:pt>
                <c:pt idx="18">
                  <c:v>240</c:v>
                </c:pt>
                <c:pt idx="19">
                  <c:v>245</c:v>
                </c:pt>
                <c:pt idx="20">
                  <c:v>250</c:v>
                </c:pt>
                <c:pt idx="21">
                  <c:v>255</c:v>
                </c:pt>
                <c:pt idx="22">
                  <c:v>260</c:v>
                </c:pt>
                <c:pt idx="23">
                  <c:v>265</c:v>
                </c:pt>
                <c:pt idx="24">
                  <c:v>270</c:v>
                </c:pt>
                <c:pt idx="25">
                  <c:v>275</c:v>
                </c:pt>
                <c:pt idx="26">
                  <c:v>280</c:v>
                </c:pt>
                <c:pt idx="27">
                  <c:v>285</c:v>
                </c:pt>
                <c:pt idx="28">
                  <c:v>290</c:v>
                </c:pt>
                <c:pt idx="29">
                  <c:v>295</c:v>
                </c:pt>
                <c:pt idx="30">
                  <c:v>300</c:v>
                </c:pt>
                <c:pt idx="31">
                  <c:v>305</c:v>
                </c:pt>
                <c:pt idx="32">
                  <c:v>310</c:v>
                </c:pt>
                <c:pt idx="33">
                  <c:v>315</c:v>
                </c:pt>
                <c:pt idx="34">
                  <c:v>320</c:v>
                </c:pt>
                <c:pt idx="35">
                  <c:v>325</c:v>
                </c:pt>
                <c:pt idx="36">
                  <c:v>330</c:v>
                </c:pt>
                <c:pt idx="37">
                  <c:v>335</c:v>
                </c:pt>
                <c:pt idx="38">
                  <c:v>340</c:v>
                </c:pt>
                <c:pt idx="39">
                  <c:v>345</c:v>
                </c:pt>
                <c:pt idx="40">
                  <c:v>350</c:v>
                </c:pt>
                <c:pt idx="41">
                  <c:v>355</c:v>
                </c:pt>
                <c:pt idx="42">
                  <c:v>360</c:v>
                </c:pt>
                <c:pt idx="43">
                  <c:v>365</c:v>
                </c:pt>
                <c:pt idx="44">
                  <c:v>370</c:v>
                </c:pt>
                <c:pt idx="45">
                  <c:v>375</c:v>
                </c:pt>
                <c:pt idx="46">
                  <c:v>380</c:v>
                </c:pt>
                <c:pt idx="47">
                  <c:v>385</c:v>
                </c:pt>
                <c:pt idx="48">
                  <c:v>390</c:v>
                </c:pt>
                <c:pt idx="49">
                  <c:v>395</c:v>
                </c:pt>
                <c:pt idx="50">
                  <c:v>400</c:v>
                </c:pt>
                <c:pt idx="51">
                  <c:v>405</c:v>
                </c:pt>
                <c:pt idx="52">
                  <c:v>410</c:v>
                </c:pt>
                <c:pt idx="53">
                  <c:v>415</c:v>
                </c:pt>
                <c:pt idx="54">
                  <c:v>420</c:v>
                </c:pt>
                <c:pt idx="55">
                  <c:v>425</c:v>
                </c:pt>
                <c:pt idx="56">
                  <c:v>430</c:v>
                </c:pt>
                <c:pt idx="57">
                  <c:v>435</c:v>
                </c:pt>
                <c:pt idx="58">
                  <c:v>440</c:v>
                </c:pt>
                <c:pt idx="59">
                  <c:v>445</c:v>
                </c:pt>
                <c:pt idx="60">
                  <c:v>450</c:v>
                </c:pt>
                <c:pt idx="61">
                  <c:v>455</c:v>
                </c:pt>
                <c:pt idx="62">
                  <c:v>460</c:v>
                </c:pt>
                <c:pt idx="63">
                  <c:v>465</c:v>
                </c:pt>
                <c:pt idx="64">
                  <c:v>470</c:v>
                </c:pt>
                <c:pt idx="65">
                  <c:v>475</c:v>
                </c:pt>
                <c:pt idx="66">
                  <c:v>480</c:v>
                </c:pt>
                <c:pt idx="67">
                  <c:v>485</c:v>
                </c:pt>
                <c:pt idx="68">
                  <c:v>490</c:v>
                </c:pt>
                <c:pt idx="69">
                  <c:v>495</c:v>
                </c:pt>
                <c:pt idx="70">
                  <c:v>500</c:v>
                </c:pt>
                <c:pt idx="71">
                  <c:v>505</c:v>
                </c:pt>
                <c:pt idx="72">
                  <c:v>510</c:v>
                </c:pt>
                <c:pt idx="73">
                  <c:v>515</c:v>
                </c:pt>
                <c:pt idx="74">
                  <c:v>520</c:v>
                </c:pt>
                <c:pt idx="75">
                  <c:v>525</c:v>
                </c:pt>
                <c:pt idx="76">
                  <c:v>530</c:v>
                </c:pt>
                <c:pt idx="77">
                  <c:v>535</c:v>
                </c:pt>
                <c:pt idx="78">
                  <c:v>540</c:v>
                </c:pt>
                <c:pt idx="79">
                  <c:v>545</c:v>
                </c:pt>
                <c:pt idx="80">
                  <c:v>550</c:v>
                </c:pt>
                <c:pt idx="81">
                  <c:v>555</c:v>
                </c:pt>
                <c:pt idx="82">
                  <c:v>560</c:v>
                </c:pt>
                <c:pt idx="83">
                  <c:v>565</c:v>
                </c:pt>
                <c:pt idx="84">
                  <c:v>570</c:v>
                </c:pt>
                <c:pt idx="85">
                  <c:v>575</c:v>
                </c:pt>
                <c:pt idx="86">
                  <c:v>580</c:v>
                </c:pt>
                <c:pt idx="87">
                  <c:v>585</c:v>
                </c:pt>
                <c:pt idx="88">
                  <c:v>590</c:v>
                </c:pt>
                <c:pt idx="89">
                  <c:v>595</c:v>
                </c:pt>
                <c:pt idx="90">
                  <c:v>600</c:v>
                </c:pt>
                <c:pt idx="91">
                  <c:v>605</c:v>
                </c:pt>
                <c:pt idx="92">
                  <c:v>610</c:v>
                </c:pt>
                <c:pt idx="93">
                  <c:v>615</c:v>
                </c:pt>
                <c:pt idx="94">
                  <c:v>620</c:v>
                </c:pt>
                <c:pt idx="95">
                  <c:v>625</c:v>
                </c:pt>
                <c:pt idx="96">
                  <c:v>630</c:v>
                </c:pt>
                <c:pt idx="97">
                  <c:v>635</c:v>
                </c:pt>
                <c:pt idx="98">
                  <c:v>640</c:v>
                </c:pt>
                <c:pt idx="99">
                  <c:v>645</c:v>
                </c:pt>
                <c:pt idx="100">
                  <c:v>650</c:v>
                </c:pt>
                <c:pt idx="101">
                  <c:v>655</c:v>
                </c:pt>
                <c:pt idx="102">
                  <c:v>660</c:v>
                </c:pt>
                <c:pt idx="103">
                  <c:v>665</c:v>
                </c:pt>
                <c:pt idx="104">
                  <c:v>670</c:v>
                </c:pt>
                <c:pt idx="105">
                  <c:v>675</c:v>
                </c:pt>
                <c:pt idx="106">
                  <c:v>680</c:v>
                </c:pt>
                <c:pt idx="107">
                  <c:v>685</c:v>
                </c:pt>
                <c:pt idx="108">
                  <c:v>690</c:v>
                </c:pt>
                <c:pt idx="109">
                  <c:v>695</c:v>
                </c:pt>
                <c:pt idx="110">
                  <c:v>700</c:v>
                </c:pt>
                <c:pt idx="111">
                  <c:v>705</c:v>
                </c:pt>
                <c:pt idx="112">
                  <c:v>710</c:v>
                </c:pt>
                <c:pt idx="113">
                  <c:v>715</c:v>
                </c:pt>
                <c:pt idx="114">
                  <c:v>720</c:v>
                </c:pt>
                <c:pt idx="115">
                  <c:v>725</c:v>
                </c:pt>
                <c:pt idx="116">
                  <c:v>730</c:v>
                </c:pt>
                <c:pt idx="117">
                  <c:v>735</c:v>
                </c:pt>
                <c:pt idx="118">
                  <c:v>740</c:v>
                </c:pt>
                <c:pt idx="119">
                  <c:v>745</c:v>
                </c:pt>
                <c:pt idx="120">
                  <c:v>750</c:v>
                </c:pt>
                <c:pt idx="121">
                  <c:v>755</c:v>
                </c:pt>
                <c:pt idx="122">
                  <c:v>760</c:v>
                </c:pt>
                <c:pt idx="123">
                  <c:v>765</c:v>
                </c:pt>
                <c:pt idx="124">
                  <c:v>770</c:v>
                </c:pt>
                <c:pt idx="125">
                  <c:v>775</c:v>
                </c:pt>
                <c:pt idx="126">
                  <c:v>780</c:v>
                </c:pt>
                <c:pt idx="127">
                  <c:v>785</c:v>
                </c:pt>
                <c:pt idx="128">
                  <c:v>790</c:v>
                </c:pt>
                <c:pt idx="129">
                  <c:v>795</c:v>
                </c:pt>
                <c:pt idx="130">
                  <c:v>800</c:v>
                </c:pt>
                <c:pt idx="131">
                  <c:v>805</c:v>
                </c:pt>
                <c:pt idx="132">
                  <c:v>810</c:v>
                </c:pt>
                <c:pt idx="133">
                  <c:v>815</c:v>
                </c:pt>
                <c:pt idx="134">
                  <c:v>820</c:v>
                </c:pt>
                <c:pt idx="135">
                  <c:v>825</c:v>
                </c:pt>
                <c:pt idx="136">
                  <c:v>830</c:v>
                </c:pt>
                <c:pt idx="137">
                  <c:v>835</c:v>
                </c:pt>
                <c:pt idx="138">
                  <c:v>840</c:v>
                </c:pt>
                <c:pt idx="139">
                  <c:v>845</c:v>
                </c:pt>
                <c:pt idx="140">
                  <c:v>850</c:v>
                </c:pt>
                <c:pt idx="141">
                  <c:v>855</c:v>
                </c:pt>
                <c:pt idx="142">
                  <c:v>860</c:v>
                </c:pt>
                <c:pt idx="143">
                  <c:v>865</c:v>
                </c:pt>
                <c:pt idx="144">
                  <c:v>870</c:v>
                </c:pt>
                <c:pt idx="145">
                  <c:v>875</c:v>
                </c:pt>
                <c:pt idx="146">
                  <c:v>880</c:v>
                </c:pt>
                <c:pt idx="147">
                  <c:v>885</c:v>
                </c:pt>
                <c:pt idx="148">
                  <c:v>890</c:v>
                </c:pt>
                <c:pt idx="149">
                  <c:v>895</c:v>
                </c:pt>
                <c:pt idx="150">
                  <c:v>900</c:v>
                </c:pt>
                <c:pt idx="151">
                  <c:v>905</c:v>
                </c:pt>
                <c:pt idx="152">
                  <c:v>910</c:v>
                </c:pt>
                <c:pt idx="153">
                  <c:v>915</c:v>
                </c:pt>
                <c:pt idx="154">
                  <c:v>920</c:v>
                </c:pt>
                <c:pt idx="155">
                  <c:v>925</c:v>
                </c:pt>
                <c:pt idx="156">
                  <c:v>930</c:v>
                </c:pt>
                <c:pt idx="157">
                  <c:v>935</c:v>
                </c:pt>
                <c:pt idx="158">
                  <c:v>940</c:v>
                </c:pt>
                <c:pt idx="159">
                  <c:v>945</c:v>
                </c:pt>
                <c:pt idx="160">
                  <c:v>950</c:v>
                </c:pt>
                <c:pt idx="161">
                  <c:v>955</c:v>
                </c:pt>
                <c:pt idx="162">
                  <c:v>960</c:v>
                </c:pt>
                <c:pt idx="163">
                  <c:v>965</c:v>
                </c:pt>
                <c:pt idx="164">
                  <c:v>970</c:v>
                </c:pt>
                <c:pt idx="165">
                  <c:v>975</c:v>
                </c:pt>
                <c:pt idx="166">
                  <c:v>980</c:v>
                </c:pt>
                <c:pt idx="167">
                  <c:v>985</c:v>
                </c:pt>
                <c:pt idx="168">
                  <c:v>990</c:v>
                </c:pt>
                <c:pt idx="169">
                  <c:v>995</c:v>
                </c:pt>
                <c:pt idx="170">
                  <c:v>1000</c:v>
                </c:pt>
                <c:pt idx="171">
                  <c:v>1005</c:v>
                </c:pt>
                <c:pt idx="172">
                  <c:v>1010</c:v>
                </c:pt>
                <c:pt idx="173">
                  <c:v>1015</c:v>
                </c:pt>
                <c:pt idx="174">
                  <c:v>1020</c:v>
                </c:pt>
                <c:pt idx="175">
                  <c:v>1025</c:v>
                </c:pt>
                <c:pt idx="176">
                  <c:v>1030</c:v>
                </c:pt>
                <c:pt idx="177">
                  <c:v>1035</c:v>
                </c:pt>
                <c:pt idx="178">
                  <c:v>1040</c:v>
                </c:pt>
                <c:pt idx="179">
                  <c:v>1045</c:v>
                </c:pt>
                <c:pt idx="180">
                  <c:v>1050</c:v>
                </c:pt>
                <c:pt idx="181">
                  <c:v>1055</c:v>
                </c:pt>
                <c:pt idx="182">
                  <c:v>1060</c:v>
                </c:pt>
                <c:pt idx="183">
                  <c:v>1065</c:v>
                </c:pt>
                <c:pt idx="184">
                  <c:v>1070</c:v>
                </c:pt>
                <c:pt idx="185">
                  <c:v>1075</c:v>
                </c:pt>
                <c:pt idx="186">
                  <c:v>1080</c:v>
                </c:pt>
                <c:pt idx="187">
                  <c:v>1085</c:v>
                </c:pt>
                <c:pt idx="188">
                  <c:v>1090</c:v>
                </c:pt>
                <c:pt idx="189">
                  <c:v>1095</c:v>
                </c:pt>
                <c:pt idx="190">
                  <c:v>1100</c:v>
                </c:pt>
                <c:pt idx="191">
                  <c:v>1105</c:v>
                </c:pt>
                <c:pt idx="192">
                  <c:v>1110</c:v>
                </c:pt>
                <c:pt idx="193">
                  <c:v>1115</c:v>
                </c:pt>
                <c:pt idx="194">
                  <c:v>1120</c:v>
                </c:pt>
                <c:pt idx="195">
                  <c:v>1125</c:v>
                </c:pt>
                <c:pt idx="196">
                  <c:v>1130</c:v>
                </c:pt>
                <c:pt idx="197">
                  <c:v>1135</c:v>
                </c:pt>
                <c:pt idx="198">
                  <c:v>1140</c:v>
                </c:pt>
                <c:pt idx="199">
                  <c:v>1145</c:v>
                </c:pt>
                <c:pt idx="200">
                  <c:v>1150</c:v>
                </c:pt>
                <c:pt idx="201">
                  <c:v>1155</c:v>
                </c:pt>
                <c:pt idx="202">
                  <c:v>1160</c:v>
                </c:pt>
                <c:pt idx="203">
                  <c:v>1165</c:v>
                </c:pt>
                <c:pt idx="204">
                  <c:v>1170</c:v>
                </c:pt>
                <c:pt idx="205">
                  <c:v>1175</c:v>
                </c:pt>
                <c:pt idx="206">
                  <c:v>1180</c:v>
                </c:pt>
                <c:pt idx="207">
                  <c:v>1185</c:v>
                </c:pt>
                <c:pt idx="208">
                  <c:v>1190</c:v>
                </c:pt>
                <c:pt idx="209">
                  <c:v>1195</c:v>
                </c:pt>
                <c:pt idx="210">
                  <c:v>1200</c:v>
                </c:pt>
                <c:pt idx="211">
                  <c:v>1205</c:v>
                </c:pt>
                <c:pt idx="212">
                  <c:v>1210</c:v>
                </c:pt>
                <c:pt idx="213">
                  <c:v>1215</c:v>
                </c:pt>
                <c:pt idx="214">
                  <c:v>1220</c:v>
                </c:pt>
                <c:pt idx="215">
                  <c:v>1225</c:v>
                </c:pt>
                <c:pt idx="216">
                  <c:v>1230</c:v>
                </c:pt>
                <c:pt idx="217">
                  <c:v>1235</c:v>
                </c:pt>
                <c:pt idx="218">
                  <c:v>1240</c:v>
                </c:pt>
                <c:pt idx="219">
                  <c:v>1245</c:v>
                </c:pt>
                <c:pt idx="220">
                  <c:v>1250</c:v>
                </c:pt>
                <c:pt idx="221">
                  <c:v>1255</c:v>
                </c:pt>
                <c:pt idx="222">
                  <c:v>1260</c:v>
                </c:pt>
                <c:pt idx="223">
                  <c:v>1265</c:v>
                </c:pt>
                <c:pt idx="224">
                  <c:v>1270</c:v>
                </c:pt>
                <c:pt idx="225">
                  <c:v>1275</c:v>
                </c:pt>
                <c:pt idx="226">
                  <c:v>1280</c:v>
                </c:pt>
                <c:pt idx="227">
                  <c:v>1285</c:v>
                </c:pt>
                <c:pt idx="228">
                  <c:v>1290</c:v>
                </c:pt>
                <c:pt idx="229">
                  <c:v>1295</c:v>
                </c:pt>
                <c:pt idx="230">
                  <c:v>1300</c:v>
                </c:pt>
                <c:pt idx="231">
                  <c:v>1305</c:v>
                </c:pt>
                <c:pt idx="232">
                  <c:v>1310</c:v>
                </c:pt>
                <c:pt idx="233">
                  <c:v>1315</c:v>
                </c:pt>
                <c:pt idx="234">
                  <c:v>1320</c:v>
                </c:pt>
                <c:pt idx="235">
                  <c:v>1325</c:v>
                </c:pt>
                <c:pt idx="236">
                  <c:v>1330</c:v>
                </c:pt>
                <c:pt idx="237">
                  <c:v>1335</c:v>
                </c:pt>
                <c:pt idx="238">
                  <c:v>1340</c:v>
                </c:pt>
                <c:pt idx="239">
                  <c:v>1345</c:v>
                </c:pt>
                <c:pt idx="240">
                  <c:v>1350</c:v>
                </c:pt>
                <c:pt idx="241">
                  <c:v>1355</c:v>
                </c:pt>
                <c:pt idx="242">
                  <c:v>1360</c:v>
                </c:pt>
                <c:pt idx="243">
                  <c:v>1365</c:v>
                </c:pt>
                <c:pt idx="244">
                  <c:v>1370</c:v>
                </c:pt>
                <c:pt idx="245">
                  <c:v>1375</c:v>
                </c:pt>
                <c:pt idx="246">
                  <c:v>1380</c:v>
                </c:pt>
                <c:pt idx="247">
                  <c:v>1385</c:v>
                </c:pt>
                <c:pt idx="248">
                  <c:v>1390</c:v>
                </c:pt>
                <c:pt idx="249">
                  <c:v>1395</c:v>
                </c:pt>
                <c:pt idx="250">
                  <c:v>1400</c:v>
                </c:pt>
                <c:pt idx="251">
                  <c:v>1405</c:v>
                </c:pt>
                <c:pt idx="252">
                  <c:v>1410</c:v>
                </c:pt>
                <c:pt idx="253">
                  <c:v>1415</c:v>
                </c:pt>
                <c:pt idx="254">
                  <c:v>1420</c:v>
                </c:pt>
                <c:pt idx="255">
                  <c:v>1425</c:v>
                </c:pt>
                <c:pt idx="256">
                  <c:v>1430</c:v>
                </c:pt>
                <c:pt idx="257">
                  <c:v>1435</c:v>
                </c:pt>
                <c:pt idx="258">
                  <c:v>1440</c:v>
                </c:pt>
                <c:pt idx="259">
                  <c:v>1445</c:v>
                </c:pt>
                <c:pt idx="260">
                  <c:v>1450</c:v>
                </c:pt>
                <c:pt idx="261">
                  <c:v>1455</c:v>
                </c:pt>
                <c:pt idx="262">
                  <c:v>1460</c:v>
                </c:pt>
                <c:pt idx="263">
                  <c:v>1465</c:v>
                </c:pt>
                <c:pt idx="264">
                  <c:v>1470</c:v>
                </c:pt>
                <c:pt idx="265">
                  <c:v>1475</c:v>
                </c:pt>
                <c:pt idx="266">
                  <c:v>1480</c:v>
                </c:pt>
                <c:pt idx="267">
                  <c:v>1485</c:v>
                </c:pt>
                <c:pt idx="268">
                  <c:v>1490</c:v>
                </c:pt>
                <c:pt idx="269">
                  <c:v>1495</c:v>
                </c:pt>
                <c:pt idx="270">
                  <c:v>1500</c:v>
                </c:pt>
              </c:numCache>
            </c:numRef>
          </c:xVal>
          <c:yVal>
            <c:numRef>
              <c:f>Sheet1!$B$2:$B$272</c:f>
              <c:numCache>
                <c:formatCode>General</c:formatCode>
                <c:ptCount val="2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0.1</c:v>
                </c:pt>
                <c:pt idx="15">
                  <c:v>0.1</c:v>
                </c:pt>
                <c:pt idx="16">
                  <c:v>0.2</c:v>
                </c:pt>
                <c:pt idx="17">
                  <c:v>0.3</c:v>
                </c:pt>
                <c:pt idx="18">
                  <c:v>0.4</c:v>
                </c:pt>
                <c:pt idx="19">
                  <c:v>0.5</c:v>
                </c:pt>
                <c:pt idx="20">
                  <c:v>0.6</c:v>
                </c:pt>
                <c:pt idx="21">
                  <c:v>0.7</c:v>
                </c:pt>
                <c:pt idx="22">
                  <c:v>0.9</c:v>
                </c:pt>
                <c:pt idx="23">
                  <c:v>1.1</c:v>
                </c:pt>
                <c:pt idx="24">
                  <c:v>1.3</c:v>
                </c:pt>
                <c:pt idx="25">
                  <c:v>1.5</c:v>
                </c:pt>
                <c:pt idx="26">
                  <c:v>1.7</c:v>
                </c:pt>
                <c:pt idx="27">
                  <c:v>2</c:v>
                </c:pt>
                <c:pt idx="28">
                  <c:v>2.2</c:v>
                </c:pt>
                <c:pt idx="29">
                  <c:v>2.5</c:v>
                </c:pt>
                <c:pt idx="30">
                  <c:v>2.8</c:v>
                </c:pt>
                <c:pt idx="31">
                  <c:v>3.1</c:v>
                </c:pt>
                <c:pt idx="32">
                  <c:v>3.4</c:v>
                </c:pt>
                <c:pt idx="33">
                  <c:v>3.8</c:v>
                </c:pt>
                <c:pt idx="34">
                  <c:v>4.1</c:v>
                </c:pt>
                <c:pt idx="35">
                  <c:v>4.5</c:v>
                </c:pt>
                <c:pt idx="36">
                  <c:v>4.9</c:v>
                </c:pt>
                <c:pt idx="37">
                  <c:v>5.3</c:v>
                </c:pt>
                <c:pt idx="38">
                  <c:v>5.7</c:v>
                </c:pt>
                <c:pt idx="39">
                  <c:v>6.2</c:v>
                </c:pt>
                <c:pt idx="40">
                  <c:v>6.6</c:v>
                </c:pt>
                <c:pt idx="41">
                  <c:v>7.1</c:v>
                </c:pt>
                <c:pt idx="42">
                  <c:v>7.5</c:v>
                </c:pt>
                <c:pt idx="43">
                  <c:v>8</c:v>
                </c:pt>
                <c:pt idx="44">
                  <c:v>8.5</c:v>
                </c:pt>
                <c:pt idx="45">
                  <c:v>9.1</c:v>
                </c:pt>
                <c:pt idx="46">
                  <c:v>9.6</c:v>
                </c:pt>
                <c:pt idx="47">
                  <c:v>10.2</c:v>
                </c:pt>
                <c:pt idx="48">
                  <c:v>10.7</c:v>
                </c:pt>
                <c:pt idx="49">
                  <c:v>11.3</c:v>
                </c:pt>
                <c:pt idx="50">
                  <c:v>11.9</c:v>
                </c:pt>
                <c:pt idx="51">
                  <c:v>12.5</c:v>
                </c:pt>
                <c:pt idx="52">
                  <c:v>13.1</c:v>
                </c:pt>
                <c:pt idx="53">
                  <c:v>13.7</c:v>
                </c:pt>
                <c:pt idx="54">
                  <c:v>14.3</c:v>
                </c:pt>
                <c:pt idx="55">
                  <c:v>15</c:v>
                </c:pt>
                <c:pt idx="56">
                  <c:v>15.6</c:v>
                </c:pt>
                <c:pt idx="57">
                  <c:v>16.3</c:v>
                </c:pt>
                <c:pt idx="58">
                  <c:v>16.9</c:v>
                </c:pt>
                <c:pt idx="59">
                  <c:v>17.6</c:v>
                </c:pt>
                <c:pt idx="60">
                  <c:v>18.3</c:v>
                </c:pt>
                <c:pt idx="61">
                  <c:v>19</c:v>
                </c:pt>
                <c:pt idx="62">
                  <c:v>19.7</c:v>
                </c:pt>
                <c:pt idx="63">
                  <c:v>20.4</c:v>
                </c:pt>
                <c:pt idx="64">
                  <c:v>21.2</c:v>
                </c:pt>
                <c:pt idx="65">
                  <c:v>21.9</c:v>
                </c:pt>
                <c:pt idx="66">
                  <c:v>22.6</c:v>
                </c:pt>
                <c:pt idx="67">
                  <c:v>23.4</c:v>
                </c:pt>
                <c:pt idx="68">
                  <c:v>24.1</c:v>
                </c:pt>
                <c:pt idx="69">
                  <c:v>24.9</c:v>
                </c:pt>
                <c:pt idx="70">
                  <c:v>25.6</c:v>
                </c:pt>
                <c:pt idx="71">
                  <c:v>26.4</c:v>
                </c:pt>
                <c:pt idx="72">
                  <c:v>27.2</c:v>
                </c:pt>
                <c:pt idx="73">
                  <c:v>28</c:v>
                </c:pt>
                <c:pt idx="74">
                  <c:v>28.7</c:v>
                </c:pt>
                <c:pt idx="75">
                  <c:v>29.5</c:v>
                </c:pt>
                <c:pt idx="76">
                  <c:v>30.3</c:v>
                </c:pt>
                <c:pt idx="77">
                  <c:v>31.1</c:v>
                </c:pt>
                <c:pt idx="78">
                  <c:v>31.9</c:v>
                </c:pt>
                <c:pt idx="79">
                  <c:v>32.7</c:v>
                </c:pt>
                <c:pt idx="80">
                  <c:v>33.5</c:v>
                </c:pt>
                <c:pt idx="81">
                  <c:v>34.3</c:v>
                </c:pt>
                <c:pt idx="82">
                  <c:v>35.1</c:v>
                </c:pt>
                <c:pt idx="83">
                  <c:v>36</c:v>
                </c:pt>
                <c:pt idx="84">
                  <c:v>36.8</c:v>
                </c:pt>
                <c:pt idx="85">
                  <c:v>37.6</c:v>
                </c:pt>
                <c:pt idx="86">
                  <c:v>38.4</c:v>
                </c:pt>
                <c:pt idx="87">
                  <c:v>39.2</c:v>
                </c:pt>
                <c:pt idx="88">
                  <c:v>40</c:v>
                </c:pt>
                <c:pt idx="89">
                  <c:v>40.9</c:v>
                </c:pt>
                <c:pt idx="90">
                  <c:v>41.7</c:v>
                </c:pt>
                <c:pt idx="91">
                  <c:v>42.5</c:v>
                </c:pt>
                <c:pt idx="92">
                  <c:v>43.3</c:v>
                </c:pt>
                <c:pt idx="93">
                  <c:v>44.1</c:v>
                </c:pt>
                <c:pt idx="94">
                  <c:v>45</c:v>
                </c:pt>
                <c:pt idx="95">
                  <c:v>45.8</c:v>
                </c:pt>
                <c:pt idx="96">
                  <c:v>46.6</c:v>
                </c:pt>
                <c:pt idx="97">
                  <c:v>47.4</c:v>
                </c:pt>
                <c:pt idx="98">
                  <c:v>48.2</c:v>
                </c:pt>
                <c:pt idx="99">
                  <c:v>49</c:v>
                </c:pt>
                <c:pt idx="100">
                  <c:v>49.8</c:v>
                </c:pt>
                <c:pt idx="101">
                  <c:v>50.6</c:v>
                </c:pt>
                <c:pt idx="102">
                  <c:v>51.5</c:v>
                </c:pt>
                <c:pt idx="103">
                  <c:v>52.3</c:v>
                </c:pt>
                <c:pt idx="104">
                  <c:v>53.1</c:v>
                </c:pt>
                <c:pt idx="105">
                  <c:v>53.8</c:v>
                </c:pt>
                <c:pt idx="106">
                  <c:v>54.6</c:v>
                </c:pt>
                <c:pt idx="107">
                  <c:v>55.4</c:v>
                </c:pt>
                <c:pt idx="108">
                  <c:v>56.2</c:v>
                </c:pt>
                <c:pt idx="109">
                  <c:v>57</c:v>
                </c:pt>
                <c:pt idx="110">
                  <c:v>57.8</c:v>
                </c:pt>
                <c:pt idx="111">
                  <c:v>58.5</c:v>
                </c:pt>
                <c:pt idx="112">
                  <c:v>59.3</c:v>
                </c:pt>
                <c:pt idx="113">
                  <c:v>60.1</c:v>
                </c:pt>
                <c:pt idx="114">
                  <c:v>60.8</c:v>
                </c:pt>
                <c:pt idx="115">
                  <c:v>61.6</c:v>
                </c:pt>
                <c:pt idx="116">
                  <c:v>62.3</c:v>
                </c:pt>
                <c:pt idx="117">
                  <c:v>63.1</c:v>
                </c:pt>
                <c:pt idx="118">
                  <c:v>63.8</c:v>
                </c:pt>
                <c:pt idx="119">
                  <c:v>64.5</c:v>
                </c:pt>
                <c:pt idx="120">
                  <c:v>65.3</c:v>
                </c:pt>
                <c:pt idx="121">
                  <c:v>66</c:v>
                </c:pt>
                <c:pt idx="122">
                  <c:v>66.7</c:v>
                </c:pt>
                <c:pt idx="123">
                  <c:v>67.4</c:v>
                </c:pt>
                <c:pt idx="124">
                  <c:v>68.1</c:v>
                </c:pt>
                <c:pt idx="125">
                  <c:v>68.8</c:v>
                </c:pt>
                <c:pt idx="126">
                  <c:v>69.5</c:v>
                </c:pt>
                <c:pt idx="127">
                  <c:v>70.1</c:v>
                </c:pt>
                <c:pt idx="128">
                  <c:v>70.8</c:v>
                </c:pt>
                <c:pt idx="129">
                  <c:v>71.5</c:v>
                </c:pt>
                <c:pt idx="130">
                  <c:v>72.1</c:v>
                </c:pt>
                <c:pt idx="131">
                  <c:v>72.8</c:v>
                </c:pt>
                <c:pt idx="132">
                  <c:v>73.4</c:v>
                </c:pt>
                <c:pt idx="133">
                  <c:v>74.1</c:v>
                </c:pt>
                <c:pt idx="134">
                  <c:v>74.7</c:v>
                </c:pt>
                <c:pt idx="135">
                  <c:v>75.3</c:v>
                </c:pt>
                <c:pt idx="136">
                  <c:v>75.9</c:v>
                </c:pt>
                <c:pt idx="137">
                  <c:v>76.5</c:v>
                </c:pt>
                <c:pt idx="138">
                  <c:v>77.1</c:v>
                </c:pt>
                <c:pt idx="139">
                  <c:v>77.7</c:v>
                </c:pt>
                <c:pt idx="140">
                  <c:v>78.3</c:v>
                </c:pt>
                <c:pt idx="141">
                  <c:v>78.9</c:v>
                </c:pt>
                <c:pt idx="142">
                  <c:v>79.4</c:v>
                </c:pt>
                <c:pt idx="143">
                  <c:v>80</c:v>
                </c:pt>
                <c:pt idx="144">
                  <c:v>80.5</c:v>
                </c:pt>
                <c:pt idx="145">
                  <c:v>81.1</c:v>
                </c:pt>
                <c:pt idx="146">
                  <c:v>81.6</c:v>
                </c:pt>
                <c:pt idx="147">
                  <c:v>82.1</c:v>
                </c:pt>
                <c:pt idx="148">
                  <c:v>82.7</c:v>
                </c:pt>
                <c:pt idx="149">
                  <c:v>83.2</c:v>
                </c:pt>
                <c:pt idx="150">
                  <c:v>83.7</c:v>
                </c:pt>
                <c:pt idx="151">
                  <c:v>84.2</c:v>
                </c:pt>
                <c:pt idx="152">
                  <c:v>84.6</c:v>
                </c:pt>
                <c:pt idx="153">
                  <c:v>85.1</c:v>
                </c:pt>
                <c:pt idx="154">
                  <c:v>85.6</c:v>
                </c:pt>
                <c:pt idx="155">
                  <c:v>86</c:v>
                </c:pt>
                <c:pt idx="156">
                  <c:v>86.5</c:v>
                </c:pt>
                <c:pt idx="157">
                  <c:v>86.9</c:v>
                </c:pt>
                <c:pt idx="158">
                  <c:v>87.3</c:v>
                </c:pt>
                <c:pt idx="159">
                  <c:v>87.8</c:v>
                </c:pt>
                <c:pt idx="160">
                  <c:v>88.2</c:v>
                </c:pt>
                <c:pt idx="161">
                  <c:v>88.6</c:v>
                </c:pt>
                <c:pt idx="162">
                  <c:v>89</c:v>
                </c:pt>
                <c:pt idx="163">
                  <c:v>89.4</c:v>
                </c:pt>
                <c:pt idx="164">
                  <c:v>89.7</c:v>
                </c:pt>
                <c:pt idx="165">
                  <c:v>90.1</c:v>
                </c:pt>
                <c:pt idx="166">
                  <c:v>90.5</c:v>
                </c:pt>
                <c:pt idx="167">
                  <c:v>90.8</c:v>
                </c:pt>
                <c:pt idx="168">
                  <c:v>91.2</c:v>
                </c:pt>
                <c:pt idx="169">
                  <c:v>91.5</c:v>
                </c:pt>
                <c:pt idx="170">
                  <c:v>91.9</c:v>
                </c:pt>
                <c:pt idx="171">
                  <c:v>92.2</c:v>
                </c:pt>
                <c:pt idx="172">
                  <c:v>92.5</c:v>
                </c:pt>
                <c:pt idx="173">
                  <c:v>92.8</c:v>
                </c:pt>
                <c:pt idx="174">
                  <c:v>93.1</c:v>
                </c:pt>
                <c:pt idx="175">
                  <c:v>93.4</c:v>
                </c:pt>
                <c:pt idx="176">
                  <c:v>93.7</c:v>
                </c:pt>
                <c:pt idx="177">
                  <c:v>93.9</c:v>
                </c:pt>
                <c:pt idx="178">
                  <c:v>94.2</c:v>
                </c:pt>
                <c:pt idx="179">
                  <c:v>94.5</c:v>
                </c:pt>
                <c:pt idx="180">
                  <c:v>94.7</c:v>
                </c:pt>
                <c:pt idx="181">
                  <c:v>95</c:v>
                </c:pt>
                <c:pt idx="182">
                  <c:v>95.2</c:v>
                </c:pt>
                <c:pt idx="183">
                  <c:v>95.4</c:v>
                </c:pt>
                <c:pt idx="184">
                  <c:v>95.6</c:v>
                </c:pt>
                <c:pt idx="185">
                  <c:v>95.9</c:v>
                </c:pt>
                <c:pt idx="186">
                  <c:v>96.1</c:v>
                </c:pt>
                <c:pt idx="187">
                  <c:v>96.3</c:v>
                </c:pt>
                <c:pt idx="188">
                  <c:v>96.5</c:v>
                </c:pt>
                <c:pt idx="189">
                  <c:v>96.6</c:v>
                </c:pt>
                <c:pt idx="190">
                  <c:v>96.8</c:v>
                </c:pt>
                <c:pt idx="191">
                  <c:v>97</c:v>
                </c:pt>
                <c:pt idx="192">
                  <c:v>97.2</c:v>
                </c:pt>
                <c:pt idx="193">
                  <c:v>97.3</c:v>
                </c:pt>
                <c:pt idx="194">
                  <c:v>97.5</c:v>
                </c:pt>
                <c:pt idx="195">
                  <c:v>97.6</c:v>
                </c:pt>
                <c:pt idx="196">
                  <c:v>97.8</c:v>
                </c:pt>
                <c:pt idx="197">
                  <c:v>97.9</c:v>
                </c:pt>
                <c:pt idx="198">
                  <c:v>98</c:v>
                </c:pt>
                <c:pt idx="199">
                  <c:v>98.2</c:v>
                </c:pt>
                <c:pt idx="200">
                  <c:v>98.3</c:v>
                </c:pt>
                <c:pt idx="201">
                  <c:v>98.4</c:v>
                </c:pt>
                <c:pt idx="202">
                  <c:v>98.5</c:v>
                </c:pt>
                <c:pt idx="203">
                  <c:v>98.6</c:v>
                </c:pt>
                <c:pt idx="204">
                  <c:v>98.7</c:v>
                </c:pt>
                <c:pt idx="205">
                  <c:v>98.8</c:v>
                </c:pt>
                <c:pt idx="206">
                  <c:v>98.9</c:v>
                </c:pt>
                <c:pt idx="207">
                  <c:v>99</c:v>
                </c:pt>
                <c:pt idx="208">
                  <c:v>99.1</c:v>
                </c:pt>
                <c:pt idx="209">
                  <c:v>99.1</c:v>
                </c:pt>
                <c:pt idx="210">
                  <c:v>99.2</c:v>
                </c:pt>
                <c:pt idx="211">
                  <c:v>99.3</c:v>
                </c:pt>
                <c:pt idx="212">
                  <c:v>99.3</c:v>
                </c:pt>
                <c:pt idx="213">
                  <c:v>99.4</c:v>
                </c:pt>
                <c:pt idx="214">
                  <c:v>99.4</c:v>
                </c:pt>
                <c:pt idx="215">
                  <c:v>99.5</c:v>
                </c:pt>
                <c:pt idx="216">
                  <c:v>99.5</c:v>
                </c:pt>
                <c:pt idx="217">
                  <c:v>99.6</c:v>
                </c:pt>
                <c:pt idx="218">
                  <c:v>99.6</c:v>
                </c:pt>
                <c:pt idx="219">
                  <c:v>99.7</c:v>
                </c:pt>
                <c:pt idx="220">
                  <c:v>99.7</c:v>
                </c:pt>
                <c:pt idx="221">
                  <c:v>99.7</c:v>
                </c:pt>
                <c:pt idx="222">
                  <c:v>99.8</c:v>
                </c:pt>
                <c:pt idx="223">
                  <c:v>99.8</c:v>
                </c:pt>
                <c:pt idx="224">
                  <c:v>99.8</c:v>
                </c:pt>
                <c:pt idx="225">
                  <c:v>99.8</c:v>
                </c:pt>
                <c:pt idx="226">
                  <c:v>99.9</c:v>
                </c:pt>
                <c:pt idx="227">
                  <c:v>99.9</c:v>
                </c:pt>
                <c:pt idx="228">
                  <c:v>99.9</c:v>
                </c:pt>
                <c:pt idx="229">
                  <c:v>99.9</c:v>
                </c:pt>
                <c:pt idx="230">
                  <c:v>99.9</c:v>
                </c:pt>
                <c:pt idx="231">
                  <c:v>99.9</c:v>
                </c:pt>
                <c:pt idx="232">
                  <c:v>100</c:v>
                </c:pt>
                <c:pt idx="233">
                  <c:v>100</c:v>
                </c:pt>
                <c:pt idx="234">
                  <c:v>100</c:v>
                </c:pt>
                <c:pt idx="235">
                  <c:v>100</c:v>
                </c:pt>
                <c:pt idx="236">
                  <c:v>100</c:v>
                </c:pt>
                <c:pt idx="237">
                  <c:v>100</c:v>
                </c:pt>
                <c:pt idx="238">
                  <c:v>100</c:v>
                </c:pt>
                <c:pt idx="239">
                  <c:v>100</c:v>
                </c:pt>
                <c:pt idx="240">
                  <c:v>100</c:v>
                </c:pt>
                <c:pt idx="241">
                  <c:v>100</c:v>
                </c:pt>
                <c:pt idx="242">
                  <c:v>100</c:v>
                </c:pt>
                <c:pt idx="243">
                  <c:v>100</c:v>
                </c:pt>
                <c:pt idx="244">
                  <c:v>100</c:v>
                </c:pt>
                <c:pt idx="245">
                  <c:v>100</c:v>
                </c:pt>
                <c:pt idx="246">
                  <c:v>100</c:v>
                </c:pt>
                <c:pt idx="247">
                  <c:v>100</c:v>
                </c:pt>
                <c:pt idx="248">
                  <c:v>100</c:v>
                </c:pt>
                <c:pt idx="249">
                  <c:v>100</c:v>
                </c:pt>
                <c:pt idx="250">
                  <c:v>100</c:v>
                </c:pt>
                <c:pt idx="251">
                  <c:v>100</c:v>
                </c:pt>
                <c:pt idx="252">
                  <c:v>100</c:v>
                </c:pt>
                <c:pt idx="253">
                  <c:v>100</c:v>
                </c:pt>
                <c:pt idx="254">
                  <c:v>100</c:v>
                </c:pt>
                <c:pt idx="255">
                  <c:v>100</c:v>
                </c:pt>
                <c:pt idx="256">
                  <c:v>100</c:v>
                </c:pt>
                <c:pt idx="257">
                  <c:v>100</c:v>
                </c:pt>
                <c:pt idx="258">
                  <c:v>100</c:v>
                </c:pt>
                <c:pt idx="259">
                  <c:v>100</c:v>
                </c:pt>
                <c:pt idx="260">
                  <c:v>100</c:v>
                </c:pt>
                <c:pt idx="261">
                  <c:v>100</c:v>
                </c:pt>
                <c:pt idx="262">
                  <c:v>100</c:v>
                </c:pt>
                <c:pt idx="263">
                  <c:v>100</c:v>
                </c:pt>
                <c:pt idx="264">
                  <c:v>100</c:v>
                </c:pt>
                <c:pt idx="265">
                  <c:v>100</c:v>
                </c:pt>
                <c:pt idx="266">
                  <c:v>100</c:v>
                </c:pt>
                <c:pt idx="267">
                  <c:v>100</c:v>
                </c:pt>
                <c:pt idx="268">
                  <c:v>100</c:v>
                </c:pt>
                <c:pt idx="269">
                  <c:v>100</c:v>
                </c:pt>
                <c:pt idx="270">
                  <c:v>100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500"/>
          <c:min val="15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Sobrecosto (miles de 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200"/>
      </c:valAx>
      <c:valAx>
        <c:axId val="2094734552"/>
        <c:scaling>
          <c:orientation val="minMax"/>
          <c:max val="100"/>
          <c:min val="0"/>
        </c:scaling>
        <c:delete val="0"/>
        <c:axPos val="l"/>
        <c:majorGridlines>
          <c:spPr>
            <a:ln w="6350" cap="flat">
              <a:solidFill>
                <a:srgbClr val="E0E0E0"/>
              </a:solidFill>
              <a:prstDash val="solid"/>
              <a:round/>
            </a:ln>
          </c:spPr>
        </c:majorGridlines>
        <c:title>
          <c:tx>
            <c:rich>
              <a:bodyPr/>
              <a:lstStyle/>
              <a:p>
                <a:pPr>
                  <a:defRPr sz="1100" b="0" i="0" u="none" strike="noStrike">
                    <a:solidFill>
                      <a:srgbClr val="333333"/>
                    </a:solidFill>
                    <a:latin typeface="Arial"/>
                  </a:defRPr>
                </a:pPr>
                <a:r>
                  <a:rPr sz="1100" b="0" i="0" u="none" strike="noStrike">
                    <a:solidFill>
                      <a:srgbClr val="333333"/>
                    </a:solidFill>
                    <a:latin typeface="Arial"/>
                  </a:rPr>
                  <a:t>% acumulado</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4"/>
        <c:crosses val="autoZero"/>
        <c:crossBetween val="midCat"/>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PERT</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Sheet1!$A$2:$A$182</c:f>
              <c:numCache>
                <c:formatCode>General</c:formatCode>
                <c:ptCount val="181"/>
                <c:pt idx="0">
                  <c:v>5</c:v>
                </c:pt>
                <c:pt idx="1">
                  <c:v>5.25</c:v>
                </c:pt>
                <c:pt idx="2">
                  <c:v>5.5</c:v>
                </c:pt>
                <c:pt idx="3">
                  <c:v>5.75</c:v>
                </c:pt>
                <c:pt idx="4">
                  <c:v>6</c:v>
                </c:pt>
                <c:pt idx="5">
                  <c:v>6.25</c:v>
                </c:pt>
                <c:pt idx="6">
                  <c:v>6.5</c:v>
                </c:pt>
                <c:pt idx="7">
                  <c:v>6.75</c:v>
                </c:pt>
                <c:pt idx="8">
                  <c:v>7</c:v>
                </c:pt>
                <c:pt idx="9">
                  <c:v>7.25</c:v>
                </c:pt>
                <c:pt idx="10">
                  <c:v>7.5</c:v>
                </c:pt>
                <c:pt idx="11">
                  <c:v>7.75</c:v>
                </c:pt>
                <c:pt idx="12">
                  <c:v>8</c:v>
                </c:pt>
                <c:pt idx="13">
                  <c:v>8.25</c:v>
                </c:pt>
                <c:pt idx="14">
                  <c:v>8.5</c:v>
                </c:pt>
                <c:pt idx="15">
                  <c:v>8.75</c:v>
                </c:pt>
                <c:pt idx="16">
                  <c:v>9</c:v>
                </c:pt>
                <c:pt idx="17">
                  <c:v>9.25</c:v>
                </c:pt>
                <c:pt idx="18">
                  <c:v>9.5</c:v>
                </c:pt>
                <c:pt idx="19">
                  <c:v>9.75</c:v>
                </c:pt>
                <c:pt idx="20">
                  <c:v>10</c:v>
                </c:pt>
                <c:pt idx="21">
                  <c:v>10.25</c:v>
                </c:pt>
                <c:pt idx="22">
                  <c:v>10.5</c:v>
                </c:pt>
                <c:pt idx="23">
                  <c:v>10.75</c:v>
                </c:pt>
                <c:pt idx="24">
                  <c:v>11</c:v>
                </c:pt>
                <c:pt idx="25">
                  <c:v>11.25</c:v>
                </c:pt>
                <c:pt idx="26">
                  <c:v>11.5</c:v>
                </c:pt>
                <c:pt idx="27">
                  <c:v>11.75</c:v>
                </c:pt>
                <c:pt idx="28">
                  <c:v>12</c:v>
                </c:pt>
                <c:pt idx="29">
                  <c:v>12.25</c:v>
                </c:pt>
                <c:pt idx="30">
                  <c:v>12.5</c:v>
                </c:pt>
                <c:pt idx="31">
                  <c:v>12.75</c:v>
                </c:pt>
                <c:pt idx="32">
                  <c:v>13</c:v>
                </c:pt>
                <c:pt idx="33">
                  <c:v>13.25</c:v>
                </c:pt>
                <c:pt idx="34">
                  <c:v>13.5</c:v>
                </c:pt>
                <c:pt idx="35">
                  <c:v>13.75</c:v>
                </c:pt>
                <c:pt idx="36">
                  <c:v>14</c:v>
                </c:pt>
                <c:pt idx="37">
                  <c:v>14.25</c:v>
                </c:pt>
                <c:pt idx="38">
                  <c:v>14.5</c:v>
                </c:pt>
                <c:pt idx="39">
                  <c:v>14.75</c:v>
                </c:pt>
                <c:pt idx="40">
                  <c:v>15</c:v>
                </c:pt>
                <c:pt idx="41">
                  <c:v>15.25</c:v>
                </c:pt>
                <c:pt idx="42">
                  <c:v>15.5</c:v>
                </c:pt>
                <c:pt idx="43">
                  <c:v>15.75</c:v>
                </c:pt>
                <c:pt idx="44">
                  <c:v>16</c:v>
                </c:pt>
                <c:pt idx="45">
                  <c:v>16.25</c:v>
                </c:pt>
                <c:pt idx="46">
                  <c:v>16.5</c:v>
                </c:pt>
                <c:pt idx="47">
                  <c:v>16.75</c:v>
                </c:pt>
                <c:pt idx="48">
                  <c:v>17</c:v>
                </c:pt>
                <c:pt idx="49">
                  <c:v>17.25</c:v>
                </c:pt>
                <c:pt idx="50">
                  <c:v>17.5</c:v>
                </c:pt>
                <c:pt idx="51">
                  <c:v>17.75</c:v>
                </c:pt>
                <c:pt idx="52">
                  <c:v>18</c:v>
                </c:pt>
                <c:pt idx="53">
                  <c:v>18.25</c:v>
                </c:pt>
                <c:pt idx="54">
                  <c:v>18.5</c:v>
                </c:pt>
                <c:pt idx="55">
                  <c:v>18.75</c:v>
                </c:pt>
                <c:pt idx="56">
                  <c:v>19</c:v>
                </c:pt>
                <c:pt idx="57">
                  <c:v>19.25</c:v>
                </c:pt>
                <c:pt idx="58">
                  <c:v>19.5</c:v>
                </c:pt>
                <c:pt idx="59">
                  <c:v>19.75</c:v>
                </c:pt>
                <c:pt idx="60">
                  <c:v>20</c:v>
                </c:pt>
                <c:pt idx="61">
                  <c:v>20.25</c:v>
                </c:pt>
                <c:pt idx="62">
                  <c:v>20.5</c:v>
                </c:pt>
                <c:pt idx="63">
                  <c:v>20.75</c:v>
                </c:pt>
                <c:pt idx="64">
                  <c:v>21</c:v>
                </c:pt>
                <c:pt idx="65">
                  <c:v>21.25</c:v>
                </c:pt>
                <c:pt idx="66">
                  <c:v>21.5</c:v>
                </c:pt>
                <c:pt idx="67">
                  <c:v>21.75</c:v>
                </c:pt>
                <c:pt idx="68">
                  <c:v>22</c:v>
                </c:pt>
                <c:pt idx="69">
                  <c:v>22.25</c:v>
                </c:pt>
                <c:pt idx="70">
                  <c:v>22.5</c:v>
                </c:pt>
                <c:pt idx="71">
                  <c:v>22.75</c:v>
                </c:pt>
                <c:pt idx="72">
                  <c:v>23</c:v>
                </c:pt>
                <c:pt idx="73">
                  <c:v>23.25</c:v>
                </c:pt>
                <c:pt idx="74">
                  <c:v>23.5</c:v>
                </c:pt>
                <c:pt idx="75">
                  <c:v>23.75</c:v>
                </c:pt>
                <c:pt idx="76">
                  <c:v>24</c:v>
                </c:pt>
                <c:pt idx="77">
                  <c:v>24.25</c:v>
                </c:pt>
                <c:pt idx="78">
                  <c:v>24.5</c:v>
                </c:pt>
                <c:pt idx="79">
                  <c:v>24.75</c:v>
                </c:pt>
                <c:pt idx="80">
                  <c:v>25</c:v>
                </c:pt>
                <c:pt idx="81">
                  <c:v>25.25</c:v>
                </c:pt>
                <c:pt idx="82">
                  <c:v>25.5</c:v>
                </c:pt>
                <c:pt idx="83">
                  <c:v>25.75</c:v>
                </c:pt>
                <c:pt idx="84">
                  <c:v>26</c:v>
                </c:pt>
                <c:pt idx="85">
                  <c:v>26.25</c:v>
                </c:pt>
                <c:pt idx="86">
                  <c:v>26.5</c:v>
                </c:pt>
                <c:pt idx="87">
                  <c:v>26.75</c:v>
                </c:pt>
                <c:pt idx="88">
                  <c:v>27</c:v>
                </c:pt>
                <c:pt idx="89">
                  <c:v>27.25</c:v>
                </c:pt>
                <c:pt idx="90">
                  <c:v>27.5</c:v>
                </c:pt>
                <c:pt idx="91">
                  <c:v>27.75</c:v>
                </c:pt>
                <c:pt idx="92">
                  <c:v>28</c:v>
                </c:pt>
                <c:pt idx="93">
                  <c:v>28.25</c:v>
                </c:pt>
                <c:pt idx="94">
                  <c:v>28.5</c:v>
                </c:pt>
                <c:pt idx="95">
                  <c:v>28.75</c:v>
                </c:pt>
                <c:pt idx="96">
                  <c:v>29</c:v>
                </c:pt>
                <c:pt idx="97">
                  <c:v>29.25</c:v>
                </c:pt>
                <c:pt idx="98">
                  <c:v>29.5</c:v>
                </c:pt>
                <c:pt idx="99">
                  <c:v>29.75</c:v>
                </c:pt>
                <c:pt idx="100">
                  <c:v>30</c:v>
                </c:pt>
                <c:pt idx="101">
                  <c:v>30.25</c:v>
                </c:pt>
                <c:pt idx="102">
                  <c:v>30.5</c:v>
                </c:pt>
                <c:pt idx="103">
                  <c:v>30.75</c:v>
                </c:pt>
                <c:pt idx="104">
                  <c:v>31</c:v>
                </c:pt>
                <c:pt idx="105">
                  <c:v>31.25</c:v>
                </c:pt>
                <c:pt idx="106">
                  <c:v>31.5</c:v>
                </c:pt>
                <c:pt idx="107">
                  <c:v>31.75</c:v>
                </c:pt>
                <c:pt idx="108">
                  <c:v>32</c:v>
                </c:pt>
                <c:pt idx="109">
                  <c:v>32.25</c:v>
                </c:pt>
                <c:pt idx="110">
                  <c:v>32.5</c:v>
                </c:pt>
                <c:pt idx="111">
                  <c:v>32.75</c:v>
                </c:pt>
                <c:pt idx="112">
                  <c:v>33</c:v>
                </c:pt>
                <c:pt idx="113">
                  <c:v>33.25</c:v>
                </c:pt>
                <c:pt idx="114">
                  <c:v>33.5</c:v>
                </c:pt>
                <c:pt idx="115">
                  <c:v>33.75</c:v>
                </c:pt>
                <c:pt idx="116">
                  <c:v>34</c:v>
                </c:pt>
                <c:pt idx="117">
                  <c:v>34.25</c:v>
                </c:pt>
                <c:pt idx="118">
                  <c:v>34.5</c:v>
                </c:pt>
                <c:pt idx="119">
                  <c:v>34.75</c:v>
                </c:pt>
                <c:pt idx="120">
                  <c:v>35</c:v>
                </c:pt>
                <c:pt idx="121">
                  <c:v>35.25</c:v>
                </c:pt>
                <c:pt idx="122">
                  <c:v>35.5</c:v>
                </c:pt>
                <c:pt idx="123">
                  <c:v>35.75</c:v>
                </c:pt>
                <c:pt idx="124">
                  <c:v>36</c:v>
                </c:pt>
                <c:pt idx="125">
                  <c:v>36.25</c:v>
                </c:pt>
                <c:pt idx="126">
                  <c:v>36.5</c:v>
                </c:pt>
                <c:pt idx="127">
                  <c:v>36.75</c:v>
                </c:pt>
                <c:pt idx="128">
                  <c:v>37</c:v>
                </c:pt>
                <c:pt idx="129">
                  <c:v>37.25</c:v>
                </c:pt>
                <c:pt idx="130">
                  <c:v>37.5</c:v>
                </c:pt>
                <c:pt idx="131">
                  <c:v>37.75</c:v>
                </c:pt>
                <c:pt idx="132">
                  <c:v>38</c:v>
                </c:pt>
                <c:pt idx="133">
                  <c:v>38.25</c:v>
                </c:pt>
                <c:pt idx="134">
                  <c:v>38.5</c:v>
                </c:pt>
                <c:pt idx="135">
                  <c:v>38.75</c:v>
                </c:pt>
                <c:pt idx="136">
                  <c:v>39</c:v>
                </c:pt>
                <c:pt idx="137">
                  <c:v>39.25</c:v>
                </c:pt>
                <c:pt idx="138">
                  <c:v>39.5</c:v>
                </c:pt>
                <c:pt idx="139">
                  <c:v>39.75</c:v>
                </c:pt>
                <c:pt idx="140">
                  <c:v>40</c:v>
                </c:pt>
                <c:pt idx="141">
                  <c:v>40.25</c:v>
                </c:pt>
                <c:pt idx="142">
                  <c:v>40.5</c:v>
                </c:pt>
                <c:pt idx="143">
                  <c:v>40.75</c:v>
                </c:pt>
                <c:pt idx="144">
                  <c:v>41</c:v>
                </c:pt>
                <c:pt idx="145">
                  <c:v>41.25</c:v>
                </c:pt>
                <c:pt idx="146">
                  <c:v>41.5</c:v>
                </c:pt>
                <c:pt idx="147">
                  <c:v>41.75</c:v>
                </c:pt>
                <c:pt idx="148">
                  <c:v>42</c:v>
                </c:pt>
                <c:pt idx="149">
                  <c:v>42.25</c:v>
                </c:pt>
                <c:pt idx="150">
                  <c:v>42.5</c:v>
                </c:pt>
                <c:pt idx="151">
                  <c:v>42.75</c:v>
                </c:pt>
                <c:pt idx="152">
                  <c:v>43</c:v>
                </c:pt>
                <c:pt idx="153">
                  <c:v>43.25</c:v>
                </c:pt>
                <c:pt idx="154">
                  <c:v>43.5</c:v>
                </c:pt>
                <c:pt idx="155">
                  <c:v>43.75</c:v>
                </c:pt>
                <c:pt idx="156">
                  <c:v>44</c:v>
                </c:pt>
                <c:pt idx="157">
                  <c:v>44.25</c:v>
                </c:pt>
                <c:pt idx="158">
                  <c:v>44.5</c:v>
                </c:pt>
                <c:pt idx="159">
                  <c:v>44.75</c:v>
                </c:pt>
                <c:pt idx="160">
                  <c:v>45</c:v>
                </c:pt>
                <c:pt idx="161">
                  <c:v>45.25</c:v>
                </c:pt>
                <c:pt idx="162">
                  <c:v>45.5</c:v>
                </c:pt>
                <c:pt idx="163">
                  <c:v>45.75</c:v>
                </c:pt>
                <c:pt idx="164">
                  <c:v>46</c:v>
                </c:pt>
                <c:pt idx="165">
                  <c:v>46.25</c:v>
                </c:pt>
                <c:pt idx="166">
                  <c:v>46.5</c:v>
                </c:pt>
                <c:pt idx="167">
                  <c:v>46.75</c:v>
                </c:pt>
                <c:pt idx="168">
                  <c:v>47</c:v>
                </c:pt>
                <c:pt idx="169">
                  <c:v>47.25</c:v>
                </c:pt>
                <c:pt idx="170">
                  <c:v>47.5</c:v>
                </c:pt>
                <c:pt idx="171">
                  <c:v>47.75</c:v>
                </c:pt>
                <c:pt idx="172">
                  <c:v>48</c:v>
                </c:pt>
                <c:pt idx="173">
                  <c:v>48.25</c:v>
                </c:pt>
                <c:pt idx="174">
                  <c:v>48.5</c:v>
                </c:pt>
                <c:pt idx="175">
                  <c:v>48.75</c:v>
                </c:pt>
                <c:pt idx="176">
                  <c:v>49</c:v>
                </c:pt>
                <c:pt idx="177">
                  <c:v>49.25</c:v>
                </c:pt>
                <c:pt idx="178">
                  <c:v>49.5</c:v>
                </c:pt>
                <c:pt idx="179">
                  <c:v>49.75</c:v>
                </c:pt>
                <c:pt idx="180">
                  <c:v>50</c:v>
                </c:pt>
              </c:numCache>
            </c:numRef>
          </c:xVal>
          <c:yVal>
            <c:numRef>
              <c:f>Sheet1!$B$2:$B$182</c:f>
              <c:numCache>
                <c:formatCode>General</c:formatCode>
                <c:ptCount val="1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0.03782</c:v>
                </c:pt>
                <c:pt idx="22">
                  <c:v>0.0818</c:v>
                </c:pt>
                <c:pt idx="23">
                  <c:v>0.12735</c:v>
                </c:pt>
                <c:pt idx="24">
                  <c:v>0.17325</c:v>
                </c:pt>
                <c:pt idx="25">
                  <c:v>0.21892</c:v>
                </c:pt>
                <c:pt idx="26">
                  <c:v>0.26397</c:v>
                </c:pt>
                <c:pt idx="27">
                  <c:v>0.30815</c:v>
                </c:pt>
                <c:pt idx="28">
                  <c:v>0.3513</c:v>
                </c:pt>
                <c:pt idx="29">
                  <c:v>0.39328</c:v>
                </c:pt>
                <c:pt idx="30">
                  <c:v>0.43399</c:v>
                </c:pt>
                <c:pt idx="31">
                  <c:v>0.47338</c:v>
                </c:pt>
                <c:pt idx="32">
                  <c:v>0.51137</c:v>
                </c:pt>
                <c:pt idx="33">
                  <c:v>0.54794</c:v>
                </c:pt>
                <c:pt idx="34">
                  <c:v>0.58305</c:v>
                </c:pt>
                <c:pt idx="35">
                  <c:v>0.61669</c:v>
                </c:pt>
                <c:pt idx="36">
                  <c:v>0.64883</c:v>
                </c:pt>
                <c:pt idx="37">
                  <c:v>0.67947</c:v>
                </c:pt>
                <c:pt idx="38">
                  <c:v>0.70862</c:v>
                </c:pt>
                <c:pt idx="39">
                  <c:v>0.73627</c:v>
                </c:pt>
                <c:pt idx="40">
                  <c:v>0.76243</c:v>
                </c:pt>
                <c:pt idx="41">
                  <c:v>0.7871</c:v>
                </c:pt>
                <c:pt idx="42">
                  <c:v>0.81031</c:v>
                </c:pt>
                <c:pt idx="43">
                  <c:v>0.83205</c:v>
                </c:pt>
                <c:pt idx="44">
                  <c:v>0.85236</c:v>
                </c:pt>
                <c:pt idx="45">
                  <c:v>0.87125</c:v>
                </c:pt>
                <c:pt idx="46">
                  <c:v>0.88873</c:v>
                </c:pt>
                <c:pt idx="47">
                  <c:v>0.90484</c:v>
                </c:pt>
                <c:pt idx="48">
                  <c:v>0.91959</c:v>
                </c:pt>
                <c:pt idx="49">
                  <c:v>0.933</c:v>
                </c:pt>
                <c:pt idx="50">
                  <c:v>0.9451</c:v>
                </c:pt>
                <c:pt idx="51">
                  <c:v>0.95592</c:v>
                </c:pt>
                <c:pt idx="52">
                  <c:v>0.96548</c:v>
                </c:pt>
                <c:pt idx="53">
                  <c:v>0.97381</c:v>
                </c:pt>
                <c:pt idx="54">
                  <c:v>0.98093</c:v>
                </c:pt>
                <c:pt idx="55">
                  <c:v>0.98688</c:v>
                </c:pt>
                <c:pt idx="56">
                  <c:v>0.99168</c:v>
                </c:pt>
                <c:pt idx="57">
                  <c:v>0.99537</c:v>
                </c:pt>
                <c:pt idx="58">
                  <c:v>0.99796</c:v>
                </c:pt>
                <c:pt idx="59">
                  <c:v>0.9995</c:v>
                </c:pt>
                <c:pt idx="60">
                  <c:v>1</c:v>
                </c:pt>
                <c:pt idx="61">
                  <c:v>0.99951</c:v>
                </c:pt>
                <c:pt idx="62">
                  <c:v>0.99804</c:v>
                </c:pt>
                <c:pt idx="63">
                  <c:v>0.99564</c:v>
                </c:pt>
                <c:pt idx="64">
                  <c:v>0.99232</c:v>
                </c:pt>
                <c:pt idx="65">
                  <c:v>0.98813</c:v>
                </c:pt>
                <c:pt idx="66">
                  <c:v>0.98309</c:v>
                </c:pt>
                <c:pt idx="67">
                  <c:v>0.97722</c:v>
                </c:pt>
                <c:pt idx="68">
                  <c:v>0.97058</c:v>
                </c:pt>
                <c:pt idx="69">
                  <c:v>0.96317</c:v>
                </c:pt>
                <c:pt idx="70">
                  <c:v>0.95503</c:v>
                </c:pt>
                <c:pt idx="71">
                  <c:v>0.9462</c:v>
                </c:pt>
                <c:pt idx="72">
                  <c:v>0.9367</c:v>
                </c:pt>
                <c:pt idx="73">
                  <c:v>0.92656</c:v>
                </c:pt>
                <c:pt idx="74">
                  <c:v>0.91581</c:v>
                </c:pt>
                <c:pt idx="75">
                  <c:v>0.90448</c:v>
                </c:pt>
                <c:pt idx="76">
                  <c:v>0.8926</c:v>
                </c:pt>
                <c:pt idx="77">
                  <c:v>0.8802</c:v>
                </c:pt>
                <c:pt idx="78">
                  <c:v>0.86731</c:v>
                </c:pt>
                <c:pt idx="79">
                  <c:v>0.85395</c:v>
                </c:pt>
                <c:pt idx="80">
                  <c:v>0.84016</c:v>
                </c:pt>
                <c:pt idx="81">
                  <c:v>0.82596</c:v>
                </c:pt>
                <c:pt idx="82">
                  <c:v>0.81137</c:v>
                </c:pt>
                <c:pt idx="83">
                  <c:v>0.79644</c:v>
                </c:pt>
                <c:pt idx="84">
                  <c:v>0.78117</c:v>
                </c:pt>
                <c:pt idx="85">
                  <c:v>0.76561</c:v>
                </c:pt>
                <c:pt idx="86">
                  <c:v>0.74977</c:v>
                </c:pt>
                <c:pt idx="87">
                  <c:v>0.73369</c:v>
                </c:pt>
                <c:pt idx="88">
                  <c:v>0.71738</c:v>
                </c:pt>
                <c:pt idx="89">
                  <c:v>0.70087</c:v>
                </c:pt>
                <c:pt idx="90">
                  <c:v>0.6842</c:v>
                </c:pt>
                <c:pt idx="91">
                  <c:v>0.66737</c:v>
                </c:pt>
                <c:pt idx="92">
                  <c:v>0.65042</c:v>
                </c:pt>
                <c:pt idx="93">
                  <c:v>0.63337</c:v>
                </c:pt>
                <c:pt idx="94">
                  <c:v>0.61624</c:v>
                </c:pt>
                <c:pt idx="95">
                  <c:v>0.59906</c:v>
                </c:pt>
                <c:pt idx="96">
                  <c:v>0.58184</c:v>
                </c:pt>
                <c:pt idx="97">
                  <c:v>0.56461</c:v>
                </c:pt>
                <c:pt idx="98">
                  <c:v>0.5474</c:v>
                </c:pt>
                <c:pt idx="99">
                  <c:v>0.53021</c:v>
                </c:pt>
                <c:pt idx="100">
                  <c:v>0.51307</c:v>
                </c:pt>
                <c:pt idx="101">
                  <c:v>0.49601</c:v>
                </c:pt>
                <c:pt idx="102">
                  <c:v>0.47904</c:v>
                </c:pt>
                <c:pt idx="103">
                  <c:v>0.46217</c:v>
                </c:pt>
                <c:pt idx="104">
                  <c:v>0.44544</c:v>
                </c:pt>
                <c:pt idx="105">
                  <c:v>0.42885</c:v>
                </c:pt>
                <c:pt idx="106">
                  <c:v>0.41242</c:v>
                </c:pt>
                <c:pt idx="107">
                  <c:v>0.39617</c:v>
                </c:pt>
                <c:pt idx="108">
                  <c:v>0.38012</c:v>
                </c:pt>
                <c:pt idx="109">
                  <c:v>0.36428</c:v>
                </c:pt>
                <c:pt idx="110">
                  <c:v>0.34867</c:v>
                </c:pt>
                <c:pt idx="111">
                  <c:v>0.33329</c:v>
                </c:pt>
                <c:pt idx="112">
                  <c:v>0.31817</c:v>
                </c:pt>
                <c:pt idx="113">
                  <c:v>0.30332</c:v>
                </c:pt>
                <c:pt idx="114">
                  <c:v>0.28875</c:v>
                </c:pt>
                <c:pt idx="115">
                  <c:v>0.27448</c:v>
                </c:pt>
                <c:pt idx="116">
                  <c:v>0.26051</c:v>
                </c:pt>
                <c:pt idx="117">
                  <c:v>0.24685</c:v>
                </c:pt>
                <c:pt idx="118">
                  <c:v>0.23352</c:v>
                </c:pt>
                <c:pt idx="119">
                  <c:v>0.22053</c:v>
                </c:pt>
                <c:pt idx="120">
                  <c:v>0.20788</c:v>
                </c:pt>
                <c:pt idx="121">
                  <c:v>0.19559</c:v>
                </c:pt>
                <c:pt idx="122">
                  <c:v>0.18365</c:v>
                </c:pt>
                <c:pt idx="123">
                  <c:v>0.17209</c:v>
                </c:pt>
                <c:pt idx="124">
                  <c:v>0.1609</c:v>
                </c:pt>
                <c:pt idx="125">
                  <c:v>0.15009</c:v>
                </c:pt>
                <c:pt idx="126">
                  <c:v>0.13966</c:v>
                </c:pt>
                <c:pt idx="127">
                  <c:v>0.12963</c:v>
                </c:pt>
                <c:pt idx="128">
                  <c:v>0.11999</c:v>
                </c:pt>
                <c:pt idx="129">
                  <c:v>0.11074</c:v>
                </c:pt>
                <c:pt idx="130">
                  <c:v>0.1019</c:v>
                </c:pt>
                <c:pt idx="131">
                  <c:v>0.09345</c:v>
                </c:pt>
                <c:pt idx="132">
                  <c:v>0.08541</c:v>
                </c:pt>
                <c:pt idx="133">
                  <c:v>0.07776</c:v>
                </c:pt>
                <c:pt idx="134">
                  <c:v>0.07052</c:v>
                </c:pt>
                <c:pt idx="135">
                  <c:v>0.06368</c:v>
                </c:pt>
                <c:pt idx="136">
                  <c:v>0.05723</c:v>
                </c:pt>
                <c:pt idx="137">
                  <c:v>0.05118</c:v>
                </c:pt>
                <c:pt idx="138">
                  <c:v>0.04551</c:v>
                </c:pt>
                <c:pt idx="139">
                  <c:v>0.04024</c:v>
                </c:pt>
                <c:pt idx="140">
                  <c:v>0.03534</c:v>
                </c:pt>
                <c:pt idx="141">
                  <c:v>0.03081</c:v>
                </c:pt>
                <c:pt idx="142">
                  <c:v>0.02665</c:v>
                </c:pt>
                <c:pt idx="143">
                  <c:v>0.02285</c:v>
                </c:pt>
                <c:pt idx="144">
                  <c:v>0.01939</c:v>
                </c:pt>
                <c:pt idx="145">
                  <c:v>0.01627</c:v>
                </c:pt>
                <c:pt idx="146">
                  <c:v>0.01349</c:v>
                </c:pt>
                <c:pt idx="147">
                  <c:v>0.01101</c:v>
                </c:pt>
                <c:pt idx="148">
                  <c:v>0.00884</c:v>
                </c:pt>
                <c:pt idx="149">
                  <c:v>0.00696</c:v>
                </c:pt>
                <c:pt idx="150">
                  <c:v>0.00534</c:v>
                </c:pt>
                <c:pt idx="151">
                  <c:v>0.00399</c:v>
                </c:pt>
                <c:pt idx="152">
                  <c:v>0.00287</c:v>
                </c:pt>
                <c:pt idx="153">
                  <c:v>0.00198</c:v>
                </c:pt>
                <c:pt idx="154">
                  <c:v>0.00129</c:v>
                </c:pt>
                <c:pt idx="155">
                  <c:v>0.00077</c:v>
                </c:pt>
                <c:pt idx="156">
                  <c:v>0.00041</c:v>
                </c:pt>
                <c:pt idx="157">
                  <c:v>0.00018</c:v>
                </c:pt>
                <c:pt idx="158">
                  <c:v>0.00006</c:v>
                </c:pt>
                <c:pt idx="159">
                  <c:v>0.00001</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0"/>
          <c:min val="5"/>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 de retraso</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5"/>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Centro: dónde está</a:t>
            </a:r>
          </a:p>
        </c:rich>
      </c:tx>
      <c:layout/>
      <c:overlay val="0"/>
    </c:title>
    <c:autoTitleDeleted val="0"/>
    <c:plotArea>
      <c:layout/>
      <c:scatterChart>
        <c:scatterStyle val="lineMarker"/>
        <c:varyColors val="0"/>
        <c:ser>
          <c:idx val="0"/>
          <c:order val="0"/>
          <c:tx>
            <c:strRef>
              <c:f>Sheet1!$B$1</c:f>
              <c:strCache>
                <c:ptCount val="1"/>
                <c:pt idx="0">
                  <c:v>Centro 20</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Sheet1!$A$2:$A$242</c:f>
              <c:numCache>
                <c:formatCode>General</c:formatCode>
                <c:ptCount val="2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numCache>
            </c:numRef>
          </c:xVal>
          <c:yVal>
            <c:numRef>
              <c:f>Sheet1!$B$2:$B$242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0.00244</c:v>
                </c:pt>
                <c:pt idx="42">
                  <c:v>0.00951</c:v>
                </c:pt>
                <c:pt idx="43">
                  <c:v>0.02084</c:v>
                </c:pt>
                <c:pt idx="44">
                  <c:v>0.0361</c:v>
                </c:pt>
                <c:pt idx="45">
                  <c:v>0.05493</c:v>
                </c:pt>
                <c:pt idx="46">
                  <c:v>0.07701</c:v>
                </c:pt>
                <c:pt idx="47">
                  <c:v>0.102</c:v>
                </c:pt>
                <c:pt idx="48">
                  <c:v>0.1296</c:v>
                </c:pt>
                <c:pt idx="49">
                  <c:v>0.1595</c:v>
                </c:pt>
                <c:pt idx="50">
                  <c:v>0.19141</c:v>
                </c:pt>
                <c:pt idx="51">
                  <c:v>0.22503</c:v>
                </c:pt>
                <c:pt idx="52">
                  <c:v>0.2601</c:v>
                </c:pt>
                <c:pt idx="53">
                  <c:v>0.29634</c:v>
                </c:pt>
                <c:pt idx="54">
                  <c:v>0.33351</c:v>
                </c:pt>
                <c:pt idx="55">
                  <c:v>0.37134</c:v>
                </c:pt>
                <c:pt idx="56">
                  <c:v>0.4096</c:v>
                </c:pt>
                <c:pt idx="57">
                  <c:v>0.44806</c:v>
                </c:pt>
                <c:pt idx="58">
                  <c:v>0.48651</c:v>
                </c:pt>
                <c:pt idx="59">
                  <c:v>0.52472</c:v>
                </c:pt>
                <c:pt idx="60">
                  <c:v>0.5625</c:v>
                </c:pt>
                <c:pt idx="61">
                  <c:v>0.59966</c:v>
                </c:pt>
                <c:pt idx="62">
                  <c:v>0.63601</c:v>
                </c:pt>
                <c:pt idx="63">
                  <c:v>0.67138</c:v>
                </c:pt>
                <c:pt idx="64">
                  <c:v>0.7056</c:v>
                </c:pt>
                <c:pt idx="65">
                  <c:v>0.73853</c:v>
                </c:pt>
                <c:pt idx="66">
                  <c:v>0.77001</c:v>
                </c:pt>
                <c:pt idx="67">
                  <c:v>0.79991</c:v>
                </c:pt>
                <c:pt idx="68">
                  <c:v>0.8281</c:v>
                </c:pt>
                <c:pt idx="69">
                  <c:v>0.85447</c:v>
                </c:pt>
                <c:pt idx="70">
                  <c:v>0.87891</c:v>
                </c:pt>
                <c:pt idx="71">
                  <c:v>0.90131</c:v>
                </c:pt>
                <c:pt idx="72">
                  <c:v>0.9216</c:v>
                </c:pt>
                <c:pt idx="73">
                  <c:v>0.93969</c:v>
                </c:pt>
                <c:pt idx="74">
                  <c:v>0.95551</c:v>
                </c:pt>
                <c:pt idx="75">
                  <c:v>0.96899</c:v>
                </c:pt>
                <c:pt idx="76">
                  <c:v>0.9801</c:v>
                </c:pt>
                <c:pt idx="77">
                  <c:v>0.98878</c:v>
                </c:pt>
                <c:pt idx="78">
                  <c:v>0.99501</c:v>
                </c:pt>
                <c:pt idx="79">
                  <c:v>0.99875</c:v>
                </c:pt>
                <c:pt idx="80">
                  <c:v>1</c:v>
                </c:pt>
                <c:pt idx="81">
                  <c:v>0.99875</c:v>
                </c:pt>
                <c:pt idx="82">
                  <c:v>0.99501</c:v>
                </c:pt>
                <c:pt idx="83">
                  <c:v>0.98878</c:v>
                </c:pt>
                <c:pt idx="84">
                  <c:v>0.9801</c:v>
                </c:pt>
                <c:pt idx="85">
                  <c:v>0.96899</c:v>
                </c:pt>
                <c:pt idx="86">
                  <c:v>0.95551</c:v>
                </c:pt>
                <c:pt idx="87">
                  <c:v>0.93969</c:v>
                </c:pt>
                <c:pt idx="88">
                  <c:v>0.9216</c:v>
                </c:pt>
                <c:pt idx="89">
                  <c:v>0.90131</c:v>
                </c:pt>
                <c:pt idx="90">
                  <c:v>0.87891</c:v>
                </c:pt>
                <c:pt idx="91">
                  <c:v>0.85447</c:v>
                </c:pt>
                <c:pt idx="92">
                  <c:v>0.8281</c:v>
                </c:pt>
                <c:pt idx="93">
                  <c:v>0.79991</c:v>
                </c:pt>
                <c:pt idx="94">
                  <c:v>0.77001</c:v>
                </c:pt>
                <c:pt idx="95">
                  <c:v>0.73853</c:v>
                </c:pt>
                <c:pt idx="96">
                  <c:v>0.7056</c:v>
                </c:pt>
                <c:pt idx="97">
                  <c:v>0.67138</c:v>
                </c:pt>
                <c:pt idx="98">
                  <c:v>0.63601</c:v>
                </c:pt>
                <c:pt idx="99">
                  <c:v>0.59966</c:v>
                </c:pt>
                <c:pt idx="100">
                  <c:v>0.5625</c:v>
                </c:pt>
                <c:pt idx="101">
                  <c:v>0.52472</c:v>
                </c:pt>
                <c:pt idx="102">
                  <c:v>0.48651</c:v>
                </c:pt>
                <c:pt idx="103">
                  <c:v>0.44806</c:v>
                </c:pt>
                <c:pt idx="104">
                  <c:v>0.4096</c:v>
                </c:pt>
                <c:pt idx="105">
                  <c:v>0.37134</c:v>
                </c:pt>
                <c:pt idx="106">
                  <c:v>0.33351</c:v>
                </c:pt>
                <c:pt idx="107">
                  <c:v>0.29634</c:v>
                </c:pt>
                <c:pt idx="108">
                  <c:v>0.2601</c:v>
                </c:pt>
                <c:pt idx="109">
                  <c:v>0.22503</c:v>
                </c:pt>
                <c:pt idx="110">
                  <c:v>0.19141</c:v>
                </c:pt>
                <c:pt idx="111">
                  <c:v>0.1595</c:v>
                </c:pt>
                <c:pt idx="112">
                  <c:v>0.1296</c:v>
                </c:pt>
                <c:pt idx="113">
                  <c:v>0.102</c:v>
                </c:pt>
                <c:pt idx="114">
                  <c:v>0.07701</c:v>
                </c:pt>
                <c:pt idx="115">
                  <c:v>0.05493</c:v>
                </c:pt>
                <c:pt idx="116">
                  <c:v>0.0361</c:v>
                </c:pt>
                <c:pt idx="117">
                  <c:v>0.02084</c:v>
                </c:pt>
                <c:pt idx="118">
                  <c:v>0.00951</c:v>
                </c:pt>
                <c:pt idx="119">
                  <c:v>0.00244</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ser>
          <c:idx val="1"/>
          <c:order val="1"/>
          <c:tx>
            <c:strRef>
              <c:f>Sheet1!$C$1</c:f>
              <c:strCache>
                <c:ptCount val="1"/>
                <c:pt idx="0">
                  <c:v>Centro 35</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Sheet1!$A$2:$A$242</c:f>
              <c:numCache>
                <c:formatCode>General</c:formatCode>
                <c:ptCount val="2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numCache>
            </c:numRef>
          </c:xVal>
          <c:yVal>
            <c:numRef>
              <c:f>Sheet1!$C$2:$C$242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0.00244</c:v>
                </c:pt>
                <c:pt idx="102">
                  <c:v>0.00951</c:v>
                </c:pt>
                <c:pt idx="103">
                  <c:v>0.02084</c:v>
                </c:pt>
                <c:pt idx="104">
                  <c:v>0.0361</c:v>
                </c:pt>
                <c:pt idx="105">
                  <c:v>0.05493</c:v>
                </c:pt>
                <c:pt idx="106">
                  <c:v>0.07701</c:v>
                </c:pt>
                <c:pt idx="107">
                  <c:v>0.102</c:v>
                </c:pt>
                <c:pt idx="108">
                  <c:v>0.1296</c:v>
                </c:pt>
                <c:pt idx="109">
                  <c:v>0.1595</c:v>
                </c:pt>
                <c:pt idx="110">
                  <c:v>0.19141</c:v>
                </c:pt>
                <c:pt idx="111">
                  <c:v>0.22503</c:v>
                </c:pt>
                <c:pt idx="112">
                  <c:v>0.2601</c:v>
                </c:pt>
                <c:pt idx="113">
                  <c:v>0.29634</c:v>
                </c:pt>
                <c:pt idx="114">
                  <c:v>0.33351</c:v>
                </c:pt>
                <c:pt idx="115">
                  <c:v>0.37134</c:v>
                </c:pt>
                <c:pt idx="116">
                  <c:v>0.4096</c:v>
                </c:pt>
                <c:pt idx="117">
                  <c:v>0.44806</c:v>
                </c:pt>
                <c:pt idx="118">
                  <c:v>0.48651</c:v>
                </c:pt>
                <c:pt idx="119">
                  <c:v>0.52472</c:v>
                </c:pt>
                <c:pt idx="120">
                  <c:v>0.5625</c:v>
                </c:pt>
                <c:pt idx="121">
                  <c:v>0.59966</c:v>
                </c:pt>
                <c:pt idx="122">
                  <c:v>0.63601</c:v>
                </c:pt>
                <c:pt idx="123">
                  <c:v>0.67138</c:v>
                </c:pt>
                <c:pt idx="124">
                  <c:v>0.7056</c:v>
                </c:pt>
                <c:pt idx="125">
                  <c:v>0.73853</c:v>
                </c:pt>
                <c:pt idx="126">
                  <c:v>0.77001</c:v>
                </c:pt>
                <c:pt idx="127">
                  <c:v>0.79991</c:v>
                </c:pt>
                <c:pt idx="128">
                  <c:v>0.8281</c:v>
                </c:pt>
                <c:pt idx="129">
                  <c:v>0.85447</c:v>
                </c:pt>
                <c:pt idx="130">
                  <c:v>0.87891</c:v>
                </c:pt>
                <c:pt idx="131">
                  <c:v>0.90131</c:v>
                </c:pt>
                <c:pt idx="132">
                  <c:v>0.9216</c:v>
                </c:pt>
                <c:pt idx="133">
                  <c:v>0.93969</c:v>
                </c:pt>
                <c:pt idx="134">
                  <c:v>0.95551</c:v>
                </c:pt>
                <c:pt idx="135">
                  <c:v>0.96899</c:v>
                </c:pt>
                <c:pt idx="136">
                  <c:v>0.9801</c:v>
                </c:pt>
                <c:pt idx="137">
                  <c:v>0.98878</c:v>
                </c:pt>
                <c:pt idx="138">
                  <c:v>0.99501</c:v>
                </c:pt>
                <c:pt idx="139">
                  <c:v>0.99875</c:v>
                </c:pt>
                <c:pt idx="140">
                  <c:v>1</c:v>
                </c:pt>
                <c:pt idx="141">
                  <c:v>0.99875</c:v>
                </c:pt>
                <c:pt idx="142">
                  <c:v>0.99501</c:v>
                </c:pt>
                <c:pt idx="143">
                  <c:v>0.98878</c:v>
                </c:pt>
                <c:pt idx="144">
                  <c:v>0.9801</c:v>
                </c:pt>
                <c:pt idx="145">
                  <c:v>0.96899</c:v>
                </c:pt>
                <c:pt idx="146">
                  <c:v>0.95551</c:v>
                </c:pt>
                <c:pt idx="147">
                  <c:v>0.93969</c:v>
                </c:pt>
                <c:pt idx="148">
                  <c:v>0.9216</c:v>
                </c:pt>
                <c:pt idx="149">
                  <c:v>0.90131</c:v>
                </c:pt>
                <c:pt idx="150">
                  <c:v>0.87891</c:v>
                </c:pt>
                <c:pt idx="151">
                  <c:v>0.85447</c:v>
                </c:pt>
                <c:pt idx="152">
                  <c:v>0.8281</c:v>
                </c:pt>
                <c:pt idx="153">
                  <c:v>0.79991</c:v>
                </c:pt>
                <c:pt idx="154">
                  <c:v>0.77001</c:v>
                </c:pt>
                <c:pt idx="155">
                  <c:v>0.73853</c:v>
                </c:pt>
                <c:pt idx="156">
                  <c:v>0.7056</c:v>
                </c:pt>
                <c:pt idx="157">
                  <c:v>0.67138</c:v>
                </c:pt>
                <c:pt idx="158">
                  <c:v>0.63601</c:v>
                </c:pt>
                <c:pt idx="159">
                  <c:v>0.59966</c:v>
                </c:pt>
                <c:pt idx="160">
                  <c:v>0.5625</c:v>
                </c:pt>
                <c:pt idx="161">
                  <c:v>0.52472</c:v>
                </c:pt>
                <c:pt idx="162">
                  <c:v>0.48651</c:v>
                </c:pt>
                <c:pt idx="163">
                  <c:v>0.44806</c:v>
                </c:pt>
                <c:pt idx="164">
                  <c:v>0.4096</c:v>
                </c:pt>
                <c:pt idx="165">
                  <c:v>0.37134</c:v>
                </c:pt>
                <c:pt idx="166">
                  <c:v>0.33351</c:v>
                </c:pt>
                <c:pt idx="167">
                  <c:v>0.29634</c:v>
                </c:pt>
                <c:pt idx="168">
                  <c:v>0.2601</c:v>
                </c:pt>
                <c:pt idx="169">
                  <c:v>0.22503</c:v>
                </c:pt>
                <c:pt idx="170">
                  <c:v>0.19141</c:v>
                </c:pt>
                <c:pt idx="171">
                  <c:v>0.1595</c:v>
                </c:pt>
                <c:pt idx="172">
                  <c:v>0.1296</c:v>
                </c:pt>
                <c:pt idx="173">
                  <c:v>0.102</c:v>
                </c:pt>
                <c:pt idx="174">
                  <c:v>0.07701</c:v>
                </c:pt>
                <c:pt idx="175">
                  <c:v>0.05493</c:v>
                </c:pt>
                <c:pt idx="176">
                  <c:v>0.0361</c:v>
                </c:pt>
                <c:pt idx="177">
                  <c:v>0.02084</c:v>
                </c:pt>
                <c:pt idx="178">
                  <c:v>0.00951</c:v>
                </c:pt>
                <c:pt idx="179">
                  <c:v>0.00244</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Ancho: cuánta incertidumbre</a:t>
            </a:r>
          </a:p>
        </c:rich>
      </c:tx>
      <c:layout/>
      <c:overlay val="0"/>
    </c:title>
    <c:autoTitleDeleted val="0"/>
    <c:plotArea>
      <c:layout/>
      <c:scatterChart>
        <c:scatterStyle val="lineMarker"/>
        <c:varyColors val="0"/>
        <c:ser>
          <c:idx val="0"/>
          <c:order val="0"/>
          <c:tx>
            <c:strRef>
              <c:f>Sheet1!$B$1</c:f>
              <c:strCache>
                <c:ptCount val="1"/>
                <c:pt idx="0">
                  <c:v>Estrecho</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Sheet1!$A$2:$A$242</c:f>
              <c:numCache>
                <c:formatCode>General</c:formatCode>
                <c:ptCount val="2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numCache>
            </c:numRef>
          </c:xVal>
          <c:yVal>
            <c:numRef>
              <c:f>Sheet1!$B$2:$B$242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0.00666</c:v>
                </c:pt>
                <c:pt idx="98">
                  <c:v>0.02551</c:v>
                </c:pt>
                <c:pt idx="99">
                  <c:v>0.05493</c:v>
                </c:pt>
                <c:pt idx="100">
                  <c:v>0.09336</c:v>
                </c:pt>
                <c:pt idx="101">
                  <c:v>0.13933</c:v>
                </c:pt>
                <c:pt idx="102">
                  <c:v>0.19141</c:v>
                </c:pt>
                <c:pt idx="103">
                  <c:v>0.24827</c:v>
                </c:pt>
                <c:pt idx="104">
                  <c:v>0.30864</c:v>
                </c:pt>
                <c:pt idx="105">
                  <c:v>0.37134</c:v>
                </c:pt>
                <c:pt idx="106">
                  <c:v>0.43523</c:v>
                </c:pt>
                <c:pt idx="107">
                  <c:v>0.49928</c:v>
                </c:pt>
                <c:pt idx="108">
                  <c:v>0.5625</c:v>
                </c:pt>
                <c:pt idx="109">
                  <c:v>0.62399</c:v>
                </c:pt>
                <c:pt idx="110">
                  <c:v>0.68292</c:v>
                </c:pt>
                <c:pt idx="111">
                  <c:v>0.73853</c:v>
                </c:pt>
                <c:pt idx="112">
                  <c:v>0.79012</c:v>
                </c:pt>
                <c:pt idx="113">
                  <c:v>0.8371</c:v>
                </c:pt>
                <c:pt idx="114">
                  <c:v>0.87891</c:v>
                </c:pt>
                <c:pt idx="115">
                  <c:v>0.91508</c:v>
                </c:pt>
                <c:pt idx="116">
                  <c:v>0.94522</c:v>
                </c:pt>
                <c:pt idx="117">
                  <c:v>0.96899</c:v>
                </c:pt>
                <c:pt idx="118">
                  <c:v>0.98616</c:v>
                </c:pt>
                <c:pt idx="119">
                  <c:v>0.99653</c:v>
                </c:pt>
                <c:pt idx="120">
                  <c:v>1</c:v>
                </c:pt>
                <c:pt idx="121">
                  <c:v>0.99653</c:v>
                </c:pt>
                <c:pt idx="122">
                  <c:v>0.98616</c:v>
                </c:pt>
                <c:pt idx="123">
                  <c:v>0.96899</c:v>
                </c:pt>
                <c:pt idx="124">
                  <c:v>0.94522</c:v>
                </c:pt>
                <c:pt idx="125">
                  <c:v>0.91508</c:v>
                </c:pt>
                <c:pt idx="126">
                  <c:v>0.87891</c:v>
                </c:pt>
                <c:pt idx="127">
                  <c:v>0.8371</c:v>
                </c:pt>
                <c:pt idx="128">
                  <c:v>0.79012</c:v>
                </c:pt>
                <c:pt idx="129">
                  <c:v>0.73853</c:v>
                </c:pt>
                <c:pt idx="130">
                  <c:v>0.68292</c:v>
                </c:pt>
                <c:pt idx="131">
                  <c:v>0.62399</c:v>
                </c:pt>
                <c:pt idx="132">
                  <c:v>0.5625</c:v>
                </c:pt>
                <c:pt idx="133">
                  <c:v>0.49928</c:v>
                </c:pt>
                <c:pt idx="134">
                  <c:v>0.43523</c:v>
                </c:pt>
                <c:pt idx="135">
                  <c:v>0.37134</c:v>
                </c:pt>
                <c:pt idx="136">
                  <c:v>0.30864</c:v>
                </c:pt>
                <c:pt idx="137">
                  <c:v>0.24827</c:v>
                </c:pt>
                <c:pt idx="138">
                  <c:v>0.19141</c:v>
                </c:pt>
                <c:pt idx="139">
                  <c:v>0.13933</c:v>
                </c:pt>
                <c:pt idx="140">
                  <c:v>0.09336</c:v>
                </c:pt>
                <c:pt idx="141">
                  <c:v>0.05493</c:v>
                </c:pt>
                <c:pt idx="142">
                  <c:v>0.02551</c:v>
                </c:pt>
                <c:pt idx="143">
                  <c:v>0.00666</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ser>
          <c:idx val="1"/>
          <c:order val="1"/>
          <c:tx>
            <c:strRef>
              <c:f>Sheet1!$C$1</c:f>
              <c:strCache>
                <c:ptCount val="1"/>
                <c:pt idx="0">
                  <c:v>Ancho</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Sheet1!$A$2:$A$242</c:f>
              <c:numCache>
                <c:formatCode>General</c:formatCode>
                <c:ptCount val="2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numCache>
            </c:numRef>
          </c:xVal>
          <c:yVal>
            <c:numRef>
              <c:f>Sheet1!$C$2:$C$242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0.00019</c:v>
                </c:pt>
                <c:pt idx="42">
                  <c:v>0.00073</c:v>
                </c:pt>
                <c:pt idx="43">
                  <c:v>0.00162</c:v>
                </c:pt>
                <c:pt idx="44">
                  <c:v>0.00285</c:v>
                </c:pt>
                <c:pt idx="45">
                  <c:v>0.0044</c:v>
                </c:pt>
                <c:pt idx="46">
                  <c:v>0.00625</c:v>
                </c:pt>
                <c:pt idx="47">
                  <c:v>0.0084</c:v>
                </c:pt>
                <c:pt idx="48">
                  <c:v>0.01083</c:v>
                </c:pt>
                <c:pt idx="49">
                  <c:v>0.01353</c:v>
                </c:pt>
                <c:pt idx="50">
                  <c:v>0.01648</c:v>
                </c:pt>
                <c:pt idx="51">
                  <c:v>0.01968</c:v>
                </c:pt>
                <c:pt idx="52">
                  <c:v>0.0231</c:v>
                </c:pt>
                <c:pt idx="53">
                  <c:v>0.02675</c:v>
                </c:pt>
                <c:pt idx="54">
                  <c:v>0.0306</c:v>
                </c:pt>
                <c:pt idx="55">
                  <c:v>0.03465</c:v>
                </c:pt>
                <c:pt idx="56">
                  <c:v>0.03888</c:v>
                </c:pt>
                <c:pt idx="57">
                  <c:v>0.04328</c:v>
                </c:pt>
                <c:pt idx="58">
                  <c:v>0.04785</c:v>
                </c:pt>
                <c:pt idx="59">
                  <c:v>0.05257</c:v>
                </c:pt>
                <c:pt idx="60">
                  <c:v>0.05742</c:v>
                </c:pt>
                <c:pt idx="61">
                  <c:v>0.06241</c:v>
                </c:pt>
                <c:pt idx="62">
                  <c:v>0.06751</c:v>
                </c:pt>
                <c:pt idx="63">
                  <c:v>0.07272</c:v>
                </c:pt>
                <c:pt idx="64">
                  <c:v>0.07803</c:v>
                </c:pt>
                <c:pt idx="65">
                  <c:v>0.08343</c:v>
                </c:pt>
                <c:pt idx="66">
                  <c:v>0.0889</c:v>
                </c:pt>
                <c:pt idx="67">
                  <c:v>0.09445</c:v>
                </c:pt>
                <c:pt idx="68">
                  <c:v>0.10005</c:v>
                </c:pt>
                <c:pt idx="69">
                  <c:v>0.10571</c:v>
                </c:pt>
                <c:pt idx="70">
                  <c:v>0.1114</c:v>
                </c:pt>
                <c:pt idx="71">
                  <c:v>0.11713</c:v>
                </c:pt>
                <c:pt idx="72">
                  <c:v>0.12288</c:v>
                </c:pt>
                <c:pt idx="73">
                  <c:v>0.12865</c:v>
                </c:pt>
                <c:pt idx="74">
                  <c:v>0.13442</c:v>
                </c:pt>
                <c:pt idx="75">
                  <c:v>0.14019</c:v>
                </c:pt>
                <c:pt idx="76">
                  <c:v>0.14595</c:v>
                </c:pt>
                <c:pt idx="77">
                  <c:v>0.1517</c:v>
                </c:pt>
                <c:pt idx="78">
                  <c:v>0.15742</c:v>
                </c:pt>
                <c:pt idx="79">
                  <c:v>0.1631</c:v>
                </c:pt>
                <c:pt idx="80">
                  <c:v>0.16875</c:v>
                </c:pt>
                <c:pt idx="81">
                  <c:v>0.17435</c:v>
                </c:pt>
                <c:pt idx="82">
                  <c:v>0.1799</c:v>
                </c:pt>
                <c:pt idx="83">
                  <c:v>0.18538</c:v>
                </c:pt>
                <c:pt idx="84">
                  <c:v>0.1908</c:v>
                </c:pt>
                <c:pt idx="85">
                  <c:v>0.19615</c:v>
                </c:pt>
                <c:pt idx="86">
                  <c:v>0.20141</c:v>
                </c:pt>
                <c:pt idx="87">
                  <c:v>0.20659</c:v>
                </c:pt>
                <c:pt idx="88">
                  <c:v>0.21168</c:v>
                </c:pt>
                <c:pt idx="89">
                  <c:v>0.21667</c:v>
                </c:pt>
                <c:pt idx="90">
                  <c:v>0.22156</c:v>
                </c:pt>
                <c:pt idx="91">
                  <c:v>0.22634</c:v>
                </c:pt>
                <c:pt idx="92">
                  <c:v>0.231</c:v>
                </c:pt>
                <c:pt idx="93">
                  <c:v>0.23555</c:v>
                </c:pt>
                <c:pt idx="94">
                  <c:v>0.23997</c:v>
                </c:pt>
                <c:pt idx="95">
                  <c:v>0.24427</c:v>
                </c:pt>
                <c:pt idx="96">
                  <c:v>0.24843</c:v>
                </c:pt>
                <c:pt idx="97">
                  <c:v>0.25246</c:v>
                </c:pt>
                <c:pt idx="98">
                  <c:v>0.25634</c:v>
                </c:pt>
                <c:pt idx="99">
                  <c:v>0.26008</c:v>
                </c:pt>
                <c:pt idx="100">
                  <c:v>0.26367</c:v>
                </c:pt>
                <c:pt idx="101">
                  <c:v>0.26711</c:v>
                </c:pt>
                <c:pt idx="102">
                  <c:v>0.27039</c:v>
                </c:pt>
                <c:pt idx="103">
                  <c:v>0.27352</c:v>
                </c:pt>
                <c:pt idx="104">
                  <c:v>0.27648</c:v>
                </c:pt>
                <c:pt idx="105">
                  <c:v>0.27928</c:v>
                </c:pt>
                <c:pt idx="106">
                  <c:v>0.28191</c:v>
                </c:pt>
                <c:pt idx="107">
                  <c:v>0.28437</c:v>
                </c:pt>
                <c:pt idx="108">
                  <c:v>0.28665</c:v>
                </c:pt>
                <c:pt idx="109">
                  <c:v>0.28876</c:v>
                </c:pt>
                <c:pt idx="110">
                  <c:v>0.2907</c:v>
                </c:pt>
                <c:pt idx="111">
                  <c:v>0.29245</c:v>
                </c:pt>
                <c:pt idx="112">
                  <c:v>0.29403</c:v>
                </c:pt>
                <c:pt idx="113">
                  <c:v>0.29542</c:v>
                </c:pt>
                <c:pt idx="114">
                  <c:v>0.29663</c:v>
                </c:pt>
                <c:pt idx="115">
                  <c:v>0.29766</c:v>
                </c:pt>
                <c:pt idx="116">
                  <c:v>0.2985</c:v>
                </c:pt>
                <c:pt idx="117">
                  <c:v>0.29916</c:v>
                </c:pt>
                <c:pt idx="118">
                  <c:v>0.29963</c:v>
                </c:pt>
                <c:pt idx="119">
                  <c:v>0.29991</c:v>
                </c:pt>
                <c:pt idx="120">
                  <c:v>0.3</c:v>
                </c:pt>
                <c:pt idx="121">
                  <c:v>0.29991</c:v>
                </c:pt>
                <c:pt idx="122">
                  <c:v>0.29963</c:v>
                </c:pt>
                <c:pt idx="123">
                  <c:v>0.29916</c:v>
                </c:pt>
                <c:pt idx="124">
                  <c:v>0.2985</c:v>
                </c:pt>
                <c:pt idx="125">
                  <c:v>0.29766</c:v>
                </c:pt>
                <c:pt idx="126">
                  <c:v>0.29663</c:v>
                </c:pt>
                <c:pt idx="127">
                  <c:v>0.29542</c:v>
                </c:pt>
                <c:pt idx="128">
                  <c:v>0.29403</c:v>
                </c:pt>
                <c:pt idx="129">
                  <c:v>0.29245</c:v>
                </c:pt>
                <c:pt idx="130">
                  <c:v>0.2907</c:v>
                </c:pt>
                <c:pt idx="131">
                  <c:v>0.28876</c:v>
                </c:pt>
                <c:pt idx="132">
                  <c:v>0.28665</c:v>
                </c:pt>
                <c:pt idx="133">
                  <c:v>0.28437</c:v>
                </c:pt>
                <c:pt idx="134">
                  <c:v>0.28191</c:v>
                </c:pt>
                <c:pt idx="135">
                  <c:v>0.27928</c:v>
                </c:pt>
                <c:pt idx="136">
                  <c:v>0.27648</c:v>
                </c:pt>
                <c:pt idx="137">
                  <c:v>0.27352</c:v>
                </c:pt>
                <c:pt idx="138">
                  <c:v>0.27039</c:v>
                </c:pt>
                <c:pt idx="139">
                  <c:v>0.26711</c:v>
                </c:pt>
                <c:pt idx="140">
                  <c:v>0.26367</c:v>
                </c:pt>
                <c:pt idx="141">
                  <c:v>0.26008</c:v>
                </c:pt>
                <c:pt idx="142">
                  <c:v>0.25634</c:v>
                </c:pt>
                <c:pt idx="143">
                  <c:v>0.25246</c:v>
                </c:pt>
                <c:pt idx="144">
                  <c:v>0.24843</c:v>
                </c:pt>
                <c:pt idx="145">
                  <c:v>0.24427</c:v>
                </c:pt>
                <c:pt idx="146">
                  <c:v>0.23997</c:v>
                </c:pt>
                <c:pt idx="147">
                  <c:v>0.23555</c:v>
                </c:pt>
                <c:pt idx="148">
                  <c:v>0.231</c:v>
                </c:pt>
                <c:pt idx="149">
                  <c:v>0.22634</c:v>
                </c:pt>
                <c:pt idx="150">
                  <c:v>0.22156</c:v>
                </c:pt>
                <c:pt idx="151">
                  <c:v>0.21667</c:v>
                </c:pt>
                <c:pt idx="152">
                  <c:v>0.21168</c:v>
                </c:pt>
                <c:pt idx="153">
                  <c:v>0.20659</c:v>
                </c:pt>
                <c:pt idx="154">
                  <c:v>0.20141</c:v>
                </c:pt>
                <c:pt idx="155">
                  <c:v>0.19615</c:v>
                </c:pt>
                <c:pt idx="156">
                  <c:v>0.1908</c:v>
                </c:pt>
                <c:pt idx="157">
                  <c:v>0.18538</c:v>
                </c:pt>
                <c:pt idx="158">
                  <c:v>0.1799</c:v>
                </c:pt>
                <c:pt idx="159">
                  <c:v>0.17435</c:v>
                </c:pt>
                <c:pt idx="160">
                  <c:v>0.16875</c:v>
                </c:pt>
                <c:pt idx="161">
                  <c:v>0.1631</c:v>
                </c:pt>
                <c:pt idx="162">
                  <c:v>0.15742</c:v>
                </c:pt>
                <c:pt idx="163">
                  <c:v>0.1517</c:v>
                </c:pt>
                <c:pt idx="164">
                  <c:v>0.14595</c:v>
                </c:pt>
                <c:pt idx="165">
                  <c:v>0.14019</c:v>
                </c:pt>
                <c:pt idx="166">
                  <c:v>0.13442</c:v>
                </c:pt>
                <c:pt idx="167">
                  <c:v>0.12865</c:v>
                </c:pt>
                <c:pt idx="168">
                  <c:v>0.12288</c:v>
                </c:pt>
                <c:pt idx="169">
                  <c:v>0.11713</c:v>
                </c:pt>
                <c:pt idx="170">
                  <c:v>0.1114</c:v>
                </c:pt>
                <c:pt idx="171">
                  <c:v>0.10571</c:v>
                </c:pt>
                <c:pt idx="172">
                  <c:v>0.10005</c:v>
                </c:pt>
                <c:pt idx="173">
                  <c:v>0.09445</c:v>
                </c:pt>
                <c:pt idx="174">
                  <c:v>0.0889</c:v>
                </c:pt>
                <c:pt idx="175">
                  <c:v>0.08343</c:v>
                </c:pt>
                <c:pt idx="176">
                  <c:v>0.07803</c:v>
                </c:pt>
                <c:pt idx="177">
                  <c:v>0.07272</c:v>
                </c:pt>
                <c:pt idx="178">
                  <c:v>0.06751</c:v>
                </c:pt>
                <c:pt idx="179">
                  <c:v>0.06241</c:v>
                </c:pt>
                <c:pt idx="180">
                  <c:v>0.05742</c:v>
                </c:pt>
                <c:pt idx="181">
                  <c:v>0.05257</c:v>
                </c:pt>
                <c:pt idx="182">
                  <c:v>0.04785</c:v>
                </c:pt>
                <c:pt idx="183">
                  <c:v>0.04328</c:v>
                </c:pt>
                <c:pt idx="184">
                  <c:v>0.03888</c:v>
                </c:pt>
                <c:pt idx="185">
                  <c:v>0.03465</c:v>
                </c:pt>
                <c:pt idx="186">
                  <c:v>0.0306</c:v>
                </c:pt>
                <c:pt idx="187">
                  <c:v>0.02675</c:v>
                </c:pt>
                <c:pt idx="188">
                  <c:v>0.0231</c:v>
                </c:pt>
                <c:pt idx="189">
                  <c:v>0.01968</c:v>
                </c:pt>
                <c:pt idx="190">
                  <c:v>0.01648</c:v>
                </c:pt>
                <c:pt idx="191">
                  <c:v>0.01353</c:v>
                </c:pt>
                <c:pt idx="192">
                  <c:v>0.01083</c:v>
                </c:pt>
                <c:pt idx="193">
                  <c:v>0.0084</c:v>
                </c:pt>
                <c:pt idx="194">
                  <c:v>0.00625</c:v>
                </c:pt>
                <c:pt idx="195">
                  <c:v>0.0044</c:v>
                </c:pt>
                <c:pt idx="196">
                  <c:v>0.00285</c:v>
                </c:pt>
                <c:pt idx="197">
                  <c:v>0.00162</c:v>
                </c:pt>
                <c:pt idx="198">
                  <c:v>0.00073</c:v>
                </c:pt>
                <c:pt idx="199">
                  <c:v>0.00019</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Sesgo: hacia dónde la cola</a:t>
            </a:r>
          </a:p>
        </c:rich>
      </c:tx>
      <c:layout/>
      <c:overlay val="0"/>
    </c:title>
    <c:autoTitleDeleted val="0"/>
    <c:plotArea>
      <c:layout/>
      <c:scatterChart>
        <c:scatterStyle val="lineMarker"/>
        <c:varyColors val="0"/>
        <c:ser>
          <c:idx val="0"/>
          <c:order val="0"/>
          <c:tx>
            <c:strRef>
              <c:f>Sheet1!$B$1</c:f>
              <c:strCache>
                <c:ptCount val="1"/>
                <c:pt idx="0">
                  <c:v>Simétrico</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Sheet1!$A$2:$A$242</c:f>
              <c:numCache>
                <c:formatCode>General</c:formatCode>
                <c:ptCount val="2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numCache>
            </c:numRef>
          </c:xVal>
          <c:yVal>
            <c:numRef>
              <c:f>Sheet1!$B$2:$B$242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0.00056</c:v>
                </c:pt>
                <c:pt idx="42">
                  <c:v>0.00221</c:v>
                </c:pt>
                <c:pt idx="43">
                  <c:v>0.00492</c:v>
                </c:pt>
                <c:pt idx="44">
                  <c:v>0.00863</c:v>
                </c:pt>
                <c:pt idx="45">
                  <c:v>0.01332</c:v>
                </c:pt>
                <c:pt idx="46">
                  <c:v>0.01893</c:v>
                </c:pt>
                <c:pt idx="47">
                  <c:v>0.02543</c:v>
                </c:pt>
                <c:pt idx="48">
                  <c:v>0.03278</c:v>
                </c:pt>
                <c:pt idx="49">
                  <c:v>0.04095</c:v>
                </c:pt>
                <c:pt idx="50">
                  <c:v>0.04989</c:v>
                </c:pt>
                <c:pt idx="51">
                  <c:v>0.05956</c:v>
                </c:pt>
                <c:pt idx="52">
                  <c:v>0.06993</c:v>
                </c:pt>
                <c:pt idx="53">
                  <c:v>0.08097</c:v>
                </c:pt>
                <c:pt idx="54">
                  <c:v>0.09263</c:v>
                </c:pt>
                <c:pt idx="55">
                  <c:v>0.10489</c:v>
                </c:pt>
                <c:pt idx="56">
                  <c:v>0.1177</c:v>
                </c:pt>
                <c:pt idx="57">
                  <c:v>0.13103</c:v>
                </c:pt>
                <c:pt idx="58">
                  <c:v>0.14485</c:v>
                </c:pt>
                <c:pt idx="59">
                  <c:v>0.15913</c:v>
                </c:pt>
                <c:pt idx="60">
                  <c:v>0.17383</c:v>
                </c:pt>
                <c:pt idx="61">
                  <c:v>0.18892</c:v>
                </c:pt>
                <c:pt idx="62">
                  <c:v>0.20436</c:v>
                </c:pt>
                <c:pt idx="63">
                  <c:v>0.22014</c:v>
                </c:pt>
                <c:pt idx="64">
                  <c:v>0.23621</c:v>
                </c:pt>
                <c:pt idx="65">
                  <c:v>0.25255</c:v>
                </c:pt>
                <c:pt idx="66">
                  <c:v>0.26913</c:v>
                </c:pt>
                <c:pt idx="67">
                  <c:v>0.28591</c:v>
                </c:pt>
                <c:pt idx="68">
                  <c:v>0.30288</c:v>
                </c:pt>
                <c:pt idx="69">
                  <c:v>0.31999</c:v>
                </c:pt>
                <c:pt idx="70">
                  <c:v>0.33723</c:v>
                </c:pt>
                <c:pt idx="71">
                  <c:v>0.35457</c:v>
                </c:pt>
                <c:pt idx="72">
                  <c:v>0.37198</c:v>
                </c:pt>
                <c:pt idx="73">
                  <c:v>0.38943</c:v>
                </c:pt>
                <c:pt idx="74">
                  <c:v>0.40691</c:v>
                </c:pt>
                <c:pt idx="75">
                  <c:v>0.42438</c:v>
                </c:pt>
                <c:pt idx="76">
                  <c:v>0.44182</c:v>
                </c:pt>
                <c:pt idx="77">
                  <c:v>0.45921</c:v>
                </c:pt>
                <c:pt idx="78">
                  <c:v>0.47653</c:v>
                </c:pt>
                <c:pt idx="79">
                  <c:v>0.49374</c:v>
                </c:pt>
                <c:pt idx="80">
                  <c:v>0.51084</c:v>
                </c:pt>
                <c:pt idx="81">
                  <c:v>0.52779</c:v>
                </c:pt>
                <c:pt idx="82">
                  <c:v>0.54458</c:v>
                </c:pt>
                <c:pt idx="83">
                  <c:v>0.56119</c:v>
                </c:pt>
                <c:pt idx="84">
                  <c:v>0.57759</c:v>
                </c:pt>
                <c:pt idx="85">
                  <c:v>0.59377</c:v>
                </c:pt>
                <c:pt idx="86">
                  <c:v>0.60971</c:v>
                </c:pt>
                <c:pt idx="87">
                  <c:v>0.62539</c:v>
                </c:pt>
                <c:pt idx="88">
                  <c:v>0.64079</c:v>
                </c:pt>
                <c:pt idx="89">
                  <c:v>0.6559</c:v>
                </c:pt>
                <c:pt idx="90">
                  <c:v>0.67069</c:v>
                </c:pt>
                <c:pt idx="91">
                  <c:v>0.68516</c:v>
                </c:pt>
                <c:pt idx="92">
                  <c:v>0.69928</c:v>
                </c:pt>
                <c:pt idx="93">
                  <c:v>0.71305</c:v>
                </c:pt>
                <c:pt idx="94">
                  <c:v>0.72644</c:v>
                </c:pt>
                <c:pt idx="95">
                  <c:v>0.73944</c:v>
                </c:pt>
                <c:pt idx="96">
                  <c:v>0.75204</c:v>
                </c:pt>
                <c:pt idx="97">
                  <c:v>0.76423</c:v>
                </c:pt>
                <c:pt idx="98">
                  <c:v>0.77599</c:v>
                </c:pt>
                <c:pt idx="99">
                  <c:v>0.78731</c:v>
                </c:pt>
                <c:pt idx="100">
                  <c:v>0.79818</c:v>
                </c:pt>
                <c:pt idx="101">
                  <c:v>0.80859</c:v>
                </c:pt>
                <c:pt idx="102">
                  <c:v>0.81853</c:v>
                </c:pt>
                <c:pt idx="103">
                  <c:v>0.82799</c:v>
                </c:pt>
                <c:pt idx="104">
                  <c:v>0.83695</c:v>
                </c:pt>
                <c:pt idx="105">
                  <c:v>0.84542</c:v>
                </c:pt>
                <c:pt idx="106">
                  <c:v>0.85338</c:v>
                </c:pt>
                <c:pt idx="107">
                  <c:v>0.86083</c:v>
                </c:pt>
                <c:pt idx="108">
                  <c:v>0.86775</c:v>
                </c:pt>
                <c:pt idx="109">
                  <c:v>0.87414</c:v>
                </c:pt>
                <c:pt idx="110">
                  <c:v>0.88</c:v>
                </c:pt>
                <c:pt idx="111">
                  <c:v>0.88531</c:v>
                </c:pt>
                <c:pt idx="112">
                  <c:v>0.89008</c:v>
                </c:pt>
                <c:pt idx="113">
                  <c:v>0.8943</c:v>
                </c:pt>
                <c:pt idx="114">
                  <c:v>0.89797</c:v>
                </c:pt>
                <c:pt idx="115">
                  <c:v>0.90107</c:v>
                </c:pt>
                <c:pt idx="116">
                  <c:v>0.90362</c:v>
                </c:pt>
                <c:pt idx="117">
                  <c:v>0.9056</c:v>
                </c:pt>
                <c:pt idx="118">
                  <c:v>0.90702</c:v>
                </c:pt>
                <c:pt idx="119">
                  <c:v>0.90787</c:v>
                </c:pt>
                <c:pt idx="120">
                  <c:v>0.90815</c:v>
                </c:pt>
                <c:pt idx="121">
                  <c:v>0.90787</c:v>
                </c:pt>
                <c:pt idx="122">
                  <c:v>0.90702</c:v>
                </c:pt>
                <c:pt idx="123">
                  <c:v>0.9056</c:v>
                </c:pt>
                <c:pt idx="124">
                  <c:v>0.90362</c:v>
                </c:pt>
                <c:pt idx="125">
                  <c:v>0.90107</c:v>
                </c:pt>
                <c:pt idx="126">
                  <c:v>0.89797</c:v>
                </c:pt>
                <c:pt idx="127">
                  <c:v>0.8943</c:v>
                </c:pt>
                <c:pt idx="128">
                  <c:v>0.89008</c:v>
                </c:pt>
                <c:pt idx="129">
                  <c:v>0.88531</c:v>
                </c:pt>
                <c:pt idx="130">
                  <c:v>0.88</c:v>
                </c:pt>
                <c:pt idx="131">
                  <c:v>0.87414</c:v>
                </c:pt>
                <c:pt idx="132">
                  <c:v>0.86775</c:v>
                </c:pt>
                <c:pt idx="133">
                  <c:v>0.86083</c:v>
                </c:pt>
                <c:pt idx="134">
                  <c:v>0.85338</c:v>
                </c:pt>
                <c:pt idx="135">
                  <c:v>0.84542</c:v>
                </c:pt>
                <c:pt idx="136">
                  <c:v>0.83695</c:v>
                </c:pt>
                <c:pt idx="137">
                  <c:v>0.82799</c:v>
                </c:pt>
                <c:pt idx="138">
                  <c:v>0.81853</c:v>
                </c:pt>
                <c:pt idx="139">
                  <c:v>0.80859</c:v>
                </c:pt>
                <c:pt idx="140">
                  <c:v>0.79818</c:v>
                </c:pt>
                <c:pt idx="141">
                  <c:v>0.78731</c:v>
                </c:pt>
                <c:pt idx="142">
                  <c:v>0.77599</c:v>
                </c:pt>
                <c:pt idx="143">
                  <c:v>0.76423</c:v>
                </c:pt>
                <c:pt idx="144">
                  <c:v>0.75204</c:v>
                </c:pt>
                <c:pt idx="145">
                  <c:v>0.73944</c:v>
                </c:pt>
                <c:pt idx="146">
                  <c:v>0.72644</c:v>
                </c:pt>
                <c:pt idx="147">
                  <c:v>0.71305</c:v>
                </c:pt>
                <c:pt idx="148">
                  <c:v>0.69928</c:v>
                </c:pt>
                <c:pt idx="149">
                  <c:v>0.68516</c:v>
                </c:pt>
                <c:pt idx="150">
                  <c:v>0.67069</c:v>
                </c:pt>
                <c:pt idx="151">
                  <c:v>0.6559</c:v>
                </c:pt>
                <c:pt idx="152">
                  <c:v>0.64079</c:v>
                </c:pt>
                <c:pt idx="153">
                  <c:v>0.62539</c:v>
                </c:pt>
                <c:pt idx="154">
                  <c:v>0.60971</c:v>
                </c:pt>
                <c:pt idx="155">
                  <c:v>0.59377</c:v>
                </c:pt>
                <c:pt idx="156">
                  <c:v>0.57759</c:v>
                </c:pt>
                <c:pt idx="157">
                  <c:v>0.56119</c:v>
                </c:pt>
                <c:pt idx="158">
                  <c:v>0.54458</c:v>
                </c:pt>
                <c:pt idx="159">
                  <c:v>0.52779</c:v>
                </c:pt>
                <c:pt idx="160">
                  <c:v>0.51084</c:v>
                </c:pt>
                <c:pt idx="161">
                  <c:v>0.49374</c:v>
                </c:pt>
                <c:pt idx="162">
                  <c:v>0.47653</c:v>
                </c:pt>
                <c:pt idx="163">
                  <c:v>0.45921</c:v>
                </c:pt>
                <c:pt idx="164">
                  <c:v>0.44182</c:v>
                </c:pt>
                <c:pt idx="165">
                  <c:v>0.42438</c:v>
                </c:pt>
                <c:pt idx="166">
                  <c:v>0.40691</c:v>
                </c:pt>
                <c:pt idx="167">
                  <c:v>0.38943</c:v>
                </c:pt>
                <c:pt idx="168">
                  <c:v>0.37198</c:v>
                </c:pt>
                <c:pt idx="169">
                  <c:v>0.35457</c:v>
                </c:pt>
                <c:pt idx="170">
                  <c:v>0.33723</c:v>
                </c:pt>
                <c:pt idx="171">
                  <c:v>0.31999</c:v>
                </c:pt>
                <c:pt idx="172">
                  <c:v>0.30288</c:v>
                </c:pt>
                <c:pt idx="173">
                  <c:v>0.28591</c:v>
                </c:pt>
                <c:pt idx="174">
                  <c:v>0.26913</c:v>
                </c:pt>
                <c:pt idx="175">
                  <c:v>0.25255</c:v>
                </c:pt>
                <c:pt idx="176">
                  <c:v>0.23621</c:v>
                </c:pt>
                <c:pt idx="177">
                  <c:v>0.22014</c:v>
                </c:pt>
                <c:pt idx="178">
                  <c:v>0.20436</c:v>
                </c:pt>
                <c:pt idx="179">
                  <c:v>0.18892</c:v>
                </c:pt>
                <c:pt idx="180">
                  <c:v>0.17383</c:v>
                </c:pt>
                <c:pt idx="181">
                  <c:v>0.15913</c:v>
                </c:pt>
                <c:pt idx="182">
                  <c:v>0.14485</c:v>
                </c:pt>
                <c:pt idx="183">
                  <c:v>0.13103</c:v>
                </c:pt>
                <c:pt idx="184">
                  <c:v>0.1177</c:v>
                </c:pt>
                <c:pt idx="185">
                  <c:v>0.10489</c:v>
                </c:pt>
                <c:pt idx="186">
                  <c:v>0.09263</c:v>
                </c:pt>
                <c:pt idx="187">
                  <c:v>0.08097</c:v>
                </c:pt>
                <c:pt idx="188">
                  <c:v>0.06993</c:v>
                </c:pt>
                <c:pt idx="189">
                  <c:v>0.05956</c:v>
                </c:pt>
                <c:pt idx="190">
                  <c:v>0.04989</c:v>
                </c:pt>
                <c:pt idx="191">
                  <c:v>0.04095</c:v>
                </c:pt>
                <c:pt idx="192">
                  <c:v>0.03278</c:v>
                </c:pt>
                <c:pt idx="193">
                  <c:v>0.02543</c:v>
                </c:pt>
                <c:pt idx="194">
                  <c:v>0.01893</c:v>
                </c:pt>
                <c:pt idx="195">
                  <c:v>0.01332</c:v>
                </c:pt>
                <c:pt idx="196">
                  <c:v>0.00863</c:v>
                </c:pt>
                <c:pt idx="197">
                  <c:v>0.00492</c:v>
                </c:pt>
                <c:pt idx="198">
                  <c:v>0.00221</c:v>
                </c:pt>
                <c:pt idx="199">
                  <c:v>0.00056</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ser>
          <c:idx val="1"/>
          <c:order val="1"/>
          <c:tx>
            <c:strRef>
              <c:f>Sheet1!$C$1</c:f>
              <c:strCache>
                <c:ptCount val="1"/>
                <c:pt idx="0">
                  <c:v>Sesgo derecha</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Sheet1!$A$2:$A$242</c:f>
              <c:numCache>
                <c:formatCode>General</c:formatCode>
                <c:ptCount val="2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numCache>
            </c:numRef>
          </c:xVal>
          <c:yVal>
            <c:numRef>
              <c:f>Sheet1!$C$2:$C$242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0.15897</c:v>
                </c:pt>
                <c:pt idx="42">
                  <c:v>0.25549</c:v>
                </c:pt>
                <c:pt idx="43">
                  <c:v>0.33461</c:v>
                </c:pt>
                <c:pt idx="44">
                  <c:v>0.40299</c:v>
                </c:pt>
                <c:pt idx="45">
                  <c:v>0.46352</c:v>
                </c:pt>
                <c:pt idx="46">
                  <c:v>0.51783</c:v>
                </c:pt>
                <c:pt idx="47">
                  <c:v>0.56698</c:v>
                </c:pt>
                <c:pt idx="48">
                  <c:v>0.61168</c:v>
                </c:pt>
                <c:pt idx="49">
                  <c:v>0.65248</c:v>
                </c:pt>
                <c:pt idx="50">
                  <c:v>0.68981</c:v>
                </c:pt>
                <c:pt idx="51">
                  <c:v>0.724</c:v>
                </c:pt>
                <c:pt idx="52">
                  <c:v>0.75533</c:v>
                </c:pt>
                <c:pt idx="53">
                  <c:v>0.78402</c:v>
                </c:pt>
                <c:pt idx="54">
                  <c:v>0.81028</c:v>
                </c:pt>
                <c:pt idx="55">
                  <c:v>0.83428</c:v>
                </c:pt>
                <c:pt idx="56">
                  <c:v>0.85617</c:v>
                </c:pt>
                <c:pt idx="57">
                  <c:v>0.87609</c:v>
                </c:pt>
                <c:pt idx="58">
                  <c:v>0.89415</c:v>
                </c:pt>
                <c:pt idx="59">
                  <c:v>0.91046</c:v>
                </c:pt>
                <c:pt idx="60">
                  <c:v>0.92513</c:v>
                </c:pt>
                <c:pt idx="61">
                  <c:v>0.93825</c:v>
                </c:pt>
                <c:pt idx="62">
                  <c:v>0.94989</c:v>
                </c:pt>
                <c:pt idx="63">
                  <c:v>0.96013</c:v>
                </c:pt>
                <c:pt idx="64">
                  <c:v>0.96905</c:v>
                </c:pt>
                <c:pt idx="65">
                  <c:v>0.97672</c:v>
                </c:pt>
                <c:pt idx="66">
                  <c:v>0.98319</c:v>
                </c:pt>
                <c:pt idx="67">
                  <c:v>0.98852</c:v>
                </c:pt>
                <c:pt idx="68">
                  <c:v>0.99278</c:v>
                </c:pt>
                <c:pt idx="69">
                  <c:v>0.99601</c:v>
                </c:pt>
                <c:pt idx="70">
                  <c:v>0.99825</c:v>
                </c:pt>
                <c:pt idx="71">
                  <c:v>0.99957</c:v>
                </c:pt>
                <c:pt idx="72">
                  <c:v>1</c:v>
                </c:pt>
                <c:pt idx="73">
                  <c:v>0.99958</c:v>
                </c:pt>
                <c:pt idx="74">
                  <c:v>0.99836</c:v>
                </c:pt>
                <c:pt idx="75">
                  <c:v>0.99638</c:v>
                </c:pt>
                <c:pt idx="76">
                  <c:v>0.99366</c:v>
                </c:pt>
                <c:pt idx="77">
                  <c:v>0.99026</c:v>
                </c:pt>
                <c:pt idx="78">
                  <c:v>0.98619</c:v>
                </c:pt>
                <c:pt idx="79">
                  <c:v>0.98149</c:v>
                </c:pt>
                <c:pt idx="80">
                  <c:v>0.9762</c:v>
                </c:pt>
                <c:pt idx="81">
                  <c:v>0.97035</c:v>
                </c:pt>
                <c:pt idx="82">
                  <c:v>0.96395</c:v>
                </c:pt>
                <c:pt idx="83">
                  <c:v>0.95705</c:v>
                </c:pt>
                <c:pt idx="84">
                  <c:v>0.94967</c:v>
                </c:pt>
                <c:pt idx="85">
                  <c:v>0.94183</c:v>
                </c:pt>
                <c:pt idx="86">
                  <c:v>0.93355</c:v>
                </c:pt>
                <c:pt idx="87">
                  <c:v>0.92487</c:v>
                </c:pt>
                <c:pt idx="88">
                  <c:v>0.9158</c:v>
                </c:pt>
                <c:pt idx="89">
                  <c:v>0.90638</c:v>
                </c:pt>
                <c:pt idx="90">
                  <c:v>0.89661</c:v>
                </c:pt>
                <c:pt idx="91">
                  <c:v>0.88652</c:v>
                </c:pt>
                <c:pt idx="92">
                  <c:v>0.87613</c:v>
                </c:pt>
                <c:pt idx="93">
                  <c:v>0.86547</c:v>
                </c:pt>
                <c:pt idx="94">
                  <c:v>0.85454</c:v>
                </c:pt>
                <c:pt idx="95">
                  <c:v>0.84337</c:v>
                </c:pt>
                <c:pt idx="96">
                  <c:v>0.83197</c:v>
                </c:pt>
                <c:pt idx="97">
                  <c:v>0.82037</c:v>
                </c:pt>
                <c:pt idx="98">
                  <c:v>0.80858</c:v>
                </c:pt>
                <c:pt idx="99">
                  <c:v>0.79661</c:v>
                </c:pt>
                <c:pt idx="100">
                  <c:v>0.78448</c:v>
                </c:pt>
                <c:pt idx="101">
                  <c:v>0.77221</c:v>
                </c:pt>
                <c:pt idx="102">
                  <c:v>0.7598</c:v>
                </c:pt>
                <c:pt idx="103">
                  <c:v>0.74728</c:v>
                </c:pt>
                <c:pt idx="104">
                  <c:v>0.73466</c:v>
                </c:pt>
                <c:pt idx="105">
                  <c:v>0.72196</c:v>
                </c:pt>
                <c:pt idx="106">
                  <c:v>0.70917</c:v>
                </c:pt>
                <c:pt idx="107">
                  <c:v>0.69632</c:v>
                </c:pt>
                <c:pt idx="108">
                  <c:v>0.68342</c:v>
                </c:pt>
                <c:pt idx="109">
                  <c:v>0.67048</c:v>
                </c:pt>
                <c:pt idx="110">
                  <c:v>0.65751</c:v>
                </c:pt>
                <c:pt idx="111">
                  <c:v>0.64453</c:v>
                </c:pt>
                <c:pt idx="112">
                  <c:v>0.63153</c:v>
                </c:pt>
                <c:pt idx="113">
                  <c:v>0.61854</c:v>
                </c:pt>
                <c:pt idx="114">
                  <c:v>0.60556</c:v>
                </c:pt>
                <c:pt idx="115">
                  <c:v>0.59261</c:v>
                </c:pt>
                <c:pt idx="116">
                  <c:v>0.57968</c:v>
                </c:pt>
                <c:pt idx="117">
                  <c:v>0.56679</c:v>
                </c:pt>
                <c:pt idx="118">
                  <c:v>0.55395</c:v>
                </c:pt>
                <c:pt idx="119">
                  <c:v>0.54117</c:v>
                </c:pt>
                <c:pt idx="120">
                  <c:v>0.52845</c:v>
                </c:pt>
                <c:pt idx="121">
                  <c:v>0.51581</c:v>
                </c:pt>
                <c:pt idx="122">
                  <c:v>0.50324</c:v>
                </c:pt>
                <c:pt idx="123">
                  <c:v>0.49076</c:v>
                </c:pt>
                <c:pt idx="124">
                  <c:v>0.47837</c:v>
                </c:pt>
                <c:pt idx="125">
                  <c:v>0.46609</c:v>
                </c:pt>
                <c:pt idx="126">
                  <c:v>0.4539</c:v>
                </c:pt>
                <c:pt idx="127">
                  <c:v>0.44183</c:v>
                </c:pt>
                <c:pt idx="128">
                  <c:v>0.42988</c:v>
                </c:pt>
                <c:pt idx="129">
                  <c:v>0.41805</c:v>
                </c:pt>
                <c:pt idx="130">
                  <c:v>0.40634</c:v>
                </c:pt>
                <c:pt idx="131">
                  <c:v>0.39477</c:v>
                </c:pt>
                <c:pt idx="132">
                  <c:v>0.38334</c:v>
                </c:pt>
                <c:pt idx="133">
                  <c:v>0.37204</c:v>
                </c:pt>
                <c:pt idx="134">
                  <c:v>0.3609</c:v>
                </c:pt>
                <c:pt idx="135">
                  <c:v>0.3499</c:v>
                </c:pt>
                <c:pt idx="136">
                  <c:v>0.33906</c:v>
                </c:pt>
                <c:pt idx="137">
                  <c:v>0.32838</c:v>
                </c:pt>
                <c:pt idx="138">
                  <c:v>0.31785</c:v>
                </c:pt>
                <c:pt idx="139">
                  <c:v>0.30749</c:v>
                </c:pt>
                <c:pt idx="140">
                  <c:v>0.2973</c:v>
                </c:pt>
                <c:pt idx="141">
                  <c:v>0.28728</c:v>
                </c:pt>
                <c:pt idx="142">
                  <c:v>0.27743</c:v>
                </c:pt>
                <c:pt idx="143">
                  <c:v>0.26775</c:v>
                </c:pt>
                <c:pt idx="144">
                  <c:v>0.25825</c:v>
                </c:pt>
                <c:pt idx="145">
                  <c:v>0.24893</c:v>
                </c:pt>
                <c:pt idx="146">
                  <c:v>0.23979</c:v>
                </c:pt>
                <c:pt idx="147">
                  <c:v>0.23083</c:v>
                </c:pt>
                <c:pt idx="148">
                  <c:v>0.22206</c:v>
                </c:pt>
                <c:pt idx="149">
                  <c:v>0.21347</c:v>
                </c:pt>
                <c:pt idx="150">
                  <c:v>0.20507</c:v>
                </c:pt>
                <c:pt idx="151">
                  <c:v>0.19685</c:v>
                </c:pt>
                <c:pt idx="152">
                  <c:v>0.18883</c:v>
                </c:pt>
                <c:pt idx="153">
                  <c:v>0.18099</c:v>
                </c:pt>
                <c:pt idx="154">
                  <c:v>0.17334</c:v>
                </c:pt>
                <c:pt idx="155">
                  <c:v>0.16587</c:v>
                </c:pt>
                <c:pt idx="156">
                  <c:v>0.1586</c:v>
                </c:pt>
                <c:pt idx="157">
                  <c:v>0.15152</c:v>
                </c:pt>
                <c:pt idx="158">
                  <c:v>0.14462</c:v>
                </c:pt>
                <c:pt idx="159">
                  <c:v>0.13792</c:v>
                </c:pt>
                <c:pt idx="160">
                  <c:v>0.1314</c:v>
                </c:pt>
                <c:pt idx="161">
                  <c:v>0.12507</c:v>
                </c:pt>
                <c:pt idx="162">
                  <c:v>0.11893</c:v>
                </c:pt>
                <c:pt idx="163">
                  <c:v>0.11297</c:v>
                </c:pt>
                <c:pt idx="164">
                  <c:v>0.10719</c:v>
                </c:pt>
                <c:pt idx="165">
                  <c:v>0.10161</c:v>
                </c:pt>
                <c:pt idx="166">
                  <c:v>0.0962</c:v>
                </c:pt>
                <c:pt idx="167">
                  <c:v>0.09097</c:v>
                </c:pt>
                <c:pt idx="168">
                  <c:v>0.08593</c:v>
                </c:pt>
                <c:pt idx="169">
                  <c:v>0.08106</c:v>
                </c:pt>
                <c:pt idx="170">
                  <c:v>0.07636</c:v>
                </c:pt>
                <c:pt idx="171">
                  <c:v>0.07185</c:v>
                </c:pt>
                <c:pt idx="172">
                  <c:v>0.0675</c:v>
                </c:pt>
                <c:pt idx="173">
                  <c:v>0.06332</c:v>
                </c:pt>
                <c:pt idx="174">
                  <c:v>0.05931</c:v>
                </c:pt>
                <c:pt idx="175">
                  <c:v>0.05547</c:v>
                </c:pt>
                <c:pt idx="176">
                  <c:v>0.05179</c:v>
                </c:pt>
                <c:pt idx="177">
                  <c:v>0.04827</c:v>
                </c:pt>
                <c:pt idx="178">
                  <c:v>0.04491</c:v>
                </c:pt>
                <c:pt idx="179">
                  <c:v>0.0417</c:v>
                </c:pt>
                <c:pt idx="180">
                  <c:v>0.03864</c:v>
                </c:pt>
                <c:pt idx="181">
                  <c:v>0.03573</c:v>
                </c:pt>
                <c:pt idx="182">
                  <c:v>0.03297</c:v>
                </c:pt>
                <c:pt idx="183">
                  <c:v>0.03036</c:v>
                </c:pt>
                <c:pt idx="184">
                  <c:v>0.02788</c:v>
                </c:pt>
                <c:pt idx="185">
                  <c:v>0.02554</c:v>
                </c:pt>
                <c:pt idx="186">
                  <c:v>0.02333</c:v>
                </c:pt>
                <c:pt idx="187">
                  <c:v>0.02125</c:v>
                </c:pt>
                <c:pt idx="188">
                  <c:v>0.0193</c:v>
                </c:pt>
                <c:pt idx="189">
                  <c:v>0.01747</c:v>
                </c:pt>
                <c:pt idx="190">
                  <c:v>0.01576</c:v>
                </c:pt>
                <c:pt idx="191">
                  <c:v>0.01416</c:v>
                </c:pt>
                <c:pt idx="192">
                  <c:v>0.01268</c:v>
                </c:pt>
                <c:pt idx="193">
                  <c:v>0.0113</c:v>
                </c:pt>
                <c:pt idx="194">
                  <c:v>0.01003</c:v>
                </c:pt>
                <c:pt idx="195">
                  <c:v>0.00885</c:v>
                </c:pt>
                <c:pt idx="196">
                  <c:v>0.00778</c:v>
                </c:pt>
                <c:pt idx="197">
                  <c:v>0.00679</c:v>
                </c:pt>
                <c:pt idx="198">
                  <c:v>0.0059</c:v>
                </c:pt>
                <c:pt idx="199">
                  <c:v>0.00508</c:v>
                </c:pt>
                <c:pt idx="200">
                  <c:v>0.00435</c:v>
                </c:pt>
                <c:pt idx="201">
                  <c:v>0.00369</c:v>
                </c:pt>
                <c:pt idx="202">
                  <c:v>0.0031</c:v>
                </c:pt>
                <c:pt idx="203">
                  <c:v>0.00258</c:v>
                </c:pt>
                <c:pt idx="204">
                  <c:v>0.00212</c:v>
                </c:pt>
                <c:pt idx="205">
                  <c:v>0.00173</c:v>
                </c:pt>
                <c:pt idx="206">
                  <c:v>0.00138</c:v>
                </c:pt>
                <c:pt idx="207">
                  <c:v>0.00109</c:v>
                </c:pt>
                <c:pt idx="208">
                  <c:v>0.00084</c:v>
                </c:pt>
                <c:pt idx="209">
                  <c:v>0.00063</c:v>
                </c:pt>
                <c:pt idx="210">
                  <c:v>0.00046</c:v>
                </c:pt>
                <c:pt idx="211">
                  <c:v>0.00033</c:v>
                </c:pt>
                <c:pt idx="212">
                  <c:v>0.00022</c:v>
                </c:pt>
                <c:pt idx="213">
                  <c:v>0.00015</c:v>
                </c:pt>
                <c:pt idx="214">
                  <c:v>0.00009</c:v>
                </c:pt>
                <c:pt idx="215">
                  <c:v>0.00005</c:v>
                </c:pt>
                <c:pt idx="216">
                  <c:v>0.00002</c:v>
                </c:pt>
                <c:pt idx="217">
                  <c:v>0.00001</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Aporte al total: 0 o S/ 250 000</a:t>
            </a:r>
          </a:p>
        </c:rich>
      </c:tx>
      <c:layout/>
      <c:overlay val="0"/>
    </c:title>
    <c:autoTitleDeleted val="0"/>
    <c:plotArea>
      <c:layout/>
      <c:barChart>
        <c:barDir val="col"/>
        <c:grouping val="clustered"/>
        <c:varyColors val="0"/>
        <c:ser>
          <c:idx val="0"/>
          <c:order val="0"/>
          <c:tx>
            <c:strRef>
              <c:f>Sheet1!$B$1</c:f>
              <c:strCache>
                <c:ptCount val="1"/>
                <c:pt idx="0">
                  <c:v>Probabilidad</c:v>
                </c:pt>
              </c:strCache>
            </c:strRef>
          </c:tx>
          <c:spPr>
            <a:solidFill>
              <a:srgbClr val="FF6600"/>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Sheet1!$A$2:$A$3</c:f>
              <c:multiLvlStrCache>
                <c:ptCount val="2"/>
                <c:lvl>
                  <c:pt idx="0">
                    <c:v>No ocurre (70 %)</c:v>
                  </c:pt>
                  <c:pt idx="1">
                    <c:v>Ocurre (30 %)</c:v>
                  </c:pt>
                </c:lvl>
              </c:multiLvlStrCache>
            </c:multiLvlStrRef>
          </c:cat>
          <c:val>
            <c:numRef>
              <c:f>Sheet1!$B$2:$B$3</c:f>
              <c:numCache>
                <c:formatCode>General</c:formatCode>
                <c:ptCount val="2"/>
                <c:pt idx="0">
                  <c:v>0</c:v>
                </c:pt>
                <c:pt idx="1">
                  <c:v>250000</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Escenario</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UNIFORME 10 / 40 días</a:t>
            </a:r>
          </a:p>
        </c:rich>
      </c:tx>
      <c:layout/>
      <c:overlay val="0"/>
    </c:title>
    <c:autoTitleDeleted val="0"/>
    <c:plotArea>
      <c:layout/>
      <c:scatterChart>
        <c:scatterStyle val="lineMarker"/>
        <c:varyColors val="0"/>
        <c:ser>
          <c:idx val="0"/>
          <c:order val="0"/>
          <c:tx>
            <c:strRef>
              <c:f>Sheet1!$B$1</c:f>
              <c:strCache>
                <c:ptCount val="1"/>
                <c:pt idx="0">
                  <c:v>UNIFORME 10 / 40</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Sheet1!$A$2:$A$202</c:f>
              <c:numCache>
                <c:formatCode>General</c:formatCode>
                <c:ptCount val="20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numCache>
            </c:numRef>
          </c:xVal>
          <c:yVal>
            <c:numRef>
              <c:f>Sheet1!$B$2:$B$202</c:f>
              <c:numCache>
                <c:formatCode>General</c:formatCode>
                <c:ptCount val="2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TRIANGULAR 10 / 20 / 45 días</a:t>
            </a:r>
          </a:p>
        </c:rich>
      </c:tx>
      <c:layout/>
      <c:overlay val="0"/>
    </c:title>
    <c:autoTitleDeleted val="0"/>
    <c:plotArea>
      <c:layout/>
      <c:scatterChart>
        <c:scatterStyle val="lineMarker"/>
        <c:varyColors val="0"/>
        <c:ser>
          <c:idx val="0"/>
          <c:order val="0"/>
          <c:tx>
            <c:strRef>
              <c:f>Sheet1!$B$1</c:f>
              <c:strCache>
                <c:ptCount val="1"/>
                <c:pt idx="0">
                  <c:v>TRIANGULAR 10 / 20 / 45</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Sheet1!$A$2:$A$182</c:f>
              <c:numCache>
                <c:formatCode>General</c:formatCode>
                <c:ptCount val="181"/>
                <c:pt idx="0">
                  <c:v>5</c:v>
                </c:pt>
                <c:pt idx="1">
                  <c:v>5.25</c:v>
                </c:pt>
                <c:pt idx="2">
                  <c:v>5.5</c:v>
                </c:pt>
                <c:pt idx="3">
                  <c:v>5.75</c:v>
                </c:pt>
                <c:pt idx="4">
                  <c:v>6</c:v>
                </c:pt>
                <c:pt idx="5">
                  <c:v>6.25</c:v>
                </c:pt>
                <c:pt idx="6">
                  <c:v>6.5</c:v>
                </c:pt>
                <c:pt idx="7">
                  <c:v>6.75</c:v>
                </c:pt>
                <c:pt idx="8">
                  <c:v>7</c:v>
                </c:pt>
                <c:pt idx="9">
                  <c:v>7.25</c:v>
                </c:pt>
                <c:pt idx="10">
                  <c:v>7.5</c:v>
                </c:pt>
                <c:pt idx="11">
                  <c:v>7.75</c:v>
                </c:pt>
                <c:pt idx="12">
                  <c:v>8</c:v>
                </c:pt>
                <c:pt idx="13">
                  <c:v>8.25</c:v>
                </c:pt>
                <c:pt idx="14">
                  <c:v>8.5</c:v>
                </c:pt>
                <c:pt idx="15">
                  <c:v>8.75</c:v>
                </c:pt>
                <c:pt idx="16">
                  <c:v>9</c:v>
                </c:pt>
                <c:pt idx="17">
                  <c:v>9.25</c:v>
                </c:pt>
                <c:pt idx="18">
                  <c:v>9.5</c:v>
                </c:pt>
                <c:pt idx="19">
                  <c:v>9.75</c:v>
                </c:pt>
                <c:pt idx="20">
                  <c:v>10</c:v>
                </c:pt>
                <c:pt idx="21">
                  <c:v>10.25</c:v>
                </c:pt>
                <c:pt idx="22">
                  <c:v>10.5</c:v>
                </c:pt>
                <c:pt idx="23">
                  <c:v>10.75</c:v>
                </c:pt>
                <c:pt idx="24">
                  <c:v>11</c:v>
                </c:pt>
                <c:pt idx="25">
                  <c:v>11.25</c:v>
                </c:pt>
                <c:pt idx="26">
                  <c:v>11.5</c:v>
                </c:pt>
                <c:pt idx="27">
                  <c:v>11.75</c:v>
                </c:pt>
                <c:pt idx="28">
                  <c:v>12</c:v>
                </c:pt>
                <c:pt idx="29">
                  <c:v>12.25</c:v>
                </c:pt>
                <c:pt idx="30">
                  <c:v>12.5</c:v>
                </c:pt>
                <c:pt idx="31">
                  <c:v>12.75</c:v>
                </c:pt>
                <c:pt idx="32">
                  <c:v>13</c:v>
                </c:pt>
                <c:pt idx="33">
                  <c:v>13.25</c:v>
                </c:pt>
                <c:pt idx="34">
                  <c:v>13.5</c:v>
                </c:pt>
                <c:pt idx="35">
                  <c:v>13.75</c:v>
                </c:pt>
                <c:pt idx="36">
                  <c:v>14</c:v>
                </c:pt>
                <c:pt idx="37">
                  <c:v>14.25</c:v>
                </c:pt>
                <c:pt idx="38">
                  <c:v>14.5</c:v>
                </c:pt>
                <c:pt idx="39">
                  <c:v>14.75</c:v>
                </c:pt>
                <c:pt idx="40">
                  <c:v>15</c:v>
                </c:pt>
                <c:pt idx="41">
                  <c:v>15.25</c:v>
                </c:pt>
                <c:pt idx="42">
                  <c:v>15.5</c:v>
                </c:pt>
                <c:pt idx="43">
                  <c:v>15.75</c:v>
                </c:pt>
                <c:pt idx="44">
                  <c:v>16</c:v>
                </c:pt>
                <c:pt idx="45">
                  <c:v>16.25</c:v>
                </c:pt>
                <c:pt idx="46">
                  <c:v>16.5</c:v>
                </c:pt>
                <c:pt idx="47">
                  <c:v>16.75</c:v>
                </c:pt>
                <c:pt idx="48">
                  <c:v>17</c:v>
                </c:pt>
                <c:pt idx="49">
                  <c:v>17.25</c:v>
                </c:pt>
                <c:pt idx="50">
                  <c:v>17.5</c:v>
                </c:pt>
                <c:pt idx="51">
                  <c:v>17.75</c:v>
                </c:pt>
                <c:pt idx="52">
                  <c:v>18</c:v>
                </c:pt>
                <c:pt idx="53">
                  <c:v>18.25</c:v>
                </c:pt>
                <c:pt idx="54">
                  <c:v>18.5</c:v>
                </c:pt>
                <c:pt idx="55">
                  <c:v>18.75</c:v>
                </c:pt>
                <c:pt idx="56">
                  <c:v>19</c:v>
                </c:pt>
                <c:pt idx="57">
                  <c:v>19.25</c:v>
                </c:pt>
                <c:pt idx="58">
                  <c:v>19.5</c:v>
                </c:pt>
                <c:pt idx="59">
                  <c:v>19.75</c:v>
                </c:pt>
                <c:pt idx="60">
                  <c:v>20</c:v>
                </c:pt>
                <c:pt idx="61">
                  <c:v>20.25</c:v>
                </c:pt>
                <c:pt idx="62">
                  <c:v>20.5</c:v>
                </c:pt>
                <c:pt idx="63">
                  <c:v>20.75</c:v>
                </c:pt>
                <c:pt idx="64">
                  <c:v>21</c:v>
                </c:pt>
                <c:pt idx="65">
                  <c:v>21.25</c:v>
                </c:pt>
                <c:pt idx="66">
                  <c:v>21.5</c:v>
                </c:pt>
                <c:pt idx="67">
                  <c:v>21.75</c:v>
                </c:pt>
                <c:pt idx="68">
                  <c:v>22</c:v>
                </c:pt>
                <c:pt idx="69">
                  <c:v>22.25</c:v>
                </c:pt>
                <c:pt idx="70">
                  <c:v>22.5</c:v>
                </c:pt>
                <c:pt idx="71">
                  <c:v>22.75</c:v>
                </c:pt>
                <c:pt idx="72">
                  <c:v>23</c:v>
                </c:pt>
                <c:pt idx="73">
                  <c:v>23.25</c:v>
                </c:pt>
                <c:pt idx="74">
                  <c:v>23.5</c:v>
                </c:pt>
                <c:pt idx="75">
                  <c:v>23.75</c:v>
                </c:pt>
                <c:pt idx="76">
                  <c:v>24</c:v>
                </c:pt>
                <c:pt idx="77">
                  <c:v>24.25</c:v>
                </c:pt>
                <c:pt idx="78">
                  <c:v>24.5</c:v>
                </c:pt>
                <c:pt idx="79">
                  <c:v>24.75</c:v>
                </c:pt>
                <c:pt idx="80">
                  <c:v>25</c:v>
                </c:pt>
                <c:pt idx="81">
                  <c:v>25.25</c:v>
                </c:pt>
                <c:pt idx="82">
                  <c:v>25.5</c:v>
                </c:pt>
                <c:pt idx="83">
                  <c:v>25.75</c:v>
                </c:pt>
                <c:pt idx="84">
                  <c:v>26</c:v>
                </c:pt>
                <c:pt idx="85">
                  <c:v>26.25</c:v>
                </c:pt>
                <c:pt idx="86">
                  <c:v>26.5</c:v>
                </c:pt>
                <c:pt idx="87">
                  <c:v>26.75</c:v>
                </c:pt>
                <c:pt idx="88">
                  <c:v>27</c:v>
                </c:pt>
                <c:pt idx="89">
                  <c:v>27.25</c:v>
                </c:pt>
                <c:pt idx="90">
                  <c:v>27.5</c:v>
                </c:pt>
                <c:pt idx="91">
                  <c:v>27.75</c:v>
                </c:pt>
                <c:pt idx="92">
                  <c:v>28</c:v>
                </c:pt>
                <c:pt idx="93">
                  <c:v>28.25</c:v>
                </c:pt>
                <c:pt idx="94">
                  <c:v>28.5</c:v>
                </c:pt>
                <c:pt idx="95">
                  <c:v>28.75</c:v>
                </c:pt>
                <c:pt idx="96">
                  <c:v>29</c:v>
                </c:pt>
                <c:pt idx="97">
                  <c:v>29.25</c:v>
                </c:pt>
                <c:pt idx="98">
                  <c:v>29.5</c:v>
                </c:pt>
                <c:pt idx="99">
                  <c:v>29.75</c:v>
                </c:pt>
                <c:pt idx="100">
                  <c:v>30</c:v>
                </c:pt>
                <c:pt idx="101">
                  <c:v>30.25</c:v>
                </c:pt>
                <c:pt idx="102">
                  <c:v>30.5</c:v>
                </c:pt>
                <c:pt idx="103">
                  <c:v>30.75</c:v>
                </c:pt>
                <c:pt idx="104">
                  <c:v>31</c:v>
                </c:pt>
                <c:pt idx="105">
                  <c:v>31.25</c:v>
                </c:pt>
                <c:pt idx="106">
                  <c:v>31.5</c:v>
                </c:pt>
                <c:pt idx="107">
                  <c:v>31.75</c:v>
                </c:pt>
                <c:pt idx="108">
                  <c:v>32</c:v>
                </c:pt>
                <c:pt idx="109">
                  <c:v>32.25</c:v>
                </c:pt>
                <c:pt idx="110">
                  <c:v>32.5</c:v>
                </c:pt>
                <c:pt idx="111">
                  <c:v>32.75</c:v>
                </c:pt>
                <c:pt idx="112">
                  <c:v>33</c:v>
                </c:pt>
                <c:pt idx="113">
                  <c:v>33.25</c:v>
                </c:pt>
                <c:pt idx="114">
                  <c:v>33.5</c:v>
                </c:pt>
                <c:pt idx="115">
                  <c:v>33.75</c:v>
                </c:pt>
                <c:pt idx="116">
                  <c:v>34</c:v>
                </c:pt>
                <c:pt idx="117">
                  <c:v>34.25</c:v>
                </c:pt>
                <c:pt idx="118">
                  <c:v>34.5</c:v>
                </c:pt>
                <c:pt idx="119">
                  <c:v>34.75</c:v>
                </c:pt>
                <c:pt idx="120">
                  <c:v>35</c:v>
                </c:pt>
                <c:pt idx="121">
                  <c:v>35.25</c:v>
                </c:pt>
                <c:pt idx="122">
                  <c:v>35.5</c:v>
                </c:pt>
                <c:pt idx="123">
                  <c:v>35.75</c:v>
                </c:pt>
                <c:pt idx="124">
                  <c:v>36</c:v>
                </c:pt>
                <c:pt idx="125">
                  <c:v>36.25</c:v>
                </c:pt>
                <c:pt idx="126">
                  <c:v>36.5</c:v>
                </c:pt>
                <c:pt idx="127">
                  <c:v>36.75</c:v>
                </c:pt>
                <c:pt idx="128">
                  <c:v>37</c:v>
                </c:pt>
                <c:pt idx="129">
                  <c:v>37.25</c:v>
                </c:pt>
                <c:pt idx="130">
                  <c:v>37.5</c:v>
                </c:pt>
                <c:pt idx="131">
                  <c:v>37.75</c:v>
                </c:pt>
                <c:pt idx="132">
                  <c:v>38</c:v>
                </c:pt>
                <c:pt idx="133">
                  <c:v>38.25</c:v>
                </c:pt>
                <c:pt idx="134">
                  <c:v>38.5</c:v>
                </c:pt>
                <c:pt idx="135">
                  <c:v>38.75</c:v>
                </c:pt>
                <c:pt idx="136">
                  <c:v>39</c:v>
                </c:pt>
                <c:pt idx="137">
                  <c:v>39.25</c:v>
                </c:pt>
                <c:pt idx="138">
                  <c:v>39.5</c:v>
                </c:pt>
                <c:pt idx="139">
                  <c:v>39.75</c:v>
                </c:pt>
                <c:pt idx="140">
                  <c:v>40</c:v>
                </c:pt>
                <c:pt idx="141">
                  <c:v>40.25</c:v>
                </c:pt>
                <c:pt idx="142">
                  <c:v>40.5</c:v>
                </c:pt>
                <c:pt idx="143">
                  <c:v>40.75</c:v>
                </c:pt>
                <c:pt idx="144">
                  <c:v>41</c:v>
                </c:pt>
                <c:pt idx="145">
                  <c:v>41.25</c:v>
                </c:pt>
                <c:pt idx="146">
                  <c:v>41.5</c:v>
                </c:pt>
                <c:pt idx="147">
                  <c:v>41.75</c:v>
                </c:pt>
                <c:pt idx="148">
                  <c:v>42</c:v>
                </c:pt>
                <c:pt idx="149">
                  <c:v>42.25</c:v>
                </c:pt>
                <c:pt idx="150">
                  <c:v>42.5</c:v>
                </c:pt>
                <c:pt idx="151">
                  <c:v>42.75</c:v>
                </c:pt>
                <c:pt idx="152">
                  <c:v>43</c:v>
                </c:pt>
                <c:pt idx="153">
                  <c:v>43.25</c:v>
                </c:pt>
                <c:pt idx="154">
                  <c:v>43.5</c:v>
                </c:pt>
                <c:pt idx="155">
                  <c:v>43.75</c:v>
                </c:pt>
                <c:pt idx="156">
                  <c:v>44</c:v>
                </c:pt>
                <c:pt idx="157">
                  <c:v>44.25</c:v>
                </c:pt>
                <c:pt idx="158">
                  <c:v>44.5</c:v>
                </c:pt>
                <c:pt idx="159">
                  <c:v>44.75</c:v>
                </c:pt>
                <c:pt idx="160">
                  <c:v>45</c:v>
                </c:pt>
                <c:pt idx="161">
                  <c:v>45.25</c:v>
                </c:pt>
                <c:pt idx="162">
                  <c:v>45.5</c:v>
                </c:pt>
                <c:pt idx="163">
                  <c:v>45.75</c:v>
                </c:pt>
                <c:pt idx="164">
                  <c:v>46</c:v>
                </c:pt>
                <c:pt idx="165">
                  <c:v>46.25</c:v>
                </c:pt>
                <c:pt idx="166">
                  <c:v>46.5</c:v>
                </c:pt>
                <c:pt idx="167">
                  <c:v>46.75</c:v>
                </c:pt>
                <c:pt idx="168">
                  <c:v>47</c:v>
                </c:pt>
                <c:pt idx="169">
                  <c:v>47.25</c:v>
                </c:pt>
                <c:pt idx="170">
                  <c:v>47.5</c:v>
                </c:pt>
                <c:pt idx="171">
                  <c:v>47.75</c:v>
                </c:pt>
                <c:pt idx="172">
                  <c:v>48</c:v>
                </c:pt>
                <c:pt idx="173">
                  <c:v>48.25</c:v>
                </c:pt>
                <c:pt idx="174">
                  <c:v>48.5</c:v>
                </c:pt>
                <c:pt idx="175">
                  <c:v>48.75</c:v>
                </c:pt>
                <c:pt idx="176">
                  <c:v>49</c:v>
                </c:pt>
                <c:pt idx="177">
                  <c:v>49.25</c:v>
                </c:pt>
                <c:pt idx="178">
                  <c:v>49.5</c:v>
                </c:pt>
                <c:pt idx="179">
                  <c:v>49.75</c:v>
                </c:pt>
                <c:pt idx="180">
                  <c:v>50</c:v>
                </c:pt>
              </c:numCache>
            </c:numRef>
          </c:xVal>
          <c:yVal>
            <c:numRef>
              <c:f>Sheet1!$B$2:$B$182</c:f>
              <c:numCache>
                <c:formatCode>General</c:formatCode>
                <c:ptCount val="1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0.025</c:v>
                </c:pt>
                <c:pt idx="22">
                  <c:v>0.05</c:v>
                </c:pt>
                <c:pt idx="23">
                  <c:v>0.075</c:v>
                </c:pt>
                <c:pt idx="24">
                  <c:v>0.1</c:v>
                </c:pt>
                <c:pt idx="25">
                  <c:v>0.125</c:v>
                </c:pt>
                <c:pt idx="26">
                  <c:v>0.15</c:v>
                </c:pt>
                <c:pt idx="27">
                  <c:v>0.175</c:v>
                </c:pt>
                <c:pt idx="28">
                  <c:v>0.2</c:v>
                </c:pt>
                <c:pt idx="29">
                  <c:v>0.225</c:v>
                </c:pt>
                <c:pt idx="30">
                  <c:v>0.25</c:v>
                </c:pt>
                <c:pt idx="31">
                  <c:v>0.275</c:v>
                </c:pt>
                <c:pt idx="32">
                  <c:v>0.3</c:v>
                </c:pt>
                <c:pt idx="33">
                  <c:v>0.325</c:v>
                </c:pt>
                <c:pt idx="34">
                  <c:v>0.35</c:v>
                </c:pt>
                <c:pt idx="35">
                  <c:v>0.375</c:v>
                </c:pt>
                <c:pt idx="36">
                  <c:v>0.4</c:v>
                </c:pt>
                <c:pt idx="37">
                  <c:v>0.425</c:v>
                </c:pt>
                <c:pt idx="38">
                  <c:v>0.45</c:v>
                </c:pt>
                <c:pt idx="39">
                  <c:v>0.475</c:v>
                </c:pt>
                <c:pt idx="40">
                  <c:v>0.5</c:v>
                </c:pt>
                <c:pt idx="41">
                  <c:v>0.525</c:v>
                </c:pt>
                <c:pt idx="42">
                  <c:v>0.55</c:v>
                </c:pt>
                <c:pt idx="43">
                  <c:v>0.575</c:v>
                </c:pt>
                <c:pt idx="44">
                  <c:v>0.6</c:v>
                </c:pt>
                <c:pt idx="45">
                  <c:v>0.625</c:v>
                </c:pt>
                <c:pt idx="46">
                  <c:v>0.65</c:v>
                </c:pt>
                <c:pt idx="47">
                  <c:v>0.675</c:v>
                </c:pt>
                <c:pt idx="48">
                  <c:v>0.7</c:v>
                </c:pt>
                <c:pt idx="49">
                  <c:v>0.725</c:v>
                </c:pt>
                <c:pt idx="50">
                  <c:v>0.75</c:v>
                </c:pt>
                <c:pt idx="51">
                  <c:v>0.775</c:v>
                </c:pt>
                <c:pt idx="52">
                  <c:v>0.8</c:v>
                </c:pt>
                <c:pt idx="53">
                  <c:v>0.825</c:v>
                </c:pt>
                <c:pt idx="54">
                  <c:v>0.85</c:v>
                </c:pt>
                <c:pt idx="55">
                  <c:v>0.875</c:v>
                </c:pt>
                <c:pt idx="56">
                  <c:v>0.9</c:v>
                </c:pt>
                <c:pt idx="57">
                  <c:v>0.925</c:v>
                </c:pt>
                <c:pt idx="58">
                  <c:v>0.95</c:v>
                </c:pt>
                <c:pt idx="59">
                  <c:v>0.975</c:v>
                </c:pt>
                <c:pt idx="60">
                  <c:v>1</c:v>
                </c:pt>
                <c:pt idx="61">
                  <c:v>0.99</c:v>
                </c:pt>
                <c:pt idx="62">
                  <c:v>0.98</c:v>
                </c:pt>
                <c:pt idx="63">
                  <c:v>0.97</c:v>
                </c:pt>
                <c:pt idx="64">
                  <c:v>0.96</c:v>
                </c:pt>
                <c:pt idx="65">
                  <c:v>0.95</c:v>
                </c:pt>
                <c:pt idx="66">
                  <c:v>0.94</c:v>
                </c:pt>
                <c:pt idx="67">
                  <c:v>0.93</c:v>
                </c:pt>
                <c:pt idx="68">
                  <c:v>0.92</c:v>
                </c:pt>
                <c:pt idx="69">
                  <c:v>0.91</c:v>
                </c:pt>
                <c:pt idx="70">
                  <c:v>0.9</c:v>
                </c:pt>
                <c:pt idx="71">
                  <c:v>0.89</c:v>
                </c:pt>
                <c:pt idx="72">
                  <c:v>0.88</c:v>
                </c:pt>
                <c:pt idx="73">
                  <c:v>0.87</c:v>
                </c:pt>
                <c:pt idx="74">
                  <c:v>0.86</c:v>
                </c:pt>
                <c:pt idx="75">
                  <c:v>0.85</c:v>
                </c:pt>
                <c:pt idx="76">
                  <c:v>0.84</c:v>
                </c:pt>
                <c:pt idx="77">
                  <c:v>0.83</c:v>
                </c:pt>
                <c:pt idx="78">
                  <c:v>0.82</c:v>
                </c:pt>
                <c:pt idx="79">
                  <c:v>0.81</c:v>
                </c:pt>
                <c:pt idx="80">
                  <c:v>0.8</c:v>
                </c:pt>
                <c:pt idx="81">
                  <c:v>0.79</c:v>
                </c:pt>
                <c:pt idx="82">
                  <c:v>0.78</c:v>
                </c:pt>
                <c:pt idx="83">
                  <c:v>0.77</c:v>
                </c:pt>
                <c:pt idx="84">
                  <c:v>0.76</c:v>
                </c:pt>
                <c:pt idx="85">
                  <c:v>0.75</c:v>
                </c:pt>
                <c:pt idx="86">
                  <c:v>0.74</c:v>
                </c:pt>
                <c:pt idx="87">
                  <c:v>0.73</c:v>
                </c:pt>
                <c:pt idx="88">
                  <c:v>0.72</c:v>
                </c:pt>
                <c:pt idx="89">
                  <c:v>0.71</c:v>
                </c:pt>
                <c:pt idx="90">
                  <c:v>0.7</c:v>
                </c:pt>
                <c:pt idx="91">
                  <c:v>0.69</c:v>
                </c:pt>
                <c:pt idx="92">
                  <c:v>0.68</c:v>
                </c:pt>
                <c:pt idx="93">
                  <c:v>0.67</c:v>
                </c:pt>
                <c:pt idx="94">
                  <c:v>0.66</c:v>
                </c:pt>
                <c:pt idx="95">
                  <c:v>0.65</c:v>
                </c:pt>
                <c:pt idx="96">
                  <c:v>0.64</c:v>
                </c:pt>
                <c:pt idx="97">
                  <c:v>0.63</c:v>
                </c:pt>
                <c:pt idx="98">
                  <c:v>0.62</c:v>
                </c:pt>
                <c:pt idx="99">
                  <c:v>0.61</c:v>
                </c:pt>
                <c:pt idx="100">
                  <c:v>0.6</c:v>
                </c:pt>
                <c:pt idx="101">
                  <c:v>0.59</c:v>
                </c:pt>
                <c:pt idx="102">
                  <c:v>0.58</c:v>
                </c:pt>
                <c:pt idx="103">
                  <c:v>0.57</c:v>
                </c:pt>
                <c:pt idx="104">
                  <c:v>0.56</c:v>
                </c:pt>
                <c:pt idx="105">
                  <c:v>0.55</c:v>
                </c:pt>
                <c:pt idx="106">
                  <c:v>0.54</c:v>
                </c:pt>
                <c:pt idx="107">
                  <c:v>0.53</c:v>
                </c:pt>
                <c:pt idx="108">
                  <c:v>0.52</c:v>
                </c:pt>
                <c:pt idx="109">
                  <c:v>0.51</c:v>
                </c:pt>
                <c:pt idx="110">
                  <c:v>0.5</c:v>
                </c:pt>
                <c:pt idx="111">
                  <c:v>0.49</c:v>
                </c:pt>
                <c:pt idx="112">
                  <c:v>0.48</c:v>
                </c:pt>
                <c:pt idx="113">
                  <c:v>0.47</c:v>
                </c:pt>
                <c:pt idx="114">
                  <c:v>0.46</c:v>
                </c:pt>
                <c:pt idx="115">
                  <c:v>0.45</c:v>
                </c:pt>
                <c:pt idx="116">
                  <c:v>0.44</c:v>
                </c:pt>
                <c:pt idx="117">
                  <c:v>0.43</c:v>
                </c:pt>
                <c:pt idx="118">
                  <c:v>0.42</c:v>
                </c:pt>
                <c:pt idx="119">
                  <c:v>0.41</c:v>
                </c:pt>
                <c:pt idx="120">
                  <c:v>0.4</c:v>
                </c:pt>
                <c:pt idx="121">
                  <c:v>0.39</c:v>
                </c:pt>
                <c:pt idx="122">
                  <c:v>0.38</c:v>
                </c:pt>
                <c:pt idx="123">
                  <c:v>0.37</c:v>
                </c:pt>
                <c:pt idx="124">
                  <c:v>0.36</c:v>
                </c:pt>
                <c:pt idx="125">
                  <c:v>0.35</c:v>
                </c:pt>
                <c:pt idx="126">
                  <c:v>0.34</c:v>
                </c:pt>
                <c:pt idx="127">
                  <c:v>0.33</c:v>
                </c:pt>
                <c:pt idx="128">
                  <c:v>0.32</c:v>
                </c:pt>
                <c:pt idx="129">
                  <c:v>0.31</c:v>
                </c:pt>
                <c:pt idx="130">
                  <c:v>0.3</c:v>
                </c:pt>
                <c:pt idx="131">
                  <c:v>0.29</c:v>
                </c:pt>
                <c:pt idx="132">
                  <c:v>0.28</c:v>
                </c:pt>
                <c:pt idx="133">
                  <c:v>0.27</c:v>
                </c:pt>
                <c:pt idx="134">
                  <c:v>0.26</c:v>
                </c:pt>
                <c:pt idx="135">
                  <c:v>0.25</c:v>
                </c:pt>
                <c:pt idx="136">
                  <c:v>0.24</c:v>
                </c:pt>
                <c:pt idx="137">
                  <c:v>0.23</c:v>
                </c:pt>
                <c:pt idx="138">
                  <c:v>0.22</c:v>
                </c:pt>
                <c:pt idx="139">
                  <c:v>0.21</c:v>
                </c:pt>
                <c:pt idx="140">
                  <c:v>0.2</c:v>
                </c:pt>
                <c:pt idx="141">
                  <c:v>0.19</c:v>
                </c:pt>
                <c:pt idx="142">
                  <c:v>0.18</c:v>
                </c:pt>
                <c:pt idx="143">
                  <c:v>0.17</c:v>
                </c:pt>
                <c:pt idx="144">
                  <c:v>0.16</c:v>
                </c:pt>
                <c:pt idx="145">
                  <c:v>0.15</c:v>
                </c:pt>
                <c:pt idx="146">
                  <c:v>0.14</c:v>
                </c:pt>
                <c:pt idx="147">
                  <c:v>0.13</c:v>
                </c:pt>
                <c:pt idx="148">
                  <c:v>0.12</c:v>
                </c:pt>
                <c:pt idx="149">
                  <c:v>0.11</c:v>
                </c:pt>
                <c:pt idx="150">
                  <c:v>0.1</c:v>
                </c:pt>
                <c:pt idx="151">
                  <c:v>0.09</c:v>
                </c:pt>
                <c:pt idx="152">
                  <c:v>0.08</c:v>
                </c:pt>
                <c:pt idx="153">
                  <c:v>0.07</c:v>
                </c:pt>
                <c:pt idx="154">
                  <c:v>0.06</c:v>
                </c:pt>
                <c:pt idx="155">
                  <c:v>0.05</c:v>
                </c:pt>
                <c:pt idx="156">
                  <c:v>0.04</c:v>
                </c:pt>
                <c:pt idx="157">
                  <c:v>0.03</c:v>
                </c:pt>
                <c:pt idx="158">
                  <c:v>0.02</c:v>
                </c:pt>
                <c:pt idx="159">
                  <c:v>0.01</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0"/>
          <c:min val="5"/>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5"/>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PERT 800 / 2 500 / 6 000 miles de S/</a:t>
            </a:r>
          </a:p>
        </c:rich>
      </c:tx>
      <c:layout/>
      <c:overlay val="0"/>
    </c:title>
    <c:autoTitleDeleted val="0"/>
    <c:plotArea>
      <c:layout/>
      <c:scatterChart>
        <c:scatterStyle val="lineMarker"/>
        <c:varyColors val="0"/>
        <c:ser>
          <c:idx val="0"/>
          <c:order val="0"/>
          <c:tx>
            <c:strRef>
              <c:f>Sheet1!$B$1</c:f>
              <c:strCache>
                <c:ptCount val="1"/>
                <c:pt idx="0">
                  <c:v>PERT</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Sheet1!$A$2:$A$242</c:f>
              <c:numCache>
                <c:formatCode>General</c:formatCode>
                <c:ptCount val="241"/>
                <c:pt idx="0">
                  <c:v>500</c:v>
                </c:pt>
                <c:pt idx="1">
                  <c:v>525</c:v>
                </c:pt>
                <c:pt idx="2">
                  <c:v>550</c:v>
                </c:pt>
                <c:pt idx="3">
                  <c:v>575</c:v>
                </c:pt>
                <c:pt idx="4">
                  <c:v>600</c:v>
                </c:pt>
                <c:pt idx="5">
                  <c:v>625</c:v>
                </c:pt>
                <c:pt idx="6">
                  <c:v>650</c:v>
                </c:pt>
                <c:pt idx="7">
                  <c:v>675</c:v>
                </c:pt>
                <c:pt idx="8">
                  <c:v>700</c:v>
                </c:pt>
                <c:pt idx="9">
                  <c:v>725</c:v>
                </c:pt>
                <c:pt idx="10">
                  <c:v>750</c:v>
                </c:pt>
                <c:pt idx="11">
                  <c:v>775</c:v>
                </c:pt>
                <c:pt idx="12">
                  <c:v>800</c:v>
                </c:pt>
                <c:pt idx="13">
                  <c:v>825</c:v>
                </c:pt>
                <c:pt idx="14">
                  <c:v>850</c:v>
                </c:pt>
                <c:pt idx="15">
                  <c:v>875</c:v>
                </c:pt>
                <c:pt idx="16">
                  <c:v>900</c:v>
                </c:pt>
                <c:pt idx="17">
                  <c:v>925</c:v>
                </c:pt>
                <c:pt idx="18">
                  <c:v>950</c:v>
                </c:pt>
                <c:pt idx="19">
                  <c:v>975</c:v>
                </c:pt>
                <c:pt idx="20">
                  <c:v>1000</c:v>
                </c:pt>
                <c:pt idx="21">
                  <c:v>1025</c:v>
                </c:pt>
                <c:pt idx="22">
                  <c:v>1050</c:v>
                </c:pt>
                <c:pt idx="23">
                  <c:v>1075</c:v>
                </c:pt>
                <c:pt idx="24">
                  <c:v>1100</c:v>
                </c:pt>
                <c:pt idx="25">
                  <c:v>1125</c:v>
                </c:pt>
                <c:pt idx="26">
                  <c:v>1150</c:v>
                </c:pt>
                <c:pt idx="27">
                  <c:v>1175</c:v>
                </c:pt>
                <c:pt idx="28">
                  <c:v>1200</c:v>
                </c:pt>
                <c:pt idx="29">
                  <c:v>1225</c:v>
                </c:pt>
                <c:pt idx="30">
                  <c:v>1250</c:v>
                </c:pt>
                <c:pt idx="31">
                  <c:v>1275</c:v>
                </c:pt>
                <c:pt idx="32">
                  <c:v>1300</c:v>
                </c:pt>
                <c:pt idx="33">
                  <c:v>1325</c:v>
                </c:pt>
                <c:pt idx="34">
                  <c:v>1350</c:v>
                </c:pt>
                <c:pt idx="35">
                  <c:v>1375</c:v>
                </c:pt>
                <c:pt idx="36">
                  <c:v>1400</c:v>
                </c:pt>
                <c:pt idx="37">
                  <c:v>1425</c:v>
                </c:pt>
                <c:pt idx="38">
                  <c:v>1450</c:v>
                </c:pt>
                <c:pt idx="39">
                  <c:v>1475</c:v>
                </c:pt>
                <c:pt idx="40">
                  <c:v>1500</c:v>
                </c:pt>
                <c:pt idx="41">
                  <c:v>1525</c:v>
                </c:pt>
                <c:pt idx="42">
                  <c:v>1550</c:v>
                </c:pt>
                <c:pt idx="43">
                  <c:v>1575</c:v>
                </c:pt>
                <c:pt idx="44">
                  <c:v>1600</c:v>
                </c:pt>
                <c:pt idx="45">
                  <c:v>1625</c:v>
                </c:pt>
                <c:pt idx="46">
                  <c:v>1650</c:v>
                </c:pt>
                <c:pt idx="47">
                  <c:v>1675</c:v>
                </c:pt>
                <c:pt idx="48">
                  <c:v>1700</c:v>
                </c:pt>
                <c:pt idx="49">
                  <c:v>1725</c:v>
                </c:pt>
                <c:pt idx="50">
                  <c:v>1750</c:v>
                </c:pt>
                <c:pt idx="51">
                  <c:v>1775</c:v>
                </c:pt>
                <c:pt idx="52">
                  <c:v>1800</c:v>
                </c:pt>
                <c:pt idx="53">
                  <c:v>1825</c:v>
                </c:pt>
                <c:pt idx="54">
                  <c:v>1850</c:v>
                </c:pt>
                <c:pt idx="55">
                  <c:v>1875</c:v>
                </c:pt>
                <c:pt idx="56">
                  <c:v>1900</c:v>
                </c:pt>
                <c:pt idx="57">
                  <c:v>1925</c:v>
                </c:pt>
                <c:pt idx="58">
                  <c:v>1950</c:v>
                </c:pt>
                <c:pt idx="59">
                  <c:v>1975</c:v>
                </c:pt>
                <c:pt idx="60">
                  <c:v>2000</c:v>
                </c:pt>
                <c:pt idx="61">
                  <c:v>2025</c:v>
                </c:pt>
                <c:pt idx="62">
                  <c:v>2050</c:v>
                </c:pt>
                <c:pt idx="63">
                  <c:v>2075</c:v>
                </c:pt>
                <c:pt idx="64">
                  <c:v>2100</c:v>
                </c:pt>
                <c:pt idx="65">
                  <c:v>2125</c:v>
                </c:pt>
                <c:pt idx="66">
                  <c:v>2150</c:v>
                </c:pt>
                <c:pt idx="67">
                  <c:v>2175</c:v>
                </c:pt>
                <c:pt idx="68">
                  <c:v>2200</c:v>
                </c:pt>
                <c:pt idx="69">
                  <c:v>2225</c:v>
                </c:pt>
                <c:pt idx="70">
                  <c:v>2250</c:v>
                </c:pt>
                <c:pt idx="71">
                  <c:v>2275</c:v>
                </c:pt>
                <c:pt idx="72">
                  <c:v>2300</c:v>
                </c:pt>
                <c:pt idx="73">
                  <c:v>2325</c:v>
                </c:pt>
                <c:pt idx="74">
                  <c:v>2350</c:v>
                </c:pt>
                <c:pt idx="75">
                  <c:v>2375</c:v>
                </c:pt>
                <c:pt idx="76">
                  <c:v>2400</c:v>
                </c:pt>
                <c:pt idx="77">
                  <c:v>2425</c:v>
                </c:pt>
                <c:pt idx="78">
                  <c:v>2450</c:v>
                </c:pt>
                <c:pt idx="79">
                  <c:v>2475</c:v>
                </c:pt>
                <c:pt idx="80">
                  <c:v>2500</c:v>
                </c:pt>
                <c:pt idx="81">
                  <c:v>2525</c:v>
                </c:pt>
                <c:pt idx="82">
                  <c:v>2550</c:v>
                </c:pt>
                <c:pt idx="83">
                  <c:v>2575</c:v>
                </c:pt>
                <c:pt idx="84">
                  <c:v>2600</c:v>
                </c:pt>
                <c:pt idx="85">
                  <c:v>2625</c:v>
                </c:pt>
                <c:pt idx="86">
                  <c:v>2650</c:v>
                </c:pt>
                <c:pt idx="87">
                  <c:v>2675</c:v>
                </c:pt>
                <c:pt idx="88">
                  <c:v>2700</c:v>
                </c:pt>
                <c:pt idx="89">
                  <c:v>2725</c:v>
                </c:pt>
                <c:pt idx="90">
                  <c:v>2750</c:v>
                </c:pt>
                <c:pt idx="91">
                  <c:v>2775</c:v>
                </c:pt>
                <c:pt idx="92">
                  <c:v>2800</c:v>
                </c:pt>
                <c:pt idx="93">
                  <c:v>2825</c:v>
                </c:pt>
                <c:pt idx="94">
                  <c:v>2850</c:v>
                </c:pt>
                <c:pt idx="95">
                  <c:v>2875</c:v>
                </c:pt>
                <c:pt idx="96">
                  <c:v>2900</c:v>
                </c:pt>
                <c:pt idx="97">
                  <c:v>2925</c:v>
                </c:pt>
                <c:pt idx="98">
                  <c:v>2950</c:v>
                </c:pt>
                <c:pt idx="99">
                  <c:v>2975</c:v>
                </c:pt>
                <c:pt idx="100">
                  <c:v>3000</c:v>
                </c:pt>
                <c:pt idx="101">
                  <c:v>3025</c:v>
                </c:pt>
                <c:pt idx="102">
                  <c:v>3050</c:v>
                </c:pt>
                <c:pt idx="103">
                  <c:v>3075</c:v>
                </c:pt>
                <c:pt idx="104">
                  <c:v>3100</c:v>
                </c:pt>
                <c:pt idx="105">
                  <c:v>3125</c:v>
                </c:pt>
                <c:pt idx="106">
                  <c:v>3150</c:v>
                </c:pt>
                <c:pt idx="107">
                  <c:v>3175</c:v>
                </c:pt>
                <c:pt idx="108">
                  <c:v>3200</c:v>
                </c:pt>
                <c:pt idx="109">
                  <c:v>3225</c:v>
                </c:pt>
                <c:pt idx="110">
                  <c:v>3250</c:v>
                </c:pt>
                <c:pt idx="111">
                  <c:v>3275</c:v>
                </c:pt>
                <c:pt idx="112">
                  <c:v>3300</c:v>
                </c:pt>
                <c:pt idx="113">
                  <c:v>3325</c:v>
                </c:pt>
                <c:pt idx="114">
                  <c:v>3350</c:v>
                </c:pt>
                <c:pt idx="115">
                  <c:v>3375</c:v>
                </c:pt>
                <c:pt idx="116">
                  <c:v>3400</c:v>
                </c:pt>
                <c:pt idx="117">
                  <c:v>3425</c:v>
                </c:pt>
                <c:pt idx="118">
                  <c:v>3450</c:v>
                </c:pt>
                <c:pt idx="119">
                  <c:v>3475</c:v>
                </c:pt>
                <c:pt idx="120">
                  <c:v>3500</c:v>
                </c:pt>
                <c:pt idx="121">
                  <c:v>3525</c:v>
                </c:pt>
                <c:pt idx="122">
                  <c:v>3550</c:v>
                </c:pt>
                <c:pt idx="123">
                  <c:v>3575</c:v>
                </c:pt>
                <c:pt idx="124">
                  <c:v>3600</c:v>
                </c:pt>
                <c:pt idx="125">
                  <c:v>3625</c:v>
                </c:pt>
                <c:pt idx="126">
                  <c:v>3650</c:v>
                </c:pt>
                <c:pt idx="127">
                  <c:v>3675</c:v>
                </c:pt>
                <c:pt idx="128">
                  <c:v>3700</c:v>
                </c:pt>
                <c:pt idx="129">
                  <c:v>3725</c:v>
                </c:pt>
                <c:pt idx="130">
                  <c:v>3750</c:v>
                </c:pt>
                <c:pt idx="131">
                  <c:v>3775</c:v>
                </c:pt>
                <c:pt idx="132">
                  <c:v>3800</c:v>
                </c:pt>
                <c:pt idx="133">
                  <c:v>3825</c:v>
                </c:pt>
                <c:pt idx="134">
                  <c:v>3850</c:v>
                </c:pt>
                <c:pt idx="135">
                  <c:v>3875</c:v>
                </c:pt>
                <c:pt idx="136">
                  <c:v>3900</c:v>
                </c:pt>
                <c:pt idx="137">
                  <c:v>3925</c:v>
                </c:pt>
                <c:pt idx="138">
                  <c:v>3950</c:v>
                </c:pt>
                <c:pt idx="139">
                  <c:v>3975</c:v>
                </c:pt>
                <c:pt idx="140">
                  <c:v>4000</c:v>
                </c:pt>
                <c:pt idx="141">
                  <c:v>4025</c:v>
                </c:pt>
                <c:pt idx="142">
                  <c:v>4050</c:v>
                </c:pt>
                <c:pt idx="143">
                  <c:v>4075</c:v>
                </c:pt>
                <c:pt idx="144">
                  <c:v>4100</c:v>
                </c:pt>
                <c:pt idx="145">
                  <c:v>4125</c:v>
                </c:pt>
                <c:pt idx="146">
                  <c:v>4150</c:v>
                </c:pt>
                <c:pt idx="147">
                  <c:v>4175</c:v>
                </c:pt>
                <c:pt idx="148">
                  <c:v>4200</c:v>
                </c:pt>
                <c:pt idx="149">
                  <c:v>4225</c:v>
                </c:pt>
                <c:pt idx="150">
                  <c:v>4250</c:v>
                </c:pt>
                <c:pt idx="151">
                  <c:v>4275</c:v>
                </c:pt>
                <c:pt idx="152">
                  <c:v>4300</c:v>
                </c:pt>
                <c:pt idx="153">
                  <c:v>4325</c:v>
                </c:pt>
                <c:pt idx="154">
                  <c:v>4350</c:v>
                </c:pt>
                <c:pt idx="155">
                  <c:v>4375</c:v>
                </c:pt>
                <c:pt idx="156">
                  <c:v>4400</c:v>
                </c:pt>
                <c:pt idx="157">
                  <c:v>4425</c:v>
                </c:pt>
                <c:pt idx="158">
                  <c:v>4450</c:v>
                </c:pt>
                <c:pt idx="159">
                  <c:v>4475</c:v>
                </c:pt>
                <c:pt idx="160">
                  <c:v>4500</c:v>
                </c:pt>
                <c:pt idx="161">
                  <c:v>4525</c:v>
                </c:pt>
                <c:pt idx="162">
                  <c:v>4550</c:v>
                </c:pt>
                <c:pt idx="163">
                  <c:v>4575</c:v>
                </c:pt>
                <c:pt idx="164">
                  <c:v>4600</c:v>
                </c:pt>
                <c:pt idx="165">
                  <c:v>4625</c:v>
                </c:pt>
                <c:pt idx="166">
                  <c:v>4650</c:v>
                </c:pt>
                <c:pt idx="167">
                  <c:v>4675</c:v>
                </c:pt>
                <c:pt idx="168">
                  <c:v>4700</c:v>
                </c:pt>
                <c:pt idx="169">
                  <c:v>4725</c:v>
                </c:pt>
                <c:pt idx="170">
                  <c:v>4750</c:v>
                </c:pt>
                <c:pt idx="171">
                  <c:v>4775</c:v>
                </c:pt>
                <c:pt idx="172">
                  <c:v>4800</c:v>
                </c:pt>
                <c:pt idx="173">
                  <c:v>4825</c:v>
                </c:pt>
                <c:pt idx="174">
                  <c:v>4850</c:v>
                </c:pt>
                <c:pt idx="175">
                  <c:v>4875</c:v>
                </c:pt>
                <c:pt idx="176">
                  <c:v>4900</c:v>
                </c:pt>
                <c:pt idx="177">
                  <c:v>4925</c:v>
                </c:pt>
                <c:pt idx="178">
                  <c:v>4950</c:v>
                </c:pt>
                <c:pt idx="179">
                  <c:v>4975</c:v>
                </c:pt>
                <c:pt idx="180">
                  <c:v>5000</c:v>
                </c:pt>
                <c:pt idx="181">
                  <c:v>5025</c:v>
                </c:pt>
                <c:pt idx="182">
                  <c:v>5050</c:v>
                </c:pt>
                <c:pt idx="183">
                  <c:v>5075</c:v>
                </c:pt>
                <c:pt idx="184">
                  <c:v>5100</c:v>
                </c:pt>
                <c:pt idx="185">
                  <c:v>5125</c:v>
                </c:pt>
                <c:pt idx="186">
                  <c:v>5150</c:v>
                </c:pt>
                <c:pt idx="187">
                  <c:v>5175</c:v>
                </c:pt>
                <c:pt idx="188">
                  <c:v>5200</c:v>
                </c:pt>
                <c:pt idx="189">
                  <c:v>5225</c:v>
                </c:pt>
                <c:pt idx="190">
                  <c:v>5250</c:v>
                </c:pt>
                <c:pt idx="191">
                  <c:v>5275</c:v>
                </c:pt>
                <c:pt idx="192">
                  <c:v>5300</c:v>
                </c:pt>
                <c:pt idx="193">
                  <c:v>5325</c:v>
                </c:pt>
                <c:pt idx="194">
                  <c:v>5350</c:v>
                </c:pt>
                <c:pt idx="195">
                  <c:v>5375</c:v>
                </c:pt>
                <c:pt idx="196">
                  <c:v>5400</c:v>
                </c:pt>
                <c:pt idx="197">
                  <c:v>5425</c:v>
                </c:pt>
                <c:pt idx="198">
                  <c:v>5450</c:v>
                </c:pt>
                <c:pt idx="199">
                  <c:v>5475</c:v>
                </c:pt>
                <c:pt idx="200">
                  <c:v>5500</c:v>
                </c:pt>
                <c:pt idx="201">
                  <c:v>5525</c:v>
                </c:pt>
                <c:pt idx="202">
                  <c:v>5550</c:v>
                </c:pt>
                <c:pt idx="203">
                  <c:v>5575</c:v>
                </c:pt>
                <c:pt idx="204">
                  <c:v>5600</c:v>
                </c:pt>
                <c:pt idx="205">
                  <c:v>5625</c:v>
                </c:pt>
                <c:pt idx="206">
                  <c:v>5650</c:v>
                </c:pt>
                <c:pt idx="207">
                  <c:v>5675</c:v>
                </c:pt>
                <c:pt idx="208">
                  <c:v>5700</c:v>
                </c:pt>
                <c:pt idx="209">
                  <c:v>5725</c:v>
                </c:pt>
                <c:pt idx="210">
                  <c:v>5750</c:v>
                </c:pt>
                <c:pt idx="211">
                  <c:v>5775</c:v>
                </c:pt>
                <c:pt idx="212">
                  <c:v>5800</c:v>
                </c:pt>
                <c:pt idx="213">
                  <c:v>5825</c:v>
                </c:pt>
                <c:pt idx="214">
                  <c:v>5850</c:v>
                </c:pt>
                <c:pt idx="215">
                  <c:v>5875</c:v>
                </c:pt>
                <c:pt idx="216">
                  <c:v>5900</c:v>
                </c:pt>
                <c:pt idx="217">
                  <c:v>5925</c:v>
                </c:pt>
                <c:pt idx="218">
                  <c:v>5950</c:v>
                </c:pt>
                <c:pt idx="219">
                  <c:v>5975</c:v>
                </c:pt>
                <c:pt idx="220">
                  <c:v>6000</c:v>
                </c:pt>
                <c:pt idx="221">
                  <c:v>6025</c:v>
                </c:pt>
                <c:pt idx="222">
                  <c:v>6050</c:v>
                </c:pt>
                <c:pt idx="223">
                  <c:v>6075</c:v>
                </c:pt>
                <c:pt idx="224">
                  <c:v>6100</c:v>
                </c:pt>
                <c:pt idx="225">
                  <c:v>6125</c:v>
                </c:pt>
                <c:pt idx="226">
                  <c:v>6150</c:v>
                </c:pt>
                <c:pt idx="227">
                  <c:v>6175</c:v>
                </c:pt>
                <c:pt idx="228">
                  <c:v>6200</c:v>
                </c:pt>
                <c:pt idx="229">
                  <c:v>6225</c:v>
                </c:pt>
                <c:pt idx="230">
                  <c:v>6250</c:v>
                </c:pt>
                <c:pt idx="231">
                  <c:v>6275</c:v>
                </c:pt>
                <c:pt idx="232">
                  <c:v>6300</c:v>
                </c:pt>
                <c:pt idx="233">
                  <c:v>6325</c:v>
                </c:pt>
                <c:pt idx="234">
                  <c:v>6350</c:v>
                </c:pt>
                <c:pt idx="235">
                  <c:v>6375</c:v>
                </c:pt>
                <c:pt idx="236">
                  <c:v>6400</c:v>
                </c:pt>
                <c:pt idx="237">
                  <c:v>6425</c:v>
                </c:pt>
                <c:pt idx="238">
                  <c:v>6450</c:v>
                </c:pt>
                <c:pt idx="239">
                  <c:v>6475</c:v>
                </c:pt>
                <c:pt idx="240">
                  <c:v>6500</c:v>
                </c:pt>
              </c:numCache>
            </c:numRef>
          </c:xVal>
          <c:yVal>
            <c:numRef>
              <c:f>Sheet1!$B$2:$B$242</c:f>
              <c:numCache>
                <c:formatCode>General</c:formatCode>
                <c:ptCount val="241"/>
                <c:pt idx="0">
                  <c:v>0</c:v>
                </c:pt>
                <c:pt idx="1">
                  <c:v>0</c:v>
                </c:pt>
                <c:pt idx="2">
                  <c:v>0</c:v>
                </c:pt>
                <c:pt idx="3">
                  <c:v>0</c:v>
                </c:pt>
                <c:pt idx="4">
                  <c:v>0</c:v>
                </c:pt>
                <c:pt idx="5">
                  <c:v>0</c:v>
                </c:pt>
                <c:pt idx="6">
                  <c:v>0</c:v>
                </c:pt>
                <c:pt idx="7">
                  <c:v>0</c:v>
                </c:pt>
                <c:pt idx="8">
                  <c:v>0</c:v>
                </c:pt>
                <c:pt idx="9">
                  <c:v>0</c:v>
                </c:pt>
                <c:pt idx="10">
                  <c:v>0</c:v>
                </c:pt>
                <c:pt idx="11">
                  <c:v>0</c:v>
                </c:pt>
                <c:pt idx="12">
                  <c:v>0</c:v>
                </c:pt>
                <c:pt idx="13">
                  <c:v>0.01151</c:v>
                </c:pt>
                <c:pt idx="14">
                  <c:v>0.02811</c:v>
                </c:pt>
                <c:pt idx="15">
                  <c:v>0.04715</c:v>
                </c:pt>
                <c:pt idx="16">
                  <c:v>0.06779</c:v>
                </c:pt>
                <c:pt idx="17">
                  <c:v>0.08956</c:v>
                </c:pt>
                <c:pt idx="18">
                  <c:v>0.11218</c:v>
                </c:pt>
                <c:pt idx="19">
                  <c:v>0.13541</c:v>
                </c:pt>
                <c:pt idx="20">
                  <c:v>0.15909</c:v>
                </c:pt>
                <c:pt idx="21">
                  <c:v>0.1831</c:v>
                </c:pt>
                <c:pt idx="22">
                  <c:v>0.20731</c:v>
                </c:pt>
                <c:pt idx="23">
                  <c:v>0.23165</c:v>
                </c:pt>
                <c:pt idx="24">
                  <c:v>0.25604</c:v>
                </c:pt>
                <c:pt idx="25">
                  <c:v>0.2804</c:v>
                </c:pt>
                <c:pt idx="26">
                  <c:v>0.30469</c:v>
                </c:pt>
                <c:pt idx="27">
                  <c:v>0.32885</c:v>
                </c:pt>
                <c:pt idx="28">
                  <c:v>0.35284</c:v>
                </c:pt>
                <c:pt idx="29">
                  <c:v>0.37661</c:v>
                </c:pt>
                <c:pt idx="30">
                  <c:v>0.40015</c:v>
                </c:pt>
                <c:pt idx="31">
                  <c:v>0.42341</c:v>
                </c:pt>
                <c:pt idx="32">
                  <c:v>0.44636</c:v>
                </c:pt>
                <c:pt idx="33">
                  <c:v>0.46898</c:v>
                </c:pt>
                <c:pt idx="34">
                  <c:v>0.49126</c:v>
                </c:pt>
                <c:pt idx="35">
                  <c:v>0.51316</c:v>
                </c:pt>
                <c:pt idx="36">
                  <c:v>0.53467</c:v>
                </c:pt>
                <c:pt idx="37">
                  <c:v>0.55577</c:v>
                </c:pt>
                <c:pt idx="38">
                  <c:v>0.57645</c:v>
                </c:pt>
                <c:pt idx="39">
                  <c:v>0.5967</c:v>
                </c:pt>
                <c:pt idx="40">
                  <c:v>0.6165</c:v>
                </c:pt>
                <c:pt idx="41">
                  <c:v>0.63584</c:v>
                </c:pt>
                <c:pt idx="42">
                  <c:v>0.65471</c:v>
                </c:pt>
                <c:pt idx="43">
                  <c:v>0.67311</c:v>
                </c:pt>
                <c:pt idx="44">
                  <c:v>0.69102</c:v>
                </c:pt>
                <c:pt idx="45">
                  <c:v>0.70844</c:v>
                </c:pt>
                <c:pt idx="46">
                  <c:v>0.72536</c:v>
                </c:pt>
                <c:pt idx="47">
                  <c:v>0.74179</c:v>
                </c:pt>
                <c:pt idx="48">
                  <c:v>0.75771</c:v>
                </c:pt>
                <c:pt idx="49">
                  <c:v>0.77311</c:v>
                </c:pt>
                <c:pt idx="50">
                  <c:v>0.78801</c:v>
                </c:pt>
                <c:pt idx="51">
                  <c:v>0.80239</c:v>
                </c:pt>
                <c:pt idx="52">
                  <c:v>0.81625</c:v>
                </c:pt>
                <c:pt idx="53">
                  <c:v>0.8296</c:v>
                </c:pt>
                <c:pt idx="54">
                  <c:v>0.84242</c:v>
                </c:pt>
                <c:pt idx="55">
                  <c:v>0.85473</c:v>
                </c:pt>
                <c:pt idx="56">
                  <c:v>0.86652</c:v>
                </c:pt>
                <c:pt idx="57">
                  <c:v>0.87779</c:v>
                </c:pt>
                <c:pt idx="58">
                  <c:v>0.88854</c:v>
                </c:pt>
                <c:pt idx="59">
                  <c:v>0.89877</c:v>
                </c:pt>
                <c:pt idx="60">
                  <c:v>0.90849</c:v>
                </c:pt>
                <c:pt idx="61">
                  <c:v>0.9177</c:v>
                </c:pt>
                <c:pt idx="62">
                  <c:v>0.9264</c:v>
                </c:pt>
                <c:pt idx="63">
                  <c:v>0.93459</c:v>
                </c:pt>
                <c:pt idx="64">
                  <c:v>0.94227</c:v>
                </c:pt>
                <c:pt idx="65">
                  <c:v>0.94945</c:v>
                </c:pt>
                <c:pt idx="66">
                  <c:v>0.95614</c:v>
                </c:pt>
                <c:pt idx="67">
                  <c:v>0.96233</c:v>
                </c:pt>
                <c:pt idx="68">
                  <c:v>0.96804</c:v>
                </c:pt>
                <c:pt idx="69">
                  <c:v>0.97325</c:v>
                </c:pt>
                <c:pt idx="70">
                  <c:v>0.97799</c:v>
                </c:pt>
                <c:pt idx="71">
                  <c:v>0.98225</c:v>
                </c:pt>
                <c:pt idx="72">
                  <c:v>0.98603</c:v>
                </c:pt>
                <c:pt idx="73">
                  <c:v>0.98936</c:v>
                </c:pt>
                <c:pt idx="74">
                  <c:v>0.99222</c:v>
                </c:pt>
                <c:pt idx="75">
                  <c:v>0.99462</c:v>
                </c:pt>
                <c:pt idx="76">
                  <c:v>0.99657</c:v>
                </c:pt>
                <c:pt idx="77">
                  <c:v>0.99808</c:v>
                </c:pt>
                <c:pt idx="78">
                  <c:v>0.99915</c:v>
                </c:pt>
                <c:pt idx="79">
                  <c:v>0.99979</c:v>
                </c:pt>
                <c:pt idx="80">
                  <c:v>1</c:v>
                </c:pt>
                <c:pt idx="81">
                  <c:v>0.99979</c:v>
                </c:pt>
                <c:pt idx="82">
                  <c:v>0.99917</c:v>
                </c:pt>
                <c:pt idx="83">
                  <c:v>0.99814</c:v>
                </c:pt>
                <c:pt idx="84">
                  <c:v>0.99671</c:v>
                </c:pt>
                <c:pt idx="85">
                  <c:v>0.99488</c:v>
                </c:pt>
                <c:pt idx="86">
                  <c:v>0.99267</c:v>
                </c:pt>
                <c:pt idx="87">
                  <c:v>0.99008</c:v>
                </c:pt>
                <c:pt idx="88">
                  <c:v>0.98712</c:v>
                </c:pt>
                <c:pt idx="89">
                  <c:v>0.98379</c:v>
                </c:pt>
                <c:pt idx="90">
                  <c:v>0.9801</c:v>
                </c:pt>
                <c:pt idx="91">
                  <c:v>0.97606</c:v>
                </c:pt>
                <c:pt idx="92">
                  <c:v>0.97167</c:v>
                </c:pt>
                <c:pt idx="93">
                  <c:v>0.96695</c:v>
                </c:pt>
                <c:pt idx="94">
                  <c:v>0.9619</c:v>
                </c:pt>
                <c:pt idx="95">
                  <c:v>0.95652</c:v>
                </c:pt>
                <c:pt idx="96">
                  <c:v>0.95084</c:v>
                </c:pt>
                <c:pt idx="97">
                  <c:v>0.94484</c:v>
                </c:pt>
                <c:pt idx="98">
                  <c:v>0.93855</c:v>
                </c:pt>
                <c:pt idx="99">
                  <c:v>0.93196</c:v>
                </c:pt>
                <c:pt idx="100">
                  <c:v>0.92509</c:v>
                </c:pt>
                <c:pt idx="101">
                  <c:v>0.91795</c:v>
                </c:pt>
                <c:pt idx="102">
                  <c:v>0.91054</c:v>
                </c:pt>
                <c:pt idx="103">
                  <c:v>0.90286</c:v>
                </c:pt>
                <c:pt idx="104">
                  <c:v>0.89494</c:v>
                </c:pt>
                <c:pt idx="105">
                  <c:v>0.88676</c:v>
                </c:pt>
                <c:pt idx="106">
                  <c:v>0.87835</c:v>
                </c:pt>
                <c:pt idx="107">
                  <c:v>0.86972</c:v>
                </c:pt>
                <c:pt idx="108">
                  <c:v>0.86086</c:v>
                </c:pt>
                <c:pt idx="109">
                  <c:v>0.85179</c:v>
                </c:pt>
                <c:pt idx="110">
                  <c:v>0.84251</c:v>
                </c:pt>
                <c:pt idx="111">
                  <c:v>0.83303</c:v>
                </c:pt>
                <c:pt idx="112">
                  <c:v>0.82336</c:v>
                </c:pt>
                <c:pt idx="113">
                  <c:v>0.81352</c:v>
                </c:pt>
                <c:pt idx="114">
                  <c:v>0.80349</c:v>
                </c:pt>
                <c:pt idx="115">
                  <c:v>0.79331</c:v>
                </c:pt>
                <c:pt idx="116">
                  <c:v>0.78296</c:v>
                </c:pt>
                <c:pt idx="117">
                  <c:v>0.77246</c:v>
                </c:pt>
                <c:pt idx="118">
                  <c:v>0.76182</c:v>
                </c:pt>
                <c:pt idx="119">
                  <c:v>0.75104</c:v>
                </c:pt>
                <c:pt idx="120">
                  <c:v>0.74014</c:v>
                </c:pt>
                <c:pt idx="121">
                  <c:v>0.72912</c:v>
                </c:pt>
                <c:pt idx="122">
                  <c:v>0.71798</c:v>
                </c:pt>
                <c:pt idx="123">
                  <c:v>0.70674</c:v>
                </c:pt>
                <c:pt idx="124">
                  <c:v>0.6954</c:v>
                </c:pt>
                <c:pt idx="125">
                  <c:v>0.68398</c:v>
                </c:pt>
                <c:pt idx="126">
                  <c:v>0.67247</c:v>
                </c:pt>
                <c:pt idx="127">
                  <c:v>0.66088</c:v>
                </c:pt>
                <c:pt idx="128">
                  <c:v>0.64924</c:v>
                </c:pt>
                <c:pt idx="129">
                  <c:v>0.63753</c:v>
                </c:pt>
                <c:pt idx="130">
                  <c:v>0.62577</c:v>
                </c:pt>
                <c:pt idx="131">
                  <c:v>0.61396</c:v>
                </c:pt>
                <c:pt idx="132">
                  <c:v>0.60212</c:v>
                </c:pt>
                <c:pt idx="133">
                  <c:v>0.59024</c:v>
                </c:pt>
                <c:pt idx="134">
                  <c:v>0.57834</c:v>
                </c:pt>
                <c:pt idx="135">
                  <c:v>0.56643</c:v>
                </c:pt>
                <c:pt idx="136">
                  <c:v>0.55451</c:v>
                </c:pt>
                <c:pt idx="137">
                  <c:v>0.54258</c:v>
                </c:pt>
                <c:pt idx="138">
                  <c:v>0.53066</c:v>
                </c:pt>
                <c:pt idx="139">
                  <c:v>0.51875</c:v>
                </c:pt>
                <c:pt idx="140">
                  <c:v>0.50686</c:v>
                </c:pt>
                <c:pt idx="141">
                  <c:v>0.495</c:v>
                </c:pt>
                <c:pt idx="142">
                  <c:v>0.48316</c:v>
                </c:pt>
                <c:pt idx="143">
                  <c:v>0.47137</c:v>
                </c:pt>
                <c:pt idx="144">
                  <c:v>0.45961</c:v>
                </c:pt>
                <c:pt idx="145">
                  <c:v>0.44791</c:v>
                </c:pt>
                <c:pt idx="146">
                  <c:v>0.43627</c:v>
                </c:pt>
                <c:pt idx="147">
                  <c:v>0.42468</c:v>
                </c:pt>
                <c:pt idx="148">
                  <c:v>0.41317</c:v>
                </c:pt>
                <c:pt idx="149">
                  <c:v>0.40173</c:v>
                </c:pt>
                <c:pt idx="150">
                  <c:v>0.39037</c:v>
                </c:pt>
                <c:pt idx="151">
                  <c:v>0.3791</c:v>
                </c:pt>
                <c:pt idx="152">
                  <c:v>0.36792</c:v>
                </c:pt>
                <c:pt idx="153">
                  <c:v>0.35684</c:v>
                </c:pt>
                <c:pt idx="154">
                  <c:v>0.34587</c:v>
                </c:pt>
                <c:pt idx="155">
                  <c:v>0.335</c:v>
                </c:pt>
                <c:pt idx="156">
                  <c:v>0.32424</c:v>
                </c:pt>
                <c:pt idx="157">
                  <c:v>0.31361</c:v>
                </c:pt>
                <c:pt idx="158">
                  <c:v>0.3031</c:v>
                </c:pt>
                <c:pt idx="159">
                  <c:v>0.29272</c:v>
                </c:pt>
                <c:pt idx="160">
                  <c:v>0.28247</c:v>
                </c:pt>
                <c:pt idx="161">
                  <c:v>0.27236</c:v>
                </c:pt>
                <c:pt idx="162">
                  <c:v>0.26239</c:v>
                </c:pt>
                <c:pt idx="163">
                  <c:v>0.25258</c:v>
                </c:pt>
                <c:pt idx="164">
                  <c:v>0.24291</c:v>
                </c:pt>
                <c:pt idx="165">
                  <c:v>0.2334</c:v>
                </c:pt>
                <c:pt idx="166">
                  <c:v>0.22405</c:v>
                </c:pt>
                <c:pt idx="167">
                  <c:v>0.21487</c:v>
                </c:pt>
                <c:pt idx="168">
                  <c:v>0.20585</c:v>
                </c:pt>
                <c:pt idx="169">
                  <c:v>0.197</c:v>
                </c:pt>
                <c:pt idx="170">
                  <c:v>0.18833</c:v>
                </c:pt>
                <c:pt idx="171">
                  <c:v>0.17984</c:v>
                </c:pt>
                <c:pt idx="172">
                  <c:v>0.17153</c:v>
                </c:pt>
                <c:pt idx="173">
                  <c:v>0.1634</c:v>
                </c:pt>
                <c:pt idx="174">
                  <c:v>0.15546</c:v>
                </c:pt>
                <c:pt idx="175">
                  <c:v>0.14771</c:v>
                </c:pt>
                <c:pt idx="176">
                  <c:v>0.14016</c:v>
                </c:pt>
                <c:pt idx="177">
                  <c:v>0.1328</c:v>
                </c:pt>
                <c:pt idx="178">
                  <c:v>0.12563</c:v>
                </c:pt>
                <c:pt idx="179">
                  <c:v>0.11867</c:v>
                </c:pt>
                <c:pt idx="180">
                  <c:v>0.11191</c:v>
                </c:pt>
                <c:pt idx="181">
                  <c:v>0.10535</c:v>
                </c:pt>
                <c:pt idx="182">
                  <c:v>0.09899</c:v>
                </c:pt>
                <c:pt idx="183">
                  <c:v>0.09285</c:v>
                </c:pt>
                <c:pt idx="184">
                  <c:v>0.0869</c:v>
                </c:pt>
                <c:pt idx="185">
                  <c:v>0.08117</c:v>
                </c:pt>
                <c:pt idx="186">
                  <c:v>0.07564</c:v>
                </c:pt>
                <c:pt idx="187">
                  <c:v>0.07033</c:v>
                </c:pt>
                <c:pt idx="188">
                  <c:v>0.06522</c:v>
                </c:pt>
                <c:pt idx="189">
                  <c:v>0.06032</c:v>
                </c:pt>
                <c:pt idx="190">
                  <c:v>0.05563</c:v>
                </c:pt>
                <c:pt idx="191">
                  <c:v>0.05115</c:v>
                </c:pt>
                <c:pt idx="192">
                  <c:v>0.04688</c:v>
                </c:pt>
                <c:pt idx="193">
                  <c:v>0.04282</c:v>
                </c:pt>
                <c:pt idx="194">
                  <c:v>0.03896</c:v>
                </c:pt>
                <c:pt idx="195">
                  <c:v>0.03531</c:v>
                </c:pt>
                <c:pt idx="196">
                  <c:v>0.03186</c:v>
                </c:pt>
                <c:pt idx="197">
                  <c:v>0.02861</c:v>
                </c:pt>
                <c:pt idx="198">
                  <c:v>0.02556</c:v>
                </c:pt>
                <c:pt idx="199">
                  <c:v>0.02271</c:v>
                </c:pt>
                <c:pt idx="200">
                  <c:v>0.02006</c:v>
                </c:pt>
                <c:pt idx="201">
                  <c:v>0.01759</c:v>
                </c:pt>
                <c:pt idx="202">
                  <c:v>0.01531</c:v>
                </c:pt>
                <c:pt idx="203">
                  <c:v>0.01322</c:v>
                </c:pt>
                <c:pt idx="204">
                  <c:v>0.01131</c:v>
                </c:pt>
                <c:pt idx="205">
                  <c:v>0.00957</c:v>
                </c:pt>
                <c:pt idx="206">
                  <c:v>0.008</c:v>
                </c:pt>
                <c:pt idx="207">
                  <c:v>0.0066</c:v>
                </c:pt>
                <c:pt idx="208">
                  <c:v>0.00535</c:v>
                </c:pt>
                <c:pt idx="209">
                  <c:v>0.00426</c:v>
                </c:pt>
                <c:pt idx="210">
                  <c:v>0.00332</c:v>
                </c:pt>
                <c:pt idx="211">
                  <c:v>0.00252</c:v>
                </c:pt>
                <c:pt idx="212">
                  <c:v>0.00185</c:v>
                </c:pt>
                <c:pt idx="213">
                  <c:v>0.0013</c:v>
                </c:pt>
                <c:pt idx="214">
                  <c:v>0.00086</c:v>
                </c:pt>
                <c:pt idx="215">
                  <c:v>0.00053</c:v>
                </c:pt>
                <c:pt idx="216">
                  <c:v>0.00029</c:v>
                </c:pt>
                <c:pt idx="217">
                  <c:v>0.00014</c:v>
                </c:pt>
                <c:pt idx="218">
                  <c:v>0.00005</c:v>
                </c:pt>
                <c:pt idx="219">
                  <c:v>0.00001</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500"/>
          <c:min val="50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Miles de 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0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TRIANGULAR</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Sheet1!$A$2:$A$182</c:f>
              <c:numCache>
                <c:formatCode>General</c:formatCode>
                <c:ptCount val="181"/>
                <c:pt idx="0">
                  <c:v>5</c:v>
                </c:pt>
                <c:pt idx="1">
                  <c:v>5.25</c:v>
                </c:pt>
                <c:pt idx="2">
                  <c:v>5.5</c:v>
                </c:pt>
                <c:pt idx="3">
                  <c:v>5.75</c:v>
                </c:pt>
                <c:pt idx="4">
                  <c:v>6</c:v>
                </c:pt>
                <c:pt idx="5">
                  <c:v>6.25</c:v>
                </c:pt>
                <c:pt idx="6">
                  <c:v>6.5</c:v>
                </c:pt>
                <c:pt idx="7">
                  <c:v>6.75</c:v>
                </c:pt>
                <c:pt idx="8">
                  <c:v>7</c:v>
                </c:pt>
                <c:pt idx="9">
                  <c:v>7.25</c:v>
                </c:pt>
                <c:pt idx="10">
                  <c:v>7.5</c:v>
                </c:pt>
                <c:pt idx="11">
                  <c:v>7.75</c:v>
                </c:pt>
                <c:pt idx="12">
                  <c:v>8</c:v>
                </c:pt>
                <c:pt idx="13">
                  <c:v>8.25</c:v>
                </c:pt>
                <c:pt idx="14">
                  <c:v>8.5</c:v>
                </c:pt>
                <c:pt idx="15">
                  <c:v>8.75</c:v>
                </c:pt>
                <c:pt idx="16">
                  <c:v>9</c:v>
                </c:pt>
                <c:pt idx="17">
                  <c:v>9.25</c:v>
                </c:pt>
                <c:pt idx="18">
                  <c:v>9.5</c:v>
                </c:pt>
                <c:pt idx="19">
                  <c:v>9.75</c:v>
                </c:pt>
                <c:pt idx="20">
                  <c:v>10</c:v>
                </c:pt>
                <c:pt idx="21">
                  <c:v>10.25</c:v>
                </c:pt>
                <c:pt idx="22">
                  <c:v>10.5</c:v>
                </c:pt>
                <c:pt idx="23">
                  <c:v>10.75</c:v>
                </c:pt>
                <c:pt idx="24">
                  <c:v>11</c:v>
                </c:pt>
                <c:pt idx="25">
                  <c:v>11.25</c:v>
                </c:pt>
                <c:pt idx="26">
                  <c:v>11.5</c:v>
                </c:pt>
                <c:pt idx="27">
                  <c:v>11.75</c:v>
                </c:pt>
                <c:pt idx="28">
                  <c:v>12</c:v>
                </c:pt>
                <c:pt idx="29">
                  <c:v>12.25</c:v>
                </c:pt>
                <c:pt idx="30">
                  <c:v>12.5</c:v>
                </c:pt>
                <c:pt idx="31">
                  <c:v>12.75</c:v>
                </c:pt>
                <c:pt idx="32">
                  <c:v>13</c:v>
                </c:pt>
                <c:pt idx="33">
                  <c:v>13.25</c:v>
                </c:pt>
                <c:pt idx="34">
                  <c:v>13.5</c:v>
                </c:pt>
                <c:pt idx="35">
                  <c:v>13.75</c:v>
                </c:pt>
                <c:pt idx="36">
                  <c:v>14</c:v>
                </c:pt>
                <c:pt idx="37">
                  <c:v>14.25</c:v>
                </c:pt>
                <c:pt idx="38">
                  <c:v>14.5</c:v>
                </c:pt>
                <c:pt idx="39">
                  <c:v>14.75</c:v>
                </c:pt>
                <c:pt idx="40">
                  <c:v>15</c:v>
                </c:pt>
                <c:pt idx="41">
                  <c:v>15.25</c:v>
                </c:pt>
                <c:pt idx="42">
                  <c:v>15.5</c:v>
                </c:pt>
                <c:pt idx="43">
                  <c:v>15.75</c:v>
                </c:pt>
                <c:pt idx="44">
                  <c:v>16</c:v>
                </c:pt>
                <c:pt idx="45">
                  <c:v>16.25</c:v>
                </c:pt>
                <c:pt idx="46">
                  <c:v>16.5</c:v>
                </c:pt>
                <c:pt idx="47">
                  <c:v>16.75</c:v>
                </c:pt>
                <c:pt idx="48">
                  <c:v>17</c:v>
                </c:pt>
                <c:pt idx="49">
                  <c:v>17.25</c:v>
                </c:pt>
                <c:pt idx="50">
                  <c:v>17.5</c:v>
                </c:pt>
                <c:pt idx="51">
                  <c:v>17.75</c:v>
                </c:pt>
                <c:pt idx="52">
                  <c:v>18</c:v>
                </c:pt>
                <c:pt idx="53">
                  <c:v>18.25</c:v>
                </c:pt>
                <c:pt idx="54">
                  <c:v>18.5</c:v>
                </c:pt>
                <c:pt idx="55">
                  <c:v>18.75</c:v>
                </c:pt>
                <c:pt idx="56">
                  <c:v>19</c:v>
                </c:pt>
                <c:pt idx="57">
                  <c:v>19.25</c:v>
                </c:pt>
                <c:pt idx="58">
                  <c:v>19.5</c:v>
                </c:pt>
                <c:pt idx="59">
                  <c:v>19.75</c:v>
                </c:pt>
                <c:pt idx="60">
                  <c:v>20</c:v>
                </c:pt>
                <c:pt idx="61">
                  <c:v>20.25</c:v>
                </c:pt>
                <c:pt idx="62">
                  <c:v>20.5</c:v>
                </c:pt>
                <c:pt idx="63">
                  <c:v>20.75</c:v>
                </c:pt>
                <c:pt idx="64">
                  <c:v>21</c:v>
                </c:pt>
                <c:pt idx="65">
                  <c:v>21.25</c:v>
                </c:pt>
                <c:pt idx="66">
                  <c:v>21.5</c:v>
                </c:pt>
                <c:pt idx="67">
                  <c:v>21.75</c:v>
                </c:pt>
                <c:pt idx="68">
                  <c:v>22</c:v>
                </c:pt>
                <c:pt idx="69">
                  <c:v>22.25</c:v>
                </c:pt>
                <c:pt idx="70">
                  <c:v>22.5</c:v>
                </c:pt>
                <c:pt idx="71">
                  <c:v>22.75</c:v>
                </c:pt>
                <c:pt idx="72">
                  <c:v>23</c:v>
                </c:pt>
                <c:pt idx="73">
                  <c:v>23.25</c:v>
                </c:pt>
                <c:pt idx="74">
                  <c:v>23.5</c:v>
                </c:pt>
                <c:pt idx="75">
                  <c:v>23.75</c:v>
                </c:pt>
                <c:pt idx="76">
                  <c:v>24</c:v>
                </c:pt>
                <c:pt idx="77">
                  <c:v>24.25</c:v>
                </c:pt>
                <c:pt idx="78">
                  <c:v>24.5</c:v>
                </c:pt>
                <c:pt idx="79">
                  <c:v>24.75</c:v>
                </c:pt>
                <c:pt idx="80">
                  <c:v>25</c:v>
                </c:pt>
                <c:pt idx="81">
                  <c:v>25.25</c:v>
                </c:pt>
                <c:pt idx="82">
                  <c:v>25.5</c:v>
                </c:pt>
                <c:pt idx="83">
                  <c:v>25.75</c:v>
                </c:pt>
                <c:pt idx="84">
                  <c:v>26</c:v>
                </c:pt>
                <c:pt idx="85">
                  <c:v>26.25</c:v>
                </c:pt>
                <c:pt idx="86">
                  <c:v>26.5</c:v>
                </c:pt>
                <c:pt idx="87">
                  <c:v>26.75</c:v>
                </c:pt>
                <c:pt idx="88">
                  <c:v>27</c:v>
                </c:pt>
                <c:pt idx="89">
                  <c:v>27.25</c:v>
                </c:pt>
                <c:pt idx="90">
                  <c:v>27.5</c:v>
                </c:pt>
                <c:pt idx="91">
                  <c:v>27.75</c:v>
                </c:pt>
                <c:pt idx="92">
                  <c:v>28</c:v>
                </c:pt>
                <c:pt idx="93">
                  <c:v>28.25</c:v>
                </c:pt>
                <c:pt idx="94">
                  <c:v>28.5</c:v>
                </c:pt>
                <c:pt idx="95">
                  <c:v>28.75</c:v>
                </c:pt>
                <c:pt idx="96">
                  <c:v>29</c:v>
                </c:pt>
                <c:pt idx="97">
                  <c:v>29.25</c:v>
                </c:pt>
                <c:pt idx="98">
                  <c:v>29.5</c:v>
                </c:pt>
                <c:pt idx="99">
                  <c:v>29.75</c:v>
                </c:pt>
                <c:pt idx="100">
                  <c:v>30</c:v>
                </c:pt>
                <c:pt idx="101">
                  <c:v>30.25</c:v>
                </c:pt>
                <c:pt idx="102">
                  <c:v>30.5</c:v>
                </c:pt>
                <c:pt idx="103">
                  <c:v>30.75</c:v>
                </c:pt>
                <c:pt idx="104">
                  <c:v>31</c:v>
                </c:pt>
                <c:pt idx="105">
                  <c:v>31.25</c:v>
                </c:pt>
                <c:pt idx="106">
                  <c:v>31.5</c:v>
                </c:pt>
                <c:pt idx="107">
                  <c:v>31.75</c:v>
                </c:pt>
                <c:pt idx="108">
                  <c:v>32</c:v>
                </c:pt>
                <c:pt idx="109">
                  <c:v>32.25</c:v>
                </c:pt>
                <c:pt idx="110">
                  <c:v>32.5</c:v>
                </c:pt>
                <c:pt idx="111">
                  <c:v>32.75</c:v>
                </c:pt>
                <c:pt idx="112">
                  <c:v>33</c:v>
                </c:pt>
                <c:pt idx="113">
                  <c:v>33.25</c:v>
                </c:pt>
                <c:pt idx="114">
                  <c:v>33.5</c:v>
                </c:pt>
                <c:pt idx="115">
                  <c:v>33.75</c:v>
                </c:pt>
                <c:pt idx="116">
                  <c:v>34</c:v>
                </c:pt>
                <c:pt idx="117">
                  <c:v>34.25</c:v>
                </c:pt>
                <c:pt idx="118">
                  <c:v>34.5</c:v>
                </c:pt>
                <c:pt idx="119">
                  <c:v>34.75</c:v>
                </c:pt>
                <c:pt idx="120">
                  <c:v>35</c:v>
                </c:pt>
                <c:pt idx="121">
                  <c:v>35.25</c:v>
                </c:pt>
                <c:pt idx="122">
                  <c:v>35.5</c:v>
                </c:pt>
                <c:pt idx="123">
                  <c:v>35.75</c:v>
                </c:pt>
                <c:pt idx="124">
                  <c:v>36</c:v>
                </c:pt>
                <c:pt idx="125">
                  <c:v>36.25</c:v>
                </c:pt>
                <c:pt idx="126">
                  <c:v>36.5</c:v>
                </c:pt>
                <c:pt idx="127">
                  <c:v>36.75</c:v>
                </c:pt>
                <c:pt idx="128">
                  <c:v>37</c:v>
                </c:pt>
                <c:pt idx="129">
                  <c:v>37.25</c:v>
                </c:pt>
                <c:pt idx="130">
                  <c:v>37.5</c:v>
                </c:pt>
                <c:pt idx="131">
                  <c:v>37.75</c:v>
                </c:pt>
                <c:pt idx="132">
                  <c:v>38</c:v>
                </c:pt>
                <c:pt idx="133">
                  <c:v>38.25</c:v>
                </c:pt>
                <c:pt idx="134">
                  <c:v>38.5</c:v>
                </c:pt>
                <c:pt idx="135">
                  <c:v>38.75</c:v>
                </c:pt>
                <c:pt idx="136">
                  <c:v>39</c:v>
                </c:pt>
                <c:pt idx="137">
                  <c:v>39.25</c:v>
                </c:pt>
                <c:pt idx="138">
                  <c:v>39.5</c:v>
                </c:pt>
                <c:pt idx="139">
                  <c:v>39.75</c:v>
                </c:pt>
                <c:pt idx="140">
                  <c:v>40</c:v>
                </c:pt>
                <c:pt idx="141">
                  <c:v>40.25</c:v>
                </c:pt>
                <c:pt idx="142">
                  <c:v>40.5</c:v>
                </c:pt>
                <c:pt idx="143">
                  <c:v>40.75</c:v>
                </c:pt>
                <c:pt idx="144">
                  <c:v>41</c:v>
                </c:pt>
                <c:pt idx="145">
                  <c:v>41.25</c:v>
                </c:pt>
                <c:pt idx="146">
                  <c:v>41.5</c:v>
                </c:pt>
                <c:pt idx="147">
                  <c:v>41.75</c:v>
                </c:pt>
                <c:pt idx="148">
                  <c:v>42</c:v>
                </c:pt>
                <c:pt idx="149">
                  <c:v>42.25</c:v>
                </c:pt>
                <c:pt idx="150">
                  <c:v>42.5</c:v>
                </c:pt>
                <c:pt idx="151">
                  <c:v>42.75</c:v>
                </c:pt>
                <c:pt idx="152">
                  <c:v>43</c:v>
                </c:pt>
                <c:pt idx="153">
                  <c:v>43.25</c:v>
                </c:pt>
                <c:pt idx="154">
                  <c:v>43.5</c:v>
                </c:pt>
                <c:pt idx="155">
                  <c:v>43.75</c:v>
                </c:pt>
                <c:pt idx="156">
                  <c:v>44</c:v>
                </c:pt>
                <c:pt idx="157">
                  <c:v>44.25</c:v>
                </c:pt>
                <c:pt idx="158">
                  <c:v>44.5</c:v>
                </c:pt>
                <c:pt idx="159">
                  <c:v>44.75</c:v>
                </c:pt>
                <c:pt idx="160">
                  <c:v>45</c:v>
                </c:pt>
                <c:pt idx="161">
                  <c:v>45.25</c:v>
                </c:pt>
                <c:pt idx="162">
                  <c:v>45.5</c:v>
                </c:pt>
                <c:pt idx="163">
                  <c:v>45.75</c:v>
                </c:pt>
                <c:pt idx="164">
                  <c:v>46</c:v>
                </c:pt>
                <c:pt idx="165">
                  <c:v>46.25</c:v>
                </c:pt>
                <c:pt idx="166">
                  <c:v>46.5</c:v>
                </c:pt>
                <c:pt idx="167">
                  <c:v>46.75</c:v>
                </c:pt>
                <c:pt idx="168">
                  <c:v>47</c:v>
                </c:pt>
                <c:pt idx="169">
                  <c:v>47.25</c:v>
                </c:pt>
                <c:pt idx="170">
                  <c:v>47.5</c:v>
                </c:pt>
                <c:pt idx="171">
                  <c:v>47.75</c:v>
                </c:pt>
                <c:pt idx="172">
                  <c:v>48</c:v>
                </c:pt>
                <c:pt idx="173">
                  <c:v>48.25</c:v>
                </c:pt>
                <c:pt idx="174">
                  <c:v>48.5</c:v>
                </c:pt>
                <c:pt idx="175">
                  <c:v>48.75</c:v>
                </c:pt>
                <c:pt idx="176">
                  <c:v>49</c:v>
                </c:pt>
                <c:pt idx="177">
                  <c:v>49.25</c:v>
                </c:pt>
                <c:pt idx="178">
                  <c:v>49.5</c:v>
                </c:pt>
                <c:pt idx="179">
                  <c:v>49.75</c:v>
                </c:pt>
                <c:pt idx="180">
                  <c:v>50</c:v>
                </c:pt>
              </c:numCache>
            </c:numRef>
          </c:xVal>
          <c:yVal>
            <c:numRef>
              <c:f>Sheet1!$B$2:$B$182</c:f>
              <c:numCache>
                <c:formatCode>General</c:formatCode>
                <c:ptCount val="1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0.02452</c:v>
                </c:pt>
                <c:pt idx="22">
                  <c:v>0.04905</c:v>
                </c:pt>
                <c:pt idx="23">
                  <c:v>0.07357</c:v>
                </c:pt>
                <c:pt idx="24">
                  <c:v>0.0981</c:v>
                </c:pt>
                <c:pt idx="25">
                  <c:v>0.12262</c:v>
                </c:pt>
                <c:pt idx="26">
                  <c:v>0.14714</c:v>
                </c:pt>
                <c:pt idx="27">
                  <c:v>0.17167</c:v>
                </c:pt>
                <c:pt idx="28">
                  <c:v>0.19619</c:v>
                </c:pt>
                <c:pt idx="29">
                  <c:v>0.22072</c:v>
                </c:pt>
                <c:pt idx="30">
                  <c:v>0.24524</c:v>
                </c:pt>
                <c:pt idx="31">
                  <c:v>0.26976</c:v>
                </c:pt>
                <c:pt idx="32">
                  <c:v>0.29429</c:v>
                </c:pt>
                <c:pt idx="33">
                  <c:v>0.31881</c:v>
                </c:pt>
                <c:pt idx="34">
                  <c:v>0.34334</c:v>
                </c:pt>
                <c:pt idx="35">
                  <c:v>0.36786</c:v>
                </c:pt>
                <c:pt idx="36">
                  <c:v>0.39238</c:v>
                </c:pt>
                <c:pt idx="37">
                  <c:v>0.41691</c:v>
                </c:pt>
                <c:pt idx="38">
                  <c:v>0.44143</c:v>
                </c:pt>
                <c:pt idx="39">
                  <c:v>0.46595</c:v>
                </c:pt>
                <c:pt idx="40">
                  <c:v>0.49048</c:v>
                </c:pt>
                <c:pt idx="41">
                  <c:v>0.515</c:v>
                </c:pt>
                <c:pt idx="42">
                  <c:v>0.53953</c:v>
                </c:pt>
                <c:pt idx="43">
                  <c:v>0.56405</c:v>
                </c:pt>
                <c:pt idx="44">
                  <c:v>0.58857</c:v>
                </c:pt>
                <c:pt idx="45">
                  <c:v>0.6131</c:v>
                </c:pt>
                <c:pt idx="46">
                  <c:v>0.63762</c:v>
                </c:pt>
                <c:pt idx="47">
                  <c:v>0.66215</c:v>
                </c:pt>
                <c:pt idx="48">
                  <c:v>0.68667</c:v>
                </c:pt>
                <c:pt idx="49">
                  <c:v>0.71119</c:v>
                </c:pt>
                <c:pt idx="50">
                  <c:v>0.73572</c:v>
                </c:pt>
                <c:pt idx="51">
                  <c:v>0.76024</c:v>
                </c:pt>
                <c:pt idx="52">
                  <c:v>0.78477</c:v>
                </c:pt>
                <c:pt idx="53">
                  <c:v>0.80929</c:v>
                </c:pt>
                <c:pt idx="54">
                  <c:v>0.83381</c:v>
                </c:pt>
                <c:pt idx="55">
                  <c:v>0.85834</c:v>
                </c:pt>
                <c:pt idx="56">
                  <c:v>0.88286</c:v>
                </c:pt>
                <c:pt idx="57">
                  <c:v>0.90739</c:v>
                </c:pt>
                <c:pt idx="58">
                  <c:v>0.93191</c:v>
                </c:pt>
                <c:pt idx="59">
                  <c:v>0.95643</c:v>
                </c:pt>
                <c:pt idx="60">
                  <c:v>0.98096</c:v>
                </c:pt>
                <c:pt idx="61">
                  <c:v>0.97115</c:v>
                </c:pt>
                <c:pt idx="62">
                  <c:v>0.96134</c:v>
                </c:pt>
                <c:pt idx="63">
                  <c:v>0.95153</c:v>
                </c:pt>
                <c:pt idx="64">
                  <c:v>0.94172</c:v>
                </c:pt>
                <c:pt idx="65">
                  <c:v>0.93191</c:v>
                </c:pt>
                <c:pt idx="66">
                  <c:v>0.9221</c:v>
                </c:pt>
                <c:pt idx="67">
                  <c:v>0.91229</c:v>
                </c:pt>
                <c:pt idx="68">
                  <c:v>0.90248</c:v>
                </c:pt>
                <c:pt idx="69">
                  <c:v>0.89267</c:v>
                </c:pt>
                <c:pt idx="70">
                  <c:v>0.88286</c:v>
                </c:pt>
                <c:pt idx="71">
                  <c:v>0.87305</c:v>
                </c:pt>
                <c:pt idx="72">
                  <c:v>0.86324</c:v>
                </c:pt>
                <c:pt idx="73">
                  <c:v>0.85343</c:v>
                </c:pt>
                <c:pt idx="74">
                  <c:v>0.84362</c:v>
                </c:pt>
                <c:pt idx="75">
                  <c:v>0.83381</c:v>
                </c:pt>
                <c:pt idx="76">
                  <c:v>0.824</c:v>
                </c:pt>
                <c:pt idx="77">
                  <c:v>0.8142</c:v>
                </c:pt>
                <c:pt idx="78">
                  <c:v>0.80439</c:v>
                </c:pt>
                <c:pt idx="79">
                  <c:v>0.79458</c:v>
                </c:pt>
                <c:pt idx="80">
                  <c:v>0.78477</c:v>
                </c:pt>
                <c:pt idx="81">
                  <c:v>0.77496</c:v>
                </c:pt>
                <c:pt idx="82">
                  <c:v>0.76515</c:v>
                </c:pt>
                <c:pt idx="83">
                  <c:v>0.75534</c:v>
                </c:pt>
                <c:pt idx="84">
                  <c:v>0.74553</c:v>
                </c:pt>
                <c:pt idx="85">
                  <c:v>0.73572</c:v>
                </c:pt>
                <c:pt idx="86">
                  <c:v>0.72591</c:v>
                </c:pt>
                <c:pt idx="87">
                  <c:v>0.7161</c:v>
                </c:pt>
                <c:pt idx="88">
                  <c:v>0.70629</c:v>
                </c:pt>
                <c:pt idx="89">
                  <c:v>0.69648</c:v>
                </c:pt>
                <c:pt idx="90">
                  <c:v>0.68667</c:v>
                </c:pt>
                <c:pt idx="91">
                  <c:v>0.67686</c:v>
                </c:pt>
                <c:pt idx="92">
                  <c:v>0.66705</c:v>
                </c:pt>
                <c:pt idx="93">
                  <c:v>0.65724</c:v>
                </c:pt>
                <c:pt idx="94">
                  <c:v>0.64743</c:v>
                </c:pt>
                <c:pt idx="95">
                  <c:v>0.63762</c:v>
                </c:pt>
                <c:pt idx="96">
                  <c:v>0.62781</c:v>
                </c:pt>
                <c:pt idx="97">
                  <c:v>0.618</c:v>
                </c:pt>
                <c:pt idx="98">
                  <c:v>0.60819</c:v>
                </c:pt>
                <c:pt idx="99">
                  <c:v>0.59838</c:v>
                </c:pt>
                <c:pt idx="100">
                  <c:v>0.58857</c:v>
                </c:pt>
                <c:pt idx="101">
                  <c:v>0.57877</c:v>
                </c:pt>
                <c:pt idx="102">
                  <c:v>0.56896</c:v>
                </c:pt>
                <c:pt idx="103">
                  <c:v>0.55915</c:v>
                </c:pt>
                <c:pt idx="104">
                  <c:v>0.54934</c:v>
                </c:pt>
                <c:pt idx="105">
                  <c:v>0.53953</c:v>
                </c:pt>
                <c:pt idx="106">
                  <c:v>0.52972</c:v>
                </c:pt>
                <c:pt idx="107">
                  <c:v>0.51991</c:v>
                </c:pt>
                <c:pt idx="108">
                  <c:v>0.5101</c:v>
                </c:pt>
                <c:pt idx="109">
                  <c:v>0.50029</c:v>
                </c:pt>
                <c:pt idx="110">
                  <c:v>0.49048</c:v>
                </c:pt>
                <c:pt idx="111">
                  <c:v>0.48067</c:v>
                </c:pt>
                <c:pt idx="112">
                  <c:v>0.47086</c:v>
                </c:pt>
                <c:pt idx="113">
                  <c:v>0.46105</c:v>
                </c:pt>
                <c:pt idx="114">
                  <c:v>0.45124</c:v>
                </c:pt>
                <c:pt idx="115">
                  <c:v>0.44143</c:v>
                </c:pt>
                <c:pt idx="116">
                  <c:v>0.43162</c:v>
                </c:pt>
                <c:pt idx="117">
                  <c:v>0.42181</c:v>
                </c:pt>
                <c:pt idx="118">
                  <c:v>0.412</c:v>
                </c:pt>
                <c:pt idx="119">
                  <c:v>0.40219</c:v>
                </c:pt>
                <c:pt idx="120">
                  <c:v>0.39238</c:v>
                </c:pt>
                <c:pt idx="121">
                  <c:v>0.38257</c:v>
                </c:pt>
                <c:pt idx="122">
                  <c:v>0.37276</c:v>
                </c:pt>
                <c:pt idx="123">
                  <c:v>0.36295</c:v>
                </c:pt>
                <c:pt idx="124">
                  <c:v>0.35314</c:v>
                </c:pt>
                <c:pt idx="125">
                  <c:v>0.34334</c:v>
                </c:pt>
                <c:pt idx="126">
                  <c:v>0.33353</c:v>
                </c:pt>
                <c:pt idx="127">
                  <c:v>0.32372</c:v>
                </c:pt>
                <c:pt idx="128">
                  <c:v>0.31391</c:v>
                </c:pt>
                <c:pt idx="129">
                  <c:v>0.3041</c:v>
                </c:pt>
                <c:pt idx="130">
                  <c:v>0.29429</c:v>
                </c:pt>
                <c:pt idx="131">
                  <c:v>0.28448</c:v>
                </c:pt>
                <c:pt idx="132">
                  <c:v>0.27467</c:v>
                </c:pt>
                <c:pt idx="133">
                  <c:v>0.26486</c:v>
                </c:pt>
                <c:pt idx="134">
                  <c:v>0.25505</c:v>
                </c:pt>
                <c:pt idx="135">
                  <c:v>0.24524</c:v>
                </c:pt>
                <c:pt idx="136">
                  <c:v>0.23543</c:v>
                </c:pt>
                <c:pt idx="137">
                  <c:v>0.22562</c:v>
                </c:pt>
                <c:pt idx="138">
                  <c:v>0.21581</c:v>
                </c:pt>
                <c:pt idx="139">
                  <c:v>0.206</c:v>
                </c:pt>
                <c:pt idx="140">
                  <c:v>0.19619</c:v>
                </c:pt>
                <c:pt idx="141">
                  <c:v>0.18638</c:v>
                </c:pt>
                <c:pt idx="142">
                  <c:v>0.17657</c:v>
                </c:pt>
                <c:pt idx="143">
                  <c:v>0.16676</c:v>
                </c:pt>
                <c:pt idx="144">
                  <c:v>0.15695</c:v>
                </c:pt>
                <c:pt idx="145">
                  <c:v>0.14714</c:v>
                </c:pt>
                <c:pt idx="146">
                  <c:v>0.13733</c:v>
                </c:pt>
                <c:pt idx="147">
                  <c:v>0.12752</c:v>
                </c:pt>
                <c:pt idx="148">
                  <c:v>0.11771</c:v>
                </c:pt>
                <c:pt idx="149">
                  <c:v>0.10791</c:v>
                </c:pt>
                <c:pt idx="150">
                  <c:v>0.0981</c:v>
                </c:pt>
                <c:pt idx="151">
                  <c:v>0.08829</c:v>
                </c:pt>
                <c:pt idx="152">
                  <c:v>0.07848</c:v>
                </c:pt>
                <c:pt idx="153">
                  <c:v>0.06867</c:v>
                </c:pt>
                <c:pt idx="154">
                  <c:v>0.05886</c:v>
                </c:pt>
                <c:pt idx="155">
                  <c:v>0.04905</c:v>
                </c:pt>
                <c:pt idx="156">
                  <c:v>0.03924</c:v>
                </c:pt>
                <c:pt idx="157">
                  <c:v>0.02943</c:v>
                </c:pt>
                <c:pt idx="158">
                  <c:v>0.01962</c:v>
                </c:pt>
                <c:pt idx="159">
                  <c:v>0.00981</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numCache>
            </c:numRef>
          </c:yVal>
          <c:smooth val="0"/>
        </c:ser>
        <c:ser>
          <c:idx val="1"/>
          <c:order val="1"/>
          <c:tx>
            <c:strRef>
              <c:f>Sheet1!$C$1</c:f>
              <c:strCache>
                <c:ptCount val="1"/>
                <c:pt idx="0">
                  <c:v>PERT</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Sheet1!$A$2:$A$182</c:f>
              <c:numCache>
                <c:formatCode>General</c:formatCode>
                <c:ptCount val="181"/>
                <c:pt idx="0">
                  <c:v>5</c:v>
                </c:pt>
                <c:pt idx="1">
                  <c:v>5.25</c:v>
                </c:pt>
                <c:pt idx="2">
                  <c:v>5.5</c:v>
                </c:pt>
                <c:pt idx="3">
                  <c:v>5.75</c:v>
                </c:pt>
                <c:pt idx="4">
                  <c:v>6</c:v>
                </c:pt>
                <c:pt idx="5">
                  <c:v>6.25</c:v>
                </c:pt>
                <c:pt idx="6">
                  <c:v>6.5</c:v>
                </c:pt>
                <c:pt idx="7">
                  <c:v>6.75</c:v>
                </c:pt>
                <c:pt idx="8">
                  <c:v>7</c:v>
                </c:pt>
                <c:pt idx="9">
                  <c:v>7.25</c:v>
                </c:pt>
                <c:pt idx="10">
                  <c:v>7.5</c:v>
                </c:pt>
                <c:pt idx="11">
                  <c:v>7.75</c:v>
                </c:pt>
                <c:pt idx="12">
                  <c:v>8</c:v>
                </c:pt>
                <c:pt idx="13">
                  <c:v>8.25</c:v>
                </c:pt>
                <c:pt idx="14">
                  <c:v>8.5</c:v>
                </c:pt>
                <c:pt idx="15">
                  <c:v>8.75</c:v>
                </c:pt>
                <c:pt idx="16">
                  <c:v>9</c:v>
                </c:pt>
                <c:pt idx="17">
                  <c:v>9.25</c:v>
                </c:pt>
                <c:pt idx="18">
                  <c:v>9.5</c:v>
                </c:pt>
                <c:pt idx="19">
                  <c:v>9.75</c:v>
                </c:pt>
                <c:pt idx="20">
                  <c:v>10</c:v>
                </c:pt>
                <c:pt idx="21">
                  <c:v>10.25</c:v>
                </c:pt>
                <c:pt idx="22">
                  <c:v>10.5</c:v>
                </c:pt>
                <c:pt idx="23">
                  <c:v>10.75</c:v>
                </c:pt>
                <c:pt idx="24">
                  <c:v>11</c:v>
                </c:pt>
                <c:pt idx="25">
                  <c:v>11.25</c:v>
                </c:pt>
                <c:pt idx="26">
                  <c:v>11.5</c:v>
                </c:pt>
                <c:pt idx="27">
                  <c:v>11.75</c:v>
                </c:pt>
                <c:pt idx="28">
                  <c:v>12</c:v>
                </c:pt>
                <c:pt idx="29">
                  <c:v>12.25</c:v>
                </c:pt>
                <c:pt idx="30">
                  <c:v>12.5</c:v>
                </c:pt>
                <c:pt idx="31">
                  <c:v>12.75</c:v>
                </c:pt>
                <c:pt idx="32">
                  <c:v>13</c:v>
                </c:pt>
                <c:pt idx="33">
                  <c:v>13.25</c:v>
                </c:pt>
                <c:pt idx="34">
                  <c:v>13.5</c:v>
                </c:pt>
                <c:pt idx="35">
                  <c:v>13.75</c:v>
                </c:pt>
                <c:pt idx="36">
                  <c:v>14</c:v>
                </c:pt>
                <c:pt idx="37">
                  <c:v>14.25</c:v>
                </c:pt>
                <c:pt idx="38">
                  <c:v>14.5</c:v>
                </c:pt>
                <c:pt idx="39">
                  <c:v>14.75</c:v>
                </c:pt>
                <c:pt idx="40">
                  <c:v>15</c:v>
                </c:pt>
                <c:pt idx="41">
                  <c:v>15.25</c:v>
                </c:pt>
                <c:pt idx="42">
                  <c:v>15.5</c:v>
                </c:pt>
                <c:pt idx="43">
                  <c:v>15.75</c:v>
                </c:pt>
                <c:pt idx="44">
                  <c:v>16</c:v>
                </c:pt>
                <c:pt idx="45">
                  <c:v>16.25</c:v>
                </c:pt>
                <c:pt idx="46">
                  <c:v>16.5</c:v>
                </c:pt>
                <c:pt idx="47">
                  <c:v>16.75</c:v>
                </c:pt>
                <c:pt idx="48">
                  <c:v>17</c:v>
                </c:pt>
                <c:pt idx="49">
                  <c:v>17.25</c:v>
                </c:pt>
                <c:pt idx="50">
                  <c:v>17.5</c:v>
                </c:pt>
                <c:pt idx="51">
                  <c:v>17.75</c:v>
                </c:pt>
                <c:pt idx="52">
                  <c:v>18</c:v>
                </c:pt>
                <c:pt idx="53">
                  <c:v>18.25</c:v>
                </c:pt>
                <c:pt idx="54">
                  <c:v>18.5</c:v>
                </c:pt>
                <c:pt idx="55">
                  <c:v>18.75</c:v>
                </c:pt>
                <c:pt idx="56">
                  <c:v>19</c:v>
                </c:pt>
                <c:pt idx="57">
                  <c:v>19.25</c:v>
                </c:pt>
                <c:pt idx="58">
                  <c:v>19.5</c:v>
                </c:pt>
                <c:pt idx="59">
                  <c:v>19.75</c:v>
                </c:pt>
                <c:pt idx="60">
                  <c:v>20</c:v>
                </c:pt>
                <c:pt idx="61">
                  <c:v>20.25</c:v>
                </c:pt>
                <c:pt idx="62">
                  <c:v>20.5</c:v>
                </c:pt>
                <c:pt idx="63">
                  <c:v>20.75</c:v>
                </c:pt>
                <c:pt idx="64">
                  <c:v>21</c:v>
                </c:pt>
                <c:pt idx="65">
                  <c:v>21.25</c:v>
                </c:pt>
                <c:pt idx="66">
                  <c:v>21.5</c:v>
                </c:pt>
                <c:pt idx="67">
                  <c:v>21.75</c:v>
                </c:pt>
                <c:pt idx="68">
                  <c:v>22</c:v>
                </c:pt>
                <c:pt idx="69">
                  <c:v>22.25</c:v>
                </c:pt>
                <c:pt idx="70">
                  <c:v>22.5</c:v>
                </c:pt>
                <c:pt idx="71">
                  <c:v>22.75</c:v>
                </c:pt>
                <c:pt idx="72">
                  <c:v>23</c:v>
                </c:pt>
                <c:pt idx="73">
                  <c:v>23.25</c:v>
                </c:pt>
                <c:pt idx="74">
                  <c:v>23.5</c:v>
                </c:pt>
                <c:pt idx="75">
                  <c:v>23.75</c:v>
                </c:pt>
                <c:pt idx="76">
                  <c:v>24</c:v>
                </c:pt>
                <c:pt idx="77">
                  <c:v>24.25</c:v>
                </c:pt>
                <c:pt idx="78">
                  <c:v>24.5</c:v>
                </c:pt>
                <c:pt idx="79">
                  <c:v>24.75</c:v>
                </c:pt>
                <c:pt idx="80">
                  <c:v>25</c:v>
                </c:pt>
                <c:pt idx="81">
                  <c:v>25.25</c:v>
                </c:pt>
                <c:pt idx="82">
                  <c:v>25.5</c:v>
                </c:pt>
                <c:pt idx="83">
                  <c:v>25.75</c:v>
                </c:pt>
                <c:pt idx="84">
                  <c:v>26</c:v>
                </c:pt>
                <c:pt idx="85">
                  <c:v>26.25</c:v>
                </c:pt>
                <c:pt idx="86">
                  <c:v>26.5</c:v>
                </c:pt>
                <c:pt idx="87">
                  <c:v>26.75</c:v>
                </c:pt>
                <c:pt idx="88">
                  <c:v>27</c:v>
                </c:pt>
                <c:pt idx="89">
                  <c:v>27.25</c:v>
                </c:pt>
                <c:pt idx="90">
                  <c:v>27.5</c:v>
                </c:pt>
                <c:pt idx="91">
                  <c:v>27.75</c:v>
                </c:pt>
                <c:pt idx="92">
                  <c:v>28</c:v>
                </c:pt>
                <c:pt idx="93">
                  <c:v>28.25</c:v>
                </c:pt>
                <c:pt idx="94">
                  <c:v>28.5</c:v>
                </c:pt>
                <c:pt idx="95">
                  <c:v>28.75</c:v>
                </c:pt>
                <c:pt idx="96">
                  <c:v>29</c:v>
                </c:pt>
                <c:pt idx="97">
                  <c:v>29.25</c:v>
                </c:pt>
                <c:pt idx="98">
                  <c:v>29.5</c:v>
                </c:pt>
                <c:pt idx="99">
                  <c:v>29.75</c:v>
                </c:pt>
                <c:pt idx="100">
                  <c:v>30</c:v>
                </c:pt>
                <c:pt idx="101">
                  <c:v>30.25</c:v>
                </c:pt>
                <c:pt idx="102">
                  <c:v>30.5</c:v>
                </c:pt>
                <c:pt idx="103">
                  <c:v>30.75</c:v>
                </c:pt>
                <c:pt idx="104">
                  <c:v>31</c:v>
                </c:pt>
                <c:pt idx="105">
                  <c:v>31.25</c:v>
                </c:pt>
                <c:pt idx="106">
                  <c:v>31.5</c:v>
                </c:pt>
                <c:pt idx="107">
                  <c:v>31.75</c:v>
                </c:pt>
                <c:pt idx="108">
                  <c:v>32</c:v>
                </c:pt>
                <c:pt idx="109">
                  <c:v>32.25</c:v>
                </c:pt>
                <c:pt idx="110">
                  <c:v>32.5</c:v>
                </c:pt>
                <c:pt idx="111">
                  <c:v>32.75</c:v>
                </c:pt>
                <c:pt idx="112">
                  <c:v>33</c:v>
                </c:pt>
                <c:pt idx="113">
                  <c:v>33.25</c:v>
                </c:pt>
                <c:pt idx="114">
                  <c:v>33.5</c:v>
                </c:pt>
                <c:pt idx="115">
                  <c:v>33.75</c:v>
                </c:pt>
                <c:pt idx="116">
                  <c:v>34</c:v>
                </c:pt>
                <c:pt idx="117">
                  <c:v>34.25</c:v>
                </c:pt>
                <c:pt idx="118">
                  <c:v>34.5</c:v>
                </c:pt>
                <c:pt idx="119">
                  <c:v>34.75</c:v>
                </c:pt>
                <c:pt idx="120">
                  <c:v>35</c:v>
                </c:pt>
                <c:pt idx="121">
                  <c:v>35.25</c:v>
                </c:pt>
                <c:pt idx="122">
                  <c:v>35.5</c:v>
                </c:pt>
                <c:pt idx="123">
                  <c:v>35.75</c:v>
                </c:pt>
                <c:pt idx="124">
                  <c:v>36</c:v>
                </c:pt>
                <c:pt idx="125">
                  <c:v>36.25</c:v>
                </c:pt>
                <c:pt idx="126">
                  <c:v>36.5</c:v>
                </c:pt>
                <c:pt idx="127">
                  <c:v>36.75</c:v>
                </c:pt>
                <c:pt idx="128">
                  <c:v>37</c:v>
                </c:pt>
                <c:pt idx="129">
                  <c:v>37.25</c:v>
                </c:pt>
                <c:pt idx="130">
                  <c:v>37.5</c:v>
                </c:pt>
                <c:pt idx="131">
                  <c:v>37.75</c:v>
                </c:pt>
                <c:pt idx="132">
                  <c:v>38</c:v>
                </c:pt>
                <c:pt idx="133">
                  <c:v>38.25</c:v>
                </c:pt>
                <c:pt idx="134">
                  <c:v>38.5</c:v>
                </c:pt>
                <c:pt idx="135">
                  <c:v>38.75</c:v>
                </c:pt>
                <c:pt idx="136">
                  <c:v>39</c:v>
                </c:pt>
                <c:pt idx="137">
                  <c:v>39.25</c:v>
                </c:pt>
                <c:pt idx="138">
                  <c:v>39.5</c:v>
                </c:pt>
                <c:pt idx="139">
                  <c:v>39.75</c:v>
                </c:pt>
                <c:pt idx="140">
                  <c:v>40</c:v>
                </c:pt>
                <c:pt idx="141">
                  <c:v>40.25</c:v>
                </c:pt>
                <c:pt idx="142">
                  <c:v>40.5</c:v>
                </c:pt>
                <c:pt idx="143">
                  <c:v>40.75</c:v>
                </c:pt>
                <c:pt idx="144">
                  <c:v>41</c:v>
                </c:pt>
                <c:pt idx="145">
                  <c:v>41.25</c:v>
                </c:pt>
                <c:pt idx="146">
                  <c:v>41.5</c:v>
                </c:pt>
                <c:pt idx="147">
                  <c:v>41.75</c:v>
                </c:pt>
                <c:pt idx="148">
                  <c:v>42</c:v>
                </c:pt>
                <c:pt idx="149">
                  <c:v>42.25</c:v>
                </c:pt>
                <c:pt idx="150">
                  <c:v>42.5</c:v>
                </c:pt>
                <c:pt idx="151">
                  <c:v>42.75</c:v>
                </c:pt>
                <c:pt idx="152">
                  <c:v>43</c:v>
                </c:pt>
                <c:pt idx="153">
                  <c:v>43.25</c:v>
                </c:pt>
                <c:pt idx="154">
                  <c:v>43.5</c:v>
                </c:pt>
                <c:pt idx="155">
                  <c:v>43.75</c:v>
                </c:pt>
                <c:pt idx="156">
                  <c:v>44</c:v>
                </c:pt>
                <c:pt idx="157">
                  <c:v>44.25</c:v>
                </c:pt>
                <c:pt idx="158">
                  <c:v>44.5</c:v>
                </c:pt>
                <c:pt idx="159">
                  <c:v>44.75</c:v>
                </c:pt>
                <c:pt idx="160">
                  <c:v>45</c:v>
                </c:pt>
                <c:pt idx="161">
                  <c:v>45.25</c:v>
                </c:pt>
                <c:pt idx="162">
                  <c:v>45.5</c:v>
                </c:pt>
                <c:pt idx="163">
                  <c:v>45.75</c:v>
                </c:pt>
                <c:pt idx="164">
                  <c:v>46</c:v>
                </c:pt>
                <c:pt idx="165">
                  <c:v>46.25</c:v>
                </c:pt>
                <c:pt idx="166">
                  <c:v>46.5</c:v>
                </c:pt>
                <c:pt idx="167">
                  <c:v>46.75</c:v>
                </c:pt>
                <c:pt idx="168">
                  <c:v>47</c:v>
                </c:pt>
                <c:pt idx="169">
                  <c:v>47.25</c:v>
                </c:pt>
                <c:pt idx="170">
                  <c:v>47.5</c:v>
                </c:pt>
                <c:pt idx="171">
                  <c:v>47.75</c:v>
                </c:pt>
                <c:pt idx="172">
                  <c:v>48</c:v>
                </c:pt>
                <c:pt idx="173">
                  <c:v>48.25</c:v>
                </c:pt>
                <c:pt idx="174">
                  <c:v>48.5</c:v>
                </c:pt>
                <c:pt idx="175">
                  <c:v>48.75</c:v>
                </c:pt>
                <c:pt idx="176">
                  <c:v>49</c:v>
                </c:pt>
                <c:pt idx="177">
                  <c:v>49.25</c:v>
                </c:pt>
                <c:pt idx="178">
                  <c:v>49.5</c:v>
                </c:pt>
                <c:pt idx="179">
                  <c:v>49.75</c:v>
                </c:pt>
                <c:pt idx="180">
                  <c:v>50</c:v>
                </c:pt>
              </c:numCache>
            </c:numRef>
          </c:xVal>
          <c:yVal>
            <c:numRef>
              <c:f>Sheet1!$C$2:$C$182</c:f>
              <c:numCache>
                <c:formatCode>General</c:formatCode>
                <c:ptCount val="1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0.03782</c:v>
                </c:pt>
                <c:pt idx="22">
                  <c:v>0.0818</c:v>
                </c:pt>
                <c:pt idx="23">
                  <c:v>0.12735</c:v>
                </c:pt>
                <c:pt idx="24">
                  <c:v>0.17325</c:v>
                </c:pt>
                <c:pt idx="25">
                  <c:v>0.21892</c:v>
                </c:pt>
                <c:pt idx="26">
                  <c:v>0.26397</c:v>
                </c:pt>
                <c:pt idx="27">
                  <c:v>0.30815</c:v>
                </c:pt>
                <c:pt idx="28">
                  <c:v>0.3513</c:v>
                </c:pt>
                <c:pt idx="29">
                  <c:v>0.39328</c:v>
                </c:pt>
                <c:pt idx="30">
                  <c:v>0.43399</c:v>
                </c:pt>
                <c:pt idx="31">
                  <c:v>0.47338</c:v>
                </c:pt>
                <c:pt idx="32">
                  <c:v>0.51137</c:v>
                </c:pt>
                <c:pt idx="33">
                  <c:v>0.54794</c:v>
                </c:pt>
                <c:pt idx="34">
                  <c:v>0.58305</c:v>
                </c:pt>
                <c:pt idx="35">
                  <c:v>0.61669</c:v>
                </c:pt>
                <c:pt idx="36">
                  <c:v>0.64883</c:v>
                </c:pt>
                <c:pt idx="37">
                  <c:v>0.67947</c:v>
                </c:pt>
                <c:pt idx="38">
                  <c:v>0.70862</c:v>
                </c:pt>
                <c:pt idx="39">
                  <c:v>0.73627</c:v>
                </c:pt>
                <c:pt idx="40">
                  <c:v>0.76243</c:v>
                </c:pt>
                <c:pt idx="41">
                  <c:v>0.7871</c:v>
                </c:pt>
                <c:pt idx="42">
                  <c:v>0.81031</c:v>
                </c:pt>
                <c:pt idx="43">
                  <c:v>0.83205</c:v>
                </c:pt>
                <c:pt idx="44">
                  <c:v>0.85236</c:v>
                </c:pt>
                <c:pt idx="45">
                  <c:v>0.87125</c:v>
                </c:pt>
                <c:pt idx="46">
                  <c:v>0.88873</c:v>
                </c:pt>
                <c:pt idx="47">
                  <c:v>0.90484</c:v>
                </c:pt>
                <c:pt idx="48">
                  <c:v>0.91959</c:v>
                </c:pt>
                <c:pt idx="49">
                  <c:v>0.933</c:v>
                </c:pt>
                <c:pt idx="50">
                  <c:v>0.9451</c:v>
                </c:pt>
                <c:pt idx="51">
                  <c:v>0.95592</c:v>
                </c:pt>
                <c:pt idx="52">
                  <c:v>0.96548</c:v>
                </c:pt>
                <c:pt idx="53">
                  <c:v>0.97381</c:v>
                </c:pt>
                <c:pt idx="54">
                  <c:v>0.98093</c:v>
                </c:pt>
                <c:pt idx="55">
                  <c:v>0.98688</c:v>
                </c:pt>
                <c:pt idx="56">
                  <c:v>0.99168</c:v>
                </c:pt>
                <c:pt idx="57">
                  <c:v>0.99537</c:v>
                </c:pt>
                <c:pt idx="58">
                  <c:v>0.99796</c:v>
                </c:pt>
                <c:pt idx="59">
                  <c:v>0.9995</c:v>
                </c:pt>
                <c:pt idx="60">
                  <c:v>1</c:v>
                </c:pt>
                <c:pt idx="61">
                  <c:v>0.99951</c:v>
                </c:pt>
                <c:pt idx="62">
                  <c:v>0.99804</c:v>
                </c:pt>
                <c:pt idx="63">
                  <c:v>0.99564</c:v>
                </c:pt>
                <c:pt idx="64">
                  <c:v>0.99232</c:v>
                </c:pt>
                <c:pt idx="65">
                  <c:v>0.98813</c:v>
                </c:pt>
                <c:pt idx="66">
                  <c:v>0.98309</c:v>
                </c:pt>
                <c:pt idx="67">
                  <c:v>0.97722</c:v>
                </c:pt>
                <c:pt idx="68">
                  <c:v>0.97058</c:v>
                </c:pt>
                <c:pt idx="69">
                  <c:v>0.96317</c:v>
                </c:pt>
                <c:pt idx="70">
                  <c:v>0.95503</c:v>
                </c:pt>
                <c:pt idx="71">
                  <c:v>0.9462</c:v>
                </c:pt>
                <c:pt idx="72">
                  <c:v>0.9367</c:v>
                </c:pt>
                <c:pt idx="73">
                  <c:v>0.92656</c:v>
                </c:pt>
                <c:pt idx="74">
                  <c:v>0.91581</c:v>
                </c:pt>
                <c:pt idx="75">
                  <c:v>0.90448</c:v>
                </c:pt>
                <c:pt idx="76">
                  <c:v>0.8926</c:v>
                </c:pt>
                <c:pt idx="77">
                  <c:v>0.8802</c:v>
                </c:pt>
                <c:pt idx="78">
                  <c:v>0.86731</c:v>
                </c:pt>
                <c:pt idx="79">
                  <c:v>0.85395</c:v>
                </c:pt>
                <c:pt idx="80">
                  <c:v>0.84016</c:v>
                </c:pt>
                <c:pt idx="81">
                  <c:v>0.82596</c:v>
                </c:pt>
                <c:pt idx="82">
                  <c:v>0.81137</c:v>
                </c:pt>
                <c:pt idx="83">
                  <c:v>0.79644</c:v>
                </c:pt>
                <c:pt idx="84">
                  <c:v>0.78117</c:v>
                </c:pt>
                <c:pt idx="85">
                  <c:v>0.76561</c:v>
                </c:pt>
                <c:pt idx="86">
                  <c:v>0.74977</c:v>
                </c:pt>
                <c:pt idx="87">
                  <c:v>0.73369</c:v>
                </c:pt>
                <c:pt idx="88">
                  <c:v>0.71738</c:v>
                </c:pt>
                <c:pt idx="89">
                  <c:v>0.70087</c:v>
                </c:pt>
                <c:pt idx="90">
                  <c:v>0.6842</c:v>
                </c:pt>
                <c:pt idx="91">
                  <c:v>0.66737</c:v>
                </c:pt>
                <c:pt idx="92">
                  <c:v>0.65042</c:v>
                </c:pt>
                <c:pt idx="93">
                  <c:v>0.63337</c:v>
                </c:pt>
                <c:pt idx="94">
                  <c:v>0.61624</c:v>
                </c:pt>
                <c:pt idx="95">
                  <c:v>0.59906</c:v>
                </c:pt>
                <c:pt idx="96">
                  <c:v>0.58184</c:v>
                </c:pt>
                <c:pt idx="97">
                  <c:v>0.56461</c:v>
                </c:pt>
                <c:pt idx="98">
                  <c:v>0.5474</c:v>
                </c:pt>
                <c:pt idx="99">
                  <c:v>0.53021</c:v>
                </c:pt>
                <c:pt idx="100">
                  <c:v>0.51307</c:v>
                </c:pt>
                <c:pt idx="101">
                  <c:v>0.49601</c:v>
                </c:pt>
                <c:pt idx="102">
                  <c:v>0.47904</c:v>
                </c:pt>
                <c:pt idx="103">
                  <c:v>0.46217</c:v>
                </c:pt>
                <c:pt idx="104">
                  <c:v>0.44544</c:v>
                </c:pt>
                <c:pt idx="105">
                  <c:v>0.42885</c:v>
                </c:pt>
                <c:pt idx="106">
                  <c:v>0.41242</c:v>
                </c:pt>
                <c:pt idx="107">
                  <c:v>0.39617</c:v>
                </c:pt>
                <c:pt idx="108">
                  <c:v>0.38012</c:v>
                </c:pt>
                <c:pt idx="109">
                  <c:v>0.36428</c:v>
                </c:pt>
                <c:pt idx="110">
                  <c:v>0.34867</c:v>
                </c:pt>
                <c:pt idx="111">
                  <c:v>0.33329</c:v>
                </c:pt>
                <c:pt idx="112">
                  <c:v>0.31817</c:v>
                </c:pt>
                <c:pt idx="113">
                  <c:v>0.30332</c:v>
                </c:pt>
                <c:pt idx="114">
                  <c:v>0.28875</c:v>
                </c:pt>
                <c:pt idx="115">
                  <c:v>0.27448</c:v>
                </c:pt>
                <c:pt idx="116">
                  <c:v>0.26051</c:v>
                </c:pt>
                <c:pt idx="117">
                  <c:v>0.24685</c:v>
                </c:pt>
                <c:pt idx="118">
                  <c:v>0.23352</c:v>
                </c:pt>
                <c:pt idx="119">
                  <c:v>0.22053</c:v>
                </c:pt>
                <c:pt idx="120">
                  <c:v>0.20788</c:v>
                </c:pt>
                <c:pt idx="121">
                  <c:v>0.19559</c:v>
                </c:pt>
                <c:pt idx="122">
                  <c:v>0.18365</c:v>
                </c:pt>
                <c:pt idx="123">
                  <c:v>0.17209</c:v>
                </c:pt>
                <c:pt idx="124">
                  <c:v>0.1609</c:v>
                </c:pt>
                <c:pt idx="125">
                  <c:v>0.15009</c:v>
                </c:pt>
                <c:pt idx="126">
                  <c:v>0.13966</c:v>
                </c:pt>
                <c:pt idx="127">
                  <c:v>0.12963</c:v>
                </c:pt>
                <c:pt idx="128">
                  <c:v>0.11999</c:v>
                </c:pt>
                <c:pt idx="129">
                  <c:v>0.11074</c:v>
                </c:pt>
                <c:pt idx="130">
                  <c:v>0.1019</c:v>
                </c:pt>
                <c:pt idx="131">
                  <c:v>0.09345</c:v>
                </c:pt>
                <c:pt idx="132">
                  <c:v>0.08541</c:v>
                </c:pt>
                <c:pt idx="133">
                  <c:v>0.07776</c:v>
                </c:pt>
                <c:pt idx="134">
                  <c:v>0.07052</c:v>
                </c:pt>
                <c:pt idx="135">
                  <c:v>0.06368</c:v>
                </c:pt>
                <c:pt idx="136">
                  <c:v>0.05723</c:v>
                </c:pt>
                <c:pt idx="137">
                  <c:v>0.05118</c:v>
                </c:pt>
                <c:pt idx="138">
                  <c:v>0.04551</c:v>
                </c:pt>
                <c:pt idx="139">
                  <c:v>0.04024</c:v>
                </c:pt>
                <c:pt idx="140">
                  <c:v>0.03534</c:v>
                </c:pt>
                <c:pt idx="141">
                  <c:v>0.03081</c:v>
                </c:pt>
                <c:pt idx="142">
                  <c:v>0.02665</c:v>
                </c:pt>
                <c:pt idx="143">
                  <c:v>0.02285</c:v>
                </c:pt>
                <c:pt idx="144">
                  <c:v>0.01939</c:v>
                </c:pt>
                <c:pt idx="145">
                  <c:v>0.01627</c:v>
                </c:pt>
                <c:pt idx="146">
                  <c:v>0.01349</c:v>
                </c:pt>
                <c:pt idx="147">
                  <c:v>0.01101</c:v>
                </c:pt>
                <c:pt idx="148">
                  <c:v>0.00884</c:v>
                </c:pt>
                <c:pt idx="149">
                  <c:v>0.00696</c:v>
                </c:pt>
                <c:pt idx="150">
                  <c:v>0.00534</c:v>
                </c:pt>
                <c:pt idx="151">
                  <c:v>0.00399</c:v>
                </c:pt>
                <c:pt idx="152">
                  <c:v>0.00287</c:v>
                </c:pt>
                <c:pt idx="153">
                  <c:v>0.00198</c:v>
                </c:pt>
                <c:pt idx="154">
                  <c:v>0.00129</c:v>
                </c:pt>
                <c:pt idx="155">
                  <c:v>0.00077</c:v>
                </c:pt>
                <c:pt idx="156">
                  <c:v>0.00041</c:v>
                </c:pt>
                <c:pt idx="157">
                  <c:v>0.00018</c:v>
                </c:pt>
                <c:pt idx="158">
                  <c:v>0.00006</c:v>
                </c:pt>
                <c:pt idx="159">
                  <c:v>0.00001</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0"/>
          <c:min val="5"/>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 de retraso</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5"/>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TRIGEN 10 / 15 / 35 / 10 frente a TRIANGULAR 10 / 15 / 35</a:t>
            </a:r>
          </a:p>
        </c:rich>
      </c:tx>
      <c:layout/>
      <c:overlay val="0"/>
    </c:title>
    <c:autoTitleDeleted val="0"/>
    <c:plotArea>
      <c:layout/>
      <c:scatterChart>
        <c:scatterStyle val="lineMarker"/>
        <c:varyColors val="0"/>
        <c:ser>
          <c:idx val="0"/>
          <c:order val="0"/>
          <c:tx>
            <c:strRef>
              <c:f>Sheet1!$B$1</c:f>
              <c:strCache>
                <c:ptCount val="1"/>
                <c:pt idx="0">
                  <c:v>TRIGEN 10 / 15 / 35 / 10</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Sheet1!$A$2:$A$202</c:f>
              <c:numCache>
                <c:formatCode>General</c:formatCode>
                <c:ptCount val="20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numCache>
            </c:numRef>
          </c:xVal>
          <c:yVal>
            <c:numRef>
              <c:f>Sheet1!$B$2:$B$202</c:f>
              <c:numCache>
                <c:formatCode>General</c:formatCode>
                <c:ptCount val="201"/>
                <c:pt idx="0">
                  <c:v>0</c:v>
                </c:pt>
                <c:pt idx="1">
                  <c:v>0</c:v>
                </c:pt>
                <c:pt idx="2">
                  <c:v>0</c:v>
                </c:pt>
                <c:pt idx="3">
                  <c:v>0</c:v>
                </c:pt>
                <c:pt idx="4">
                  <c:v>0</c:v>
                </c:pt>
                <c:pt idx="5">
                  <c:v>0</c:v>
                </c:pt>
                <c:pt idx="6">
                  <c:v>0</c:v>
                </c:pt>
                <c:pt idx="7">
                  <c:v>0</c:v>
                </c:pt>
                <c:pt idx="8">
                  <c:v>0</c:v>
                </c:pt>
                <c:pt idx="9">
                  <c:v>0</c:v>
                </c:pt>
                <c:pt idx="10">
                  <c:v>0</c:v>
                </c:pt>
                <c:pt idx="11">
                  <c:v>0.00758</c:v>
                </c:pt>
                <c:pt idx="12">
                  <c:v>0.01894</c:v>
                </c:pt>
                <c:pt idx="13">
                  <c:v>0.0303</c:v>
                </c:pt>
                <c:pt idx="14">
                  <c:v>0.04167</c:v>
                </c:pt>
                <c:pt idx="15">
                  <c:v>0.05303</c:v>
                </c:pt>
                <c:pt idx="16">
                  <c:v>0.06439</c:v>
                </c:pt>
                <c:pt idx="17">
                  <c:v>0.07575</c:v>
                </c:pt>
                <c:pt idx="18">
                  <c:v>0.08711</c:v>
                </c:pt>
                <c:pt idx="19">
                  <c:v>0.09847</c:v>
                </c:pt>
                <c:pt idx="20">
                  <c:v>0.10984</c:v>
                </c:pt>
                <c:pt idx="21">
                  <c:v>0.1212</c:v>
                </c:pt>
                <c:pt idx="22">
                  <c:v>0.13256</c:v>
                </c:pt>
                <c:pt idx="23">
                  <c:v>0.14392</c:v>
                </c:pt>
                <c:pt idx="24">
                  <c:v>0.15528</c:v>
                </c:pt>
                <c:pt idx="25">
                  <c:v>0.16665</c:v>
                </c:pt>
                <c:pt idx="26">
                  <c:v>0.17801</c:v>
                </c:pt>
                <c:pt idx="27">
                  <c:v>0.18937</c:v>
                </c:pt>
                <c:pt idx="28">
                  <c:v>0.20073</c:v>
                </c:pt>
                <c:pt idx="29">
                  <c:v>0.21209</c:v>
                </c:pt>
                <c:pt idx="30">
                  <c:v>0.22345</c:v>
                </c:pt>
                <c:pt idx="31">
                  <c:v>0.23482</c:v>
                </c:pt>
                <c:pt idx="32">
                  <c:v>0.24618</c:v>
                </c:pt>
                <c:pt idx="33">
                  <c:v>0.25754</c:v>
                </c:pt>
                <c:pt idx="34">
                  <c:v>0.2689</c:v>
                </c:pt>
                <c:pt idx="35">
                  <c:v>0.28026</c:v>
                </c:pt>
                <c:pt idx="36">
                  <c:v>0.29163</c:v>
                </c:pt>
                <c:pt idx="37">
                  <c:v>0.30299</c:v>
                </c:pt>
                <c:pt idx="38">
                  <c:v>0.31435</c:v>
                </c:pt>
                <c:pt idx="39">
                  <c:v>0.32571</c:v>
                </c:pt>
                <c:pt idx="40">
                  <c:v>0.33707</c:v>
                </c:pt>
                <c:pt idx="41">
                  <c:v>0.34843</c:v>
                </c:pt>
                <c:pt idx="42">
                  <c:v>0.3598</c:v>
                </c:pt>
                <c:pt idx="43">
                  <c:v>0.37116</c:v>
                </c:pt>
                <c:pt idx="44">
                  <c:v>0.38252</c:v>
                </c:pt>
                <c:pt idx="45">
                  <c:v>0.39388</c:v>
                </c:pt>
                <c:pt idx="46">
                  <c:v>0.40524</c:v>
                </c:pt>
                <c:pt idx="47">
                  <c:v>0.41661</c:v>
                </c:pt>
                <c:pt idx="48">
                  <c:v>0.42797</c:v>
                </c:pt>
                <c:pt idx="49">
                  <c:v>0.43933</c:v>
                </c:pt>
                <c:pt idx="50">
                  <c:v>0.45069</c:v>
                </c:pt>
                <c:pt idx="51">
                  <c:v>0.46205</c:v>
                </c:pt>
                <c:pt idx="52">
                  <c:v>0.47341</c:v>
                </c:pt>
                <c:pt idx="53">
                  <c:v>0.48478</c:v>
                </c:pt>
                <c:pt idx="54">
                  <c:v>0.49614</c:v>
                </c:pt>
                <c:pt idx="55">
                  <c:v>0.5075</c:v>
                </c:pt>
                <c:pt idx="56">
                  <c:v>0.51886</c:v>
                </c:pt>
                <c:pt idx="57">
                  <c:v>0.53022</c:v>
                </c:pt>
                <c:pt idx="58">
                  <c:v>0.54159</c:v>
                </c:pt>
                <c:pt idx="59">
                  <c:v>0.55295</c:v>
                </c:pt>
                <c:pt idx="60">
                  <c:v>0.56431</c:v>
                </c:pt>
                <c:pt idx="61">
                  <c:v>0.55988</c:v>
                </c:pt>
                <c:pt idx="62">
                  <c:v>0.55546</c:v>
                </c:pt>
                <c:pt idx="63">
                  <c:v>0.55104</c:v>
                </c:pt>
                <c:pt idx="64">
                  <c:v>0.54661</c:v>
                </c:pt>
                <c:pt idx="65">
                  <c:v>0.54219</c:v>
                </c:pt>
                <c:pt idx="66">
                  <c:v>0.53776</c:v>
                </c:pt>
                <c:pt idx="67">
                  <c:v>0.53334</c:v>
                </c:pt>
                <c:pt idx="68">
                  <c:v>0.52891</c:v>
                </c:pt>
                <c:pt idx="69">
                  <c:v>0.52449</c:v>
                </c:pt>
                <c:pt idx="70">
                  <c:v>0.52006</c:v>
                </c:pt>
                <c:pt idx="71">
                  <c:v>0.51564</c:v>
                </c:pt>
                <c:pt idx="72">
                  <c:v>0.51121</c:v>
                </c:pt>
                <c:pt idx="73">
                  <c:v>0.50679</c:v>
                </c:pt>
                <c:pt idx="74">
                  <c:v>0.50237</c:v>
                </c:pt>
                <c:pt idx="75">
                  <c:v>0.49794</c:v>
                </c:pt>
                <c:pt idx="76">
                  <c:v>0.49352</c:v>
                </c:pt>
                <c:pt idx="77">
                  <c:v>0.48909</c:v>
                </c:pt>
                <c:pt idx="78">
                  <c:v>0.48467</c:v>
                </c:pt>
                <c:pt idx="79">
                  <c:v>0.48024</c:v>
                </c:pt>
                <c:pt idx="80">
                  <c:v>0.47582</c:v>
                </c:pt>
                <c:pt idx="81">
                  <c:v>0.47139</c:v>
                </c:pt>
                <c:pt idx="82">
                  <c:v>0.46697</c:v>
                </c:pt>
                <c:pt idx="83">
                  <c:v>0.46254</c:v>
                </c:pt>
                <c:pt idx="84">
                  <c:v>0.45812</c:v>
                </c:pt>
                <c:pt idx="85">
                  <c:v>0.4537</c:v>
                </c:pt>
                <c:pt idx="86">
                  <c:v>0.44927</c:v>
                </c:pt>
                <c:pt idx="87">
                  <c:v>0.44485</c:v>
                </c:pt>
                <c:pt idx="88">
                  <c:v>0.44042</c:v>
                </c:pt>
                <c:pt idx="89">
                  <c:v>0.436</c:v>
                </c:pt>
                <c:pt idx="90">
                  <c:v>0.43157</c:v>
                </c:pt>
                <c:pt idx="91">
                  <c:v>0.42715</c:v>
                </c:pt>
                <c:pt idx="92">
                  <c:v>0.42272</c:v>
                </c:pt>
                <c:pt idx="93">
                  <c:v>0.4183</c:v>
                </c:pt>
                <c:pt idx="94">
                  <c:v>0.41387</c:v>
                </c:pt>
                <c:pt idx="95">
                  <c:v>0.40945</c:v>
                </c:pt>
                <c:pt idx="96">
                  <c:v>0.40503</c:v>
                </c:pt>
                <c:pt idx="97">
                  <c:v>0.4006</c:v>
                </c:pt>
                <c:pt idx="98">
                  <c:v>0.39618</c:v>
                </c:pt>
                <c:pt idx="99">
                  <c:v>0.39175</c:v>
                </c:pt>
                <c:pt idx="100">
                  <c:v>0.38733</c:v>
                </c:pt>
                <c:pt idx="101">
                  <c:v>0.3829</c:v>
                </c:pt>
                <c:pt idx="102">
                  <c:v>0.37848</c:v>
                </c:pt>
                <c:pt idx="103">
                  <c:v>0.37405</c:v>
                </c:pt>
                <c:pt idx="104">
                  <c:v>0.36963</c:v>
                </c:pt>
                <c:pt idx="105">
                  <c:v>0.3652</c:v>
                </c:pt>
                <c:pt idx="106">
                  <c:v>0.36078</c:v>
                </c:pt>
                <c:pt idx="107">
                  <c:v>0.35636</c:v>
                </c:pt>
                <c:pt idx="108">
                  <c:v>0.35193</c:v>
                </c:pt>
                <c:pt idx="109">
                  <c:v>0.34751</c:v>
                </c:pt>
                <c:pt idx="110">
                  <c:v>0.34308</c:v>
                </c:pt>
                <c:pt idx="111">
                  <c:v>0.33866</c:v>
                </c:pt>
                <c:pt idx="112">
                  <c:v>0.33423</c:v>
                </c:pt>
                <c:pt idx="113">
                  <c:v>0.32981</c:v>
                </c:pt>
                <c:pt idx="114">
                  <c:v>0.32538</c:v>
                </c:pt>
                <c:pt idx="115">
                  <c:v>0.32096</c:v>
                </c:pt>
                <c:pt idx="116">
                  <c:v>0.31653</c:v>
                </c:pt>
                <c:pt idx="117">
                  <c:v>0.31211</c:v>
                </c:pt>
                <c:pt idx="118">
                  <c:v>0.30769</c:v>
                </c:pt>
                <c:pt idx="119">
                  <c:v>0.30326</c:v>
                </c:pt>
                <c:pt idx="120">
                  <c:v>0.29884</c:v>
                </c:pt>
                <c:pt idx="121">
                  <c:v>0.29441</c:v>
                </c:pt>
                <c:pt idx="122">
                  <c:v>0.28999</c:v>
                </c:pt>
                <c:pt idx="123">
                  <c:v>0.28556</c:v>
                </c:pt>
                <c:pt idx="124">
                  <c:v>0.28114</c:v>
                </c:pt>
                <c:pt idx="125">
                  <c:v>0.27671</c:v>
                </c:pt>
                <c:pt idx="126">
                  <c:v>0.27229</c:v>
                </c:pt>
                <c:pt idx="127">
                  <c:v>0.26786</c:v>
                </c:pt>
                <c:pt idx="128">
                  <c:v>0.26344</c:v>
                </c:pt>
                <c:pt idx="129">
                  <c:v>0.25902</c:v>
                </c:pt>
                <c:pt idx="130">
                  <c:v>0.25459</c:v>
                </c:pt>
                <c:pt idx="131">
                  <c:v>0.25017</c:v>
                </c:pt>
                <c:pt idx="132">
                  <c:v>0.24574</c:v>
                </c:pt>
                <c:pt idx="133">
                  <c:v>0.24132</c:v>
                </c:pt>
                <c:pt idx="134">
                  <c:v>0.23689</c:v>
                </c:pt>
                <c:pt idx="135">
                  <c:v>0.23247</c:v>
                </c:pt>
                <c:pt idx="136">
                  <c:v>0.22804</c:v>
                </c:pt>
                <c:pt idx="137">
                  <c:v>0.22362</c:v>
                </c:pt>
                <c:pt idx="138">
                  <c:v>0.21919</c:v>
                </c:pt>
                <c:pt idx="139">
                  <c:v>0.21477</c:v>
                </c:pt>
                <c:pt idx="140">
                  <c:v>0.21035</c:v>
                </c:pt>
                <c:pt idx="141">
                  <c:v>0.20592</c:v>
                </c:pt>
                <c:pt idx="142">
                  <c:v>0.2015</c:v>
                </c:pt>
                <c:pt idx="143">
                  <c:v>0.19707</c:v>
                </c:pt>
                <c:pt idx="144">
                  <c:v>0.19265</c:v>
                </c:pt>
                <c:pt idx="145">
                  <c:v>0.18822</c:v>
                </c:pt>
                <c:pt idx="146">
                  <c:v>0.1838</c:v>
                </c:pt>
                <c:pt idx="147">
                  <c:v>0.17937</c:v>
                </c:pt>
                <c:pt idx="148">
                  <c:v>0.17495</c:v>
                </c:pt>
                <c:pt idx="149">
                  <c:v>0.17053</c:v>
                </c:pt>
                <c:pt idx="150">
                  <c:v>0.1661</c:v>
                </c:pt>
                <c:pt idx="151">
                  <c:v>0.16168</c:v>
                </c:pt>
                <c:pt idx="152">
                  <c:v>0.15725</c:v>
                </c:pt>
                <c:pt idx="153">
                  <c:v>0.15283</c:v>
                </c:pt>
                <c:pt idx="154">
                  <c:v>0.1484</c:v>
                </c:pt>
                <c:pt idx="155">
                  <c:v>0.14398</c:v>
                </c:pt>
                <c:pt idx="156">
                  <c:v>0.13955</c:v>
                </c:pt>
                <c:pt idx="157">
                  <c:v>0.13513</c:v>
                </c:pt>
                <c:pt idx="158">
                  <c:v>0.1307</c:v>
                </c:pt>
                <c:pt idx="159">
                  <c:v>0.12628</c:v>
                </c:pt>
                <c:pt idx="160">
                  <c:v>0.12186</c:v>
                </c:pt>
                <c:pt idx="161">
                  <c:v>0.11743</c:v>
                </c:pt>
                <c:pt idx="162">
                  <c:v>0.11301</c:v>
                </c:pt>
                <c:pt idx="163">
                  <c:v>0.10858</c:v>
                </c:pt>
                <c:pt idx="164">
                  <c:v>0.10416</c:v>
                </c:pt>
                <c:pt idx="165">
                  <c:v>0.09973</c:v>
                </c:pt>
                <c:pt idx="166">
                  <c:v>0.09531</c:v>
                </c:pt>
                <c:pt idx="167">
                  <c:v>0.09088</c:v>
                </c:pt>
                <c:pt idx="168">
                  <c:v>0.08646</c:v>
                </c:pt>
                <c:pt idx="169">
                  <c:v>0.08203</c:v>
                </c:pt>
                <c:pt idx="170">
                  <c:v>0.07761</c:v>
                </c:pt>
                <c:pt idx="171">
                  <c:v>0.07319</c:v>
                </c:pt>
                <c:pt idx="172">
                  <c:v>0.06876</c:v>
                </c:pt>
                <c:pt idx="173">
                  <c:v>0.06434</c:v>
                </c:pt>
                <c:pt idx="174">
                  <c:v>0.05991</c:v>
                </c:pt>
                <c:pt idx="175">
                  <c:v>0.05549</c:v>
                </c:pt>
                <c:pt idx="176">
                  <c:v>0.05106</c:v>
                </c:pt>
                <c:pt idx="177">
                  <c:v>0.04664</c:v>
                </c:pt>
                <c:pt idx="178">
                  <c:v>0.04221</c:v>
                </c:pt>
                <c:pt idx="179">
                  <c:v>0.03779</c:v>
                </c:pt>
                <c:pt idx="180">
                  <c:v>0.03336</c:v>
                </c:pt>
                <c:pt idx="181">
                  <c:v>0.02894</c:v>
                </c:pt>
                <c:pt idx="182">
                  <c:v>0.02452</c:v>
                </c:pt>
                <c:pt idx="183">
                  <c:v>0.02009</c:v>
                </c:pt>
                <c:pt idx="184">
                  <c:v>0.01567</c:v>
                </c:pt>
                <c:pt idx="185">
                  <c:v>0.01124</c:v>
                </c:pt>
                <c:pt idx="186">
                  <c:v>0.00682</c:v>
                </c:pt>
                <c:pt idx="187">
                  <c:v>0.00239</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numCache>
            </c:numRef>
          </c:yVal>
          <c:smooth val="0"/>
        </c:ser>
        <c:ser>
          <c:idx val="1"/>
          <c:order val="1"/>
          <c:tx>
            <c:strRef>
              <c:f>Sheet1!$C$1</c:f>
              <c:strCache>
                <c:ptCount val="1"/>
                <c:pt idx="0">
                  <c:v>TRIANGULAR 10 / 15 / 35</c:v>
                </c:pt>
              </c:strCache>
            </c:strRef>
          </c:tx>
          <c:spPr>
            <a:solidFill>
              <a:srgbClr val="333333"/>
            </a:solidFill>
            <a:ln w="31750" cap="flat">
              <a:solidFill>
                <a:srgbClr val="333333"/>
              </a:solidFill>
              <a:prstDash val="solid"/>
              <a:round/>
            </a:ln>
            <a:effectLst/>
          </c:spPr>
          <c:marker>
            <c:symbol val="none"/>
            <c:size val="6"/>
            <c:spPr>
              <a:solidFill>
                <a:srgbClr val="333333"/>
              </a:solidFill>
              <a:ln w="9525" cap="flat">
                <a:solidFill>
                  <a:srgbClr val="333333"/>
                </a:solidFill>
                <a:prstDash val="solid"/>
                <a:round/>
              </a:ln>
              <a:effectLst/>
            </c:spPr>
          </c:marker>
          <c:xVal>
            <c:numRef>
              <c:f>Sheet1!$A$2:$A$202</c:f>
              <c:numCache>
                <c:formatCode>General</c:formatCode>
                <c:ptCount val="20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numCache>
            </c:numRef>
          </c:xVal>
          <c:yVal>
            <c:numRef>
              <c:f>Sheet1!$C$2:$C$202</c:f>
              <c:numCache>
                <c:formatCode>General</c:formatCode>
                <c:ptCount val="2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0.05</c:v>
                </c:pt>
                <c:pt idx="42">
                  <c:v>0.1</c:v>
                </c:pt>
                <c:pt idx="43">
                  <c:v>0.15</c:v>
                </c:pt>
                <c:pt idx="44">
                  <c:v>0.2</c:v>
                </c:pt>
                <c:pt idx="45">
                  <c:v>0.25</c:v>
                </c:pt>
                <c:pt idx="46">
                  <c:v>0.3</c:v>
                </c:pt>
                <c:pt idx="47">
                  <c:v>0.35</c:v>
                </c:pt>
                <c:pt idx="48">
                  <c:v>0.4</c:v>
                </c:pt>
                <c:pt idx="49">
                  <c:v>0.45</c:v>
                </c:pt>
                <c:pt idx="50">
                  <c:v>0.5</c:v>
                </c:pt>
                <c:pt idx="51">
                  <c:v>0.55</c:v>
                </c:pt>
                <c:pt idx="52">
                  <c:v>0.6</c:v>
                </c:pt>
                <c:pt idx="53">
                  <c:v>0.65</c:v>
                </c:pt>
                <c:pt idx="54">
                  <c:v>0.7</c:v>
                </c:pt>
                <c:pt idx="55">
                  <c:v>0.75</c:v>
                </c:pt>
                <c:pt idx="56">
                  <c:v>0.8</c:v>
                </c:pt>
                <c:pt idx="57">
                  <c:v>0.85</c:v>
                </c:pt>
                <c:pt idx="58">
                  <c:v>0.9</c:v>
                </c:pt>
                <c:pt idx="59">
                  <c:v>0.95</c:v>
                </c:pt>
                <c:pt idx="60">
                  <c:v>1</c:v>
                </c:pt>
                <c:pt idx="61">
                  <c:v>0.9875</c:v>
                </c:pt>
                <c:pt idx="62">
                  <c:v>0.975</c:v>
                </c:pt>
                <c:pt idx="63">
                  <c:v>0.9625</c:v>
                </c:pt>
                <c:pt idx="64">
                  <c:v>0.95</c:v>
                </c:pt>
                <c:pt idx="65">
                  <c:v>0.9375</c:v>
                </c:pt>
                <c:pt idx="66">
                  <c:v>0.925</c:v>
                </c:pt>
                <c:pt idx="67">
                  <c:v>0.9125</c:v>
                </c:pt>
                <c:pt idx="68">
                  <c:v>0.9</c:v>
                </c:pt>
                <c:pt idx="69">
                  <c:v>0.8875</c:v>
                </c:pt>
                <c:pt idx="70">
                  <c:v>0.875</c:v>
                </c:pt>
                <c:pt idx="71">
                  <c:v>0.8625</c:v>
                </c:pt>
                <c:pt idx="72">
                  <c:v>0.85</c:v>
                </c:pt>
                <c:pt idx="73">
                  <c:v>0.8375</c:v>
                </c:pt>
                <c:pt idx="74">
                  <c:v>0.825</c:v>
                </c:pt>
                <c:pt idx="75">
                  <c:v>0.8125</c:v>
                </c:pt>
                <c:pt idx="76">
                  <c:v>0.8</c:v>
                </c:pt>
                <c:pt idx="77">
                  <c:v>0.7875</c:v>
                </c:pt>
                <c:pt idx="78">
                  <c:v>0.775</c:v>
                </c:pt>
                <c:pt idx="79">
                  <c:v>0.7625</c:v>
                </c:pt>
                <c:pt idx="80">
                  <c:v>0.75</c:v>
                </c:pt>
                <c:pt idx="81">
                  <c:v>0.7375</c:v>
                </c:pt>
                <c:pt idx="82">
                  <c:v>0.725</c:v>
                </c:pt>
                <c:pt idx="83">
                  <c:v>0.7125</c:v>
                </c:pt>
                <c:pt idx="84">
                  <c:v>0.7</c:v>
                </c:pt>
                <c:pt idx="85">
                  <c:v>0.6875</c:v>
                </c:pt>
                <c:pt idx="86">
                  <c:v>0.675</c:v>
                </c:pt>
                <c:pt idx="87">
                  <c:v>0.6625</c:v>
                </c:pt>
                <c:pt idx="88">
                  <c:v>0.65</c:v>
                </c:pt>
                <c:pt idx="89">
                  <c:v>0.6375</c:v>
                </c:pt>
                <c:pt idx="90">
                  <c:v>0.625</c:v>
                </c:pt>
                <c:pt idx="91">
                  <c:v>0.6125</c:v>
                </c:pt>
                <c:pt idx="92">
                  <c:v>0.6</c:v>
                </c:pt>
                <c:pt idx="93">
                  <c:v>0.5875</c:v>
                </c:pt>
                <c:pt idx="94">
                  <c:v>0.575</c:v>
                </c:pt>
                <c:pt idx="95">
                  <c:v>0.5625</c:v>
                </c:pt>
                <c:pt idx="96">
                  <c:v>0.55</c:v>
                </c:pt>
                <c:pt idx="97">
                  <c:v>0.5375</c:v>
                </c:pt>
                <c:pt idx="98">
                  <c:v>0.525</c:v>
                </c:pt>
                <c:pt idx="99">
                  <c:v>0.5125</c:v>
                </c:pt>
                <c:pt idx="100">
                  <c:v>0.5</c:v>
                </c:pt>
                <c:pt idx="101">
                  <c:v>0.4875</c:v>
                </c:pt>
                <c:pt idx="102">
                  <c:v>0.475</c:v>
                </c:pt>
                <c:pt idx="103">
                  <c:v>0.4625</c:v>
                </c:pt>
                <c:pt idx="104">
                  <c:v>0.45</c:v>
                </c:pt>
                <c:pt idx="105">
                  <c:v>0.4375</c:v>
                </c:pt>
                <c:pt idx="106">
                  <c:v>0.425</c:v>
                </c:pt>
                <c:pt idx="107">
                  <c:v>0.4125</c:v>
                </c:pt>
                <c:pt idx="108">
                  <c:v>0.4</c:v>
                </c:pt>
                <c:pt idx="109">
                  <c:v>0.3875</c:v>
                </c:pt>
                <c:pt idx="110">
                  <c:v>0.375</c:v>
                </c:pt>
                <c:pt idx="111">
                  <c:v>0.3625</c:v>
                </c:pt>
                <c:pt idx="112">
                  <c:v>0.35</c:v>
                </c:pt>
                <c:pt idx="113">
                  <c:v>0.3375</c:v>
                </c:pt>
                <c:pt idx="114">
                  <c:v>0.325</c:v>
                </c:pt>
                <c:pt idx="115">
                  <c:v>0.3125</c:v>
                </c:pt>
                <c:pt idx="116">
                  <c:v>0.3</c:v>
                </c:pt>
                <c:pt idx="117">
                  <c:v>0.2875</c:v>
                </c:pt>
                <c:pt idx="118">
                  <c:v>0.275</c:v>
                </c:pt>
                <c:pt idx="119">
                  <c:v>0.2625</c:v>
                </c:pt>
                <c:pt idx="120">
                  <c:v>0.25</c:v>
                </c:pt>
                <c:pt idx="121">
                  <c:v>0.2375</c:v>
                </c:pt>
                <c:pt idx="122">
                  <c:v>0.225</c:v>
                </c:pt>
                <c:pt idx="123">
                  <c:v>0.2125</c:v>
                </c:pt>
                <c:pt idx="124">
                  <c:v>0.2</c:v>
                </c:pt>
                <c:pt idx="125">
                  <c:v>0.1875</c:v>
                </c:pt>
                <c:pt idx="126">
                  <c:v>0.175</c:v>
                </c:pt>
                <c:pt idx="127">
                  <c:v>0.1625</c:v>
                </c:pt>
                <c:pt idx="128">
                  <c:v>0.15</c:v>
                </c:pt>
                <c:pt idx="129">
                  <c:v>0.1375</c:v>
                </c:pt>
                <c:pt idx="130">
                  <c:v>0.125</c:v>
                </c:pt>
                <c:pt idx="131">
                  <c:v>0.1125</c:v>
                </c:pt>
                <c:pt idx="132">
                  <c:v>0.1</c:v>
                </c:pt>
                <c:pt idx="133">
                  <c:v>0.0875</c:v>
                </c:pt>
                <c:pt idx="134">
                  <c:v>0.075</c:v>
                </c:pt>
                <c:pt idx="135">
                  <c:v>0.0625</c:v>
                </c:pt>
                <c:pt idx="136">
                  <c:v>0.05</c:v>
                </c:pt>
                <c:pt idx="137">
                  <c:v>0.0375</c:v>
                </c:pt>
                <c:pt idx="138">
                  <c:v>0.025</c:v>
                </c:pt>
                <c:pt idx="139">
                  <c:v>0.0125</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PERT_MODIFICADA 10 / 20 / 45 / γ</a:t>
            </a:r>
          </a:p>
        </c:rich>
      </c:tx>
      <c:layout/>
      <c:overlay val="0"/>
    </c:title>
    <c:autoTitleDeleted val="0"/>
    <c:plotArea>
      <c:layout/>
      <c:scatterChart>
        <c:scatterStyle val="lineMarker"/>
        <c:varyColors val="0"/>
        <c:ser>
          <c:idx val="0"/>
          <c:order val="0"/>
          <c:tx>
            <c:strRef>
              <c:f>Sheet1!$B$1</c:f>
              <c:strCache>
                <c:ptCount val="1"/>
                <c:pt idx="0">
                  <c:v>γ = 2</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Sheet1!$A$2:$A$182</c:f>
              <c:numCache>
                <c:formatCode>General</c:formatCode>
                <c:ptCount val="181"/>
                <c:pt idx="0">
                  <c:v>5</c:v>
                </c:pt>
                <c:pt idx="1">
                  <c:v>5.25</c:v>
                </c:pt>
                <c:pt idx="2">
                  <c:v>5.5</c:v>
                </c:pt>
                <c:pt idx="3">
                  <c:v>5.75</c:v>
                </c:pt>
                <c:pt idx="4">
                  <c:v>6</c:v>
                </c:pt>
                <c:pt idx="5">
                  <c:v>6.25</c:v>
                </c:pt>
                <c:pt idx="6">
                  <c:v>6.5</c:v>
                </c:pt>
                <c:pt idx="7">
                  <c:v>6.75</c:v>
                </c:pt>
                <c:pt idx="8">
                  <c:v>7</c:v>
                </c:pt>
                <c:pt idx="9">
                  <c:v>7.25</c:v>
                </c:pt>
                <c:pt idx="10">
                  <c:v>7.5</c:v>
                </c:pt>
                <c:pt idx="11">
                  <c:v>7.75</c:v>
                </c:pt>
                <c:pt idx="12">
                  <c:v>8</c:v>
                </c:pt>
                <c:pt idx="13">
                  <c:v>8.25</c:v>
                </c:pt>
                <c:pt idx="14">
                  <c:v>8.5</c:v>
                </c:pt>
                <c:pt idx="15">
                  <c:v>8.75</c:v>
                </c:pt>
                <c:pt idx="16">
                  <c:v>9</c:v>
                </c:pt>
                <c:pt idx="17">
                  <c:v>9.25</c:v>
                </c:pt>
                <c:pt idx="18">
                  <c:v>9.5</c:v>
                </c:pt>
                <c:pt idx="19">
                  <c:v>9.75</c:v>
                </c:pt>
                <c:pt idx="20">
                  <c:v>10</c:v>
                </c:pt>
                <c:pt idx="21">
                  <c:v>10.25</c:v>
                </c:pt>
                <c:pt idx="22">
                  <c:v>10.5</c:v>
                </c:pt>
                <c:pt idx="23">
                  <c:v>10.75</c:v>
                </c:pt>
                <c:pt idx="24">
                  <c:v>11</c:v>
                </c:pt>
                <c:pt idx="25">
                  <c:v>11.25</c:v>
                </c:pt>
                <c:pt idx="26">
                  <c:v>11.5</c:v>
                </c:pt>
                <c:pt idx="27">
                  <c:v>11.75</c:v>
                </c:pt>
                <c:pt idx="28">
                  <c:v>12</c:v>
                </c:pt>
                <c:pt idx="29">
                  <c:v>12.25</c:v>
                </c:pt>
                <c:pt idx="30">
                  <c:v>12.5</c:v>
                </c:pt>
                <c:pt idx="31">
                  <c:v>12.75</c:v>
                </c:pt>
                <c:pt idx="32">
                  <c:v>13</c:v>
                </c:pt>
                <c:pt idx="33">
                  <c:v>13.25</c:v>
                </c:pt>
                <c:pt idx="34">
                  <c:v>13.5</c:v>
                </c:pt>
                <c:pt idx="35">
                  <c:v>13.75</c:v>
                </c:pt>
                <c:pt idx="36">
                  <c:v>14</c:v>
                </c:pt>
                <c:pt idx="37">
                  <c:v>14.25</c:v>
                </c:pt>
                <c:pt idx="38">
                  <c:v>14.5</c:v>
                </c:pt>
                <c:pt idx="39">
                  <c:v>14.75</c:v>
                </c:pt>
                <c:pt idx="40">
                  <c:v>15</c:v>
                </c:pt>
                <c:pt idx="41">
                  <c:v>15.25</c:v>
                </c:pt>
                <c:pt idx="42">
                  <c:v>15.5</c:v>
                </c:pt>
                <c:pt idx="43">
                  <c:v>15.75</c:v>
                </c:pt>
                <c:pt idx="44">
                  <c:v>16</c:v>
                </c:pt>
                <c:pt idx="45">
                  <c:v>16.25</c:v>
                </c:pt>
                <c:pt idx="46">
                  <c:v>16.5</c:v>
                </c:pt>
                <c:pt idx="47">
                  <c:v>16.75</c:v>
                </c:pt>
                <c:pt idx="48">
                  <c:v>17</c:v>
                </c:pt>
                <c:pt idx="49">
                  <c:v>17.25</c:v>
                </c:pt>
                <c:pt idx="50">
                  <c:v>17.5</c:v>
                </c:pt>
                <c:pt idx="51">
                  <c:v>17.75</c:v>
                </c:pt>
                <c:pt idx="52">
                  <c:v>18</c:v>
                </c:pt>
                <c:pt idx="53">
                  <c:v>18.25</c:v>
                </c:pt>
                <c:pt idx="54">
                  <c:v>18.5</c:v>
                </c:pt>
                <c:pt idx="55">
                  <c:v>18.75</c:v>
                </c:pt>
                <c:pt idx="56">
                  <c:v>19</c:v>
                </c:pt>
                <c:pt idx="57">
                  <c:v>19.25</c:v>
                </c:pt>
                <c:pt idx="58">
                  <c:v>19.5</c:v>
                </c:pt>
                <c:pt idx="59">
                  <c:v>19.75</c:v>
                </c:pt>
                <c:pt idx="60">
                  <c:v>20</c:v>
                </c:pt>
                <c:pt idx="61">
                  <c:v>20.25</c:v>
                </c:pt>
                <c:pt idx="62">
                  <c:v>20.5</c:v>
                </c:pt>
                <c:pt idx="63">
                  <c:v>20.75</c:v>
                </c:pt>
                <c:pt idx="64">
                  <c:v>21</c:v>
                </c:pt>
                <c:pt idx="65">
                  <c:v>21.25</c:v>
                </c:pt>
                <c:pt idx="66">
                  <c:v>21.5</c:v>
                </c:pt>
                <c:pt idx="67">
                  <c:v>21.75</c:v>
                </c:pt>
                <c:pt idx="68">
                  <c:v>22</c:v>
                </c:pt>
                <c:pt idx="69">
                  <c:v>22.25</c:v>
                </c:pt>
                <c:pt idx="70">
                  <c:v>22.5</c:v>
                </c:pt>
                <c:pt idx="71">
                  <c:v>22.75</c:v>
                </c:pt>
                <c:pt idx="72">
                  <c:v>23</c:v>
                </c:pt>
                <c:pt idx="73">
                  <c:v>23.25</c:v>
                </c:pt>
                <c:pt idx="74">
                  <c:v>23.5</c:v>
                </c:pt>
                <c:pt idx="75">
                  <c:v>23.75</c:v>
                </c:pt>
                <c:pt idx="76">
                  <c:v>24</c:v>
                </c:pt>
                <c:pt idx="77">
                  <c:v>24.25</c:v>
                </c:pt>
                <c:pt idx="78">
                  <c:v>24.5</c:v>
                </c:pt>
                <c:pt idx="79">
                  <c:v>24.75</c:v>
                </c:pt>
                <c:pt idx="80">
                  <c:v>25</c:v>
                </c:pt>
                <c:pt idx="81">
                  <c:v>25.25</c:v>
                </c:pt>
                <c:pt idx="82">
                  <c:v>25.5</c:v>
                </c:pt>
                <c:pt idx="83">
                  <c:v>25.75</c:v>
                </c:pt>
                <c:pt idx="84">
                  <c:v>26</c:v>
                </c:pt>
                <c:pt idx="85">
                  <c:v>26.25</c:v>
                </c:pt>
                <c:pt idx="86">
                  <c:v>26.5</c:v>
                </c:pt>
                <c:pt idx="87">
                  <c:v>26.75</c:v>
                </c:pt>
                <c:pt idx="88">
                  <c:v>27</c:v>
                </c:pt>
                <c:pt idx="89">
                  <c:v>27.25</c:v>
                </c:pt>
                <c:pt idx="90">
                  <c:v>27.5</c:v>
                </c:pt>
                <c:pt idx="91">
                  <c:v>27.75</c:v>
                </c:pt>
                <c:pt idx="92">
                  <c:v>28</c:v>
                </c:pt>
                <c:pt idx="93">
                  <c:v>28.25</c:v>
                </c:pt>
                <c:pt idx="94">
                  <c:v>28.5</c:v>
                </c:pt>
                <c:pt idx="95">
                  <c:v>28.75</c:v>
                </c:pt>
                <c:pt idx="96">
                  <c:v>29</c:v>
                </c:pt>
                <c:pt idx="97">
                  <c:v>29.25</c:v>
                </c:pt>
                <c:pt idx="98">
                  <c:v>29.5</c:v>
                </c:pt>
                <c:pt idx="99">
                  <c:v>29.75</c:v>
                </c:pt>
                <c:pt idx="100">
                  <c:v>30</c:v>
                </c:pt>
                <c:pt idx="101">
                  <c:v>30.25</c:v>
                </c:pt>
                <c:pt idx="102">
                  <c:v>30.5</c:v>
                </c:pt>
                <c:pt idx="103">
                  <c:v>30.75</c:v>
                </c:pt>
                <c:pt idx="104">
                  <c:v>31</c:v>
                </c:pt>
                <c:pt idx="105">
                  <c:v>31.25</c:v>
                </c:pt>
                <c:pt idx="106">
                  <c:v>31.5</c:v>
                </c:pt>
                <c:pt idx="107">
                  <c:v>31.75</c:v>
                </c:pt>
                <c:pt idx="108">
                  <c:v>32</c:v>
                </c:pt>
                <c:pt idx="109">
                  <c:v>32.25</c:v>
                </c:pt>
                <c:pt idx="110">
                  <c:v>32.5</c:v>
                </c:pt>
                <c:pt idx="111">
                  <c:v>32.75</c:v>
                </c:pt>
                <c:pt idx="112">
                  <c:v>33</c:v>
                </c:pt>
                <c:pt idx="113">
                  <c:v>33.25</c:v>
                </c:pt>
                <c:pt idx="114">
                  <c:v>33.5</c:v>
                </c:pt>
                <c:pt idx="115">
                  <c:v>33.75</c:v>
                </c:pt>
                <c:pt idx="116">
                  <c:v>34</c:v>
                </c:pt>
                <c:pt idx="117">
                  <c:v>34.25</c:v>
                </c:pt>
                <c:pt idx="118">
                  <c:v>34.5</c:v>
                </c:pt>
                <c:pt idx="119">
                  <c:v>34.75</c:v>
                </c:pt>
                <c:pt idx="120">
                  <c:v>35</c:v>
                </c:pt>
                <c:pt idx="121">
                  <c:v>35.25</c:v>
                </c:pt>
                <c:pt idx="122">
                  <c:v>35.5</c:v>
                </c:pt>
                <c:pt idx="123">
                  <c:v>35.75</c:v>
                </c:pt>
                <c:pt idx="124">
                  <c:v>36</c:v>
                </c:pt>
                <c:pt idx="125">
                  <c:v>36.25</c:v>
                </c:pt>
                <c:pt idx="126">
                  <c:v>36.5</c:v>
                </c:pt>
                <c:pt idx="127">
                  <c:v>36.75</c:v>
                </c:pt>
                <c:pt idx="128">
                  <c:v>37</c:v>
                </c:pt>
                <c:pt idx="129">
                  <c:v>37.25</c:v>
                </c:pt>
                <c:pt idx="130">
                  <c:v>37.5</c:v>
                </c:pt>
                <c:pt idx="131">
                  <c:v>37.75</c:v>
                </c:pt>
                <c:pt idx="132">
                  <c:v>38</c:v>
                </c:pt>
                <c:pt idx="133">
                  <c:v>38.25</c:v>
                </c:pt>
                <c:pt idx="134">
                  <c:v>38.5</c:v>
                </c:pt>
                <c:pt idx="135">
                  <c:v>38.75</c:v>
                </c:pt>
                <c:pt idx="136">
                  <c:v>39</c:v>
                </c:pt>
                <c:pt idx="137">
                  <c:v>39.25</c:v>
                </c:pt>
                <c:pt idx="138">
                  <c:v>39.5</c:v>
                </c:pt>
                <c:pt idx="139">
                  <c:v>39.75</c:v>
                </c:pt>
                <c:pt idx="140">
                  <c:v>40</c:v>
                </c:pt>
                <c:pt idx="141">
                  <c:v>40.25</c:v>
                </c:pt>
                <c:pt idx="142">
                  <c:v>40.5</c:v>
                </c:pt>
                <c:pt idx="143">
                  <c:v>40.75</c:v>
                </c:pt>
                <c:pt idx="144">
                  <c:v>41</c:v>
                </c:pt>
                <c:pt idx="145">
                  <c:v>41.25</c:v>
                </c:pt>
                <c:pt idx="146">
                  <c:v>41.5</c:v>
                </c:pt>
                <c:pt idx="147">
                  <c:v>41.75</c:v>
                </c:pt>
                <c:pt idx="148">
                  <c:v>42</c:v>
                </c:pt>
                <c:pt idx="149">
                  <c:v>42.25</c:v>
                </c:pt>
                <c:pt idx="150">
                  <c:v>42.5</c:v>
                </c:pt>
                <c:pt idx="151">
                  <c:v>42.75</c:v>
                </c:pt>
                <c:pt idx="152">
                  <c:v>43</c:v>
                </c:pt>
                <c:pt idx="153">
                  <c:v>43.25</c:v>
                </c:pt>
                <c:pt idx="154">
                  <c:v>43.5</c:v>
                </c:pt>
                <c:pt idx="155">
                  <c:v>43.75</c:v>
                </c:pt>
                <c:pt idx="156">
                  <c:v>44</c:v>
                </c:pt>
                <c:pt idx="157">
                  <c:v>44.25</c:v>
                </c:pt>
                <c:pt idx="158">
                  <c:v>44.5</c:v>
                </c:pt>
                <c:pt idx="159">
                  <c:v>44.75</c:v>
                </c:pt>
                <c:pt idx="160">
                  <c:v>45</c:v>
                </c:pt>
                <c:pt idx="161">
                  <c:v>45.25</c:v>
                </c:pt>
                <c:pt idx="162">
                  <c:v>45.5</c:v>
                </c:pt>
                <c:pt idx="163">
                  <c:v>45.75</c:v>
                </c:pt>
                <c:pt idx="164">
                  <c:v>46</c:v>
                </c:pt>
                <c:pt idx="165">
                  <c:v>46.25</c:v>
                </c:pt>
                <c:pt idx="166">
                  <c:v>46.5</c:v>
                </c:pt>
                <c:pt idx="167">
                  <c:v>46.75</c:v>
                </c:pt>
                <c:pt idx="168">
                  <c:v>47</c:v>
                </c:pt>
                <c:pt idx="169">
                  <c:v>47.25</c:v>
                </c:pt>
                <c:pt idx="170">
                  <c:v>47.5</c:v>
                </c:pt>
                <c:pt idx="171">
                  <c:v>47.75</c:v>
                </c:pt>
                <c:pt idx="172">
                  <c:v>48</c:v>
                </c:pt>
                <c:pt idx="173">
                  <c:v>48.25</c:v>
                </c:pt>
                <c:pt idx="174">
                  <c:v>48.5</c:v>
                </c:pt>
                <c:pt idx="175">
                  <c:v>48.75</c:v>
                </c:pt>
                <c:pt idx="176">
                  <c:v>49</c:v>
                </c:pt>
                <c:pt idx="177">
                  <c:v>49.25</c:v>
                </c:pt>
                <c:pt idx="178">
                  <c:v>49.5</c:v>
                </c:pt>
                <c:pt idx="179">
                  <c:v>49.75</c:v>
                </c:pt>
                <c:pt idx="180">
                  <c:v>50</c:v>
                </c:pt>
              </c:numCache>
            </c:numRef>
          </c:xVal>
          <c:yVal>
            <c:numRef>
              <c:f>Sheet1!$B$2:$B$182</c:f>
              <c:numCache>
                <c:formatCode>General</c:formatCode>
                <c:ptCount val="1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0.11591</c:v>
                </c:pt>
                <c:pt idx="22">
                  <c:v>0.17047</c:v>
                </c:pt>
                <c:pt idx="23">
                  <c:v>0.2127</c:v>
                </c:pt>
                <c:pt idx="24">
                  <c:v>0.24809</c:v>
                </c:pt>
                <c:pt idx="25">
                  <c:v>0.27888</c:v>
                </c:pt>
                <c:pt idx="26">
                  <c:v>0.30623</c:v>
                </c:pt>
                <c:pt idx="27">
                  <c:v>0.33087</c:v>
                </c:pt>
                <c:pt idx="28">
                  <c:v>0.35327</c:v>
                </c:pt>
                <c:pt idx="29">
                  <c:v>0.37379</c:v>
                </c:pt>
                <c:pt idx="30">
                  <c:v>0.39266</c:v>
                </c:pt>
                <c:pt idx="31">
                  <c:v>0.41009</c:v>
                </c:pt>
                <c:pt idx="32">
                  <c:v>0.42623</c:v>
                </c:pt>
                <c:pt idx="33">
                  <c:v>0.44121</c:v>
                </c:pt>
                <c:pt idx="34">
                  <c:v>0.45512</c:v>
                </c:pt>
                <c:pt idx="35">
                  <c:v>0.46806</c:v>
                </c:pt>
                <c:pt idx="36">
                  <c:v>0.48011</c:v>
                </c:pt>
                <c:pt idx="37">
                  <c:v>0.49132</c:v>
                </c:pt>
                <c:pt idx="38">
                  <c:v>0.50174</c:v>
                </c:pt>
                <c:pt idx="39">
                  <c:v>0.51144</c:v>
                </c:pt>
                <c:pt idx="40">
                  <c:v>0.52044</c:v>
                </c:pt>
                <c:pt idx="41">
                  <c:v>0.5288</c:v>
                </c:pt>
                <c:pt idx="42">
                  <c:v>0.53654</c:v>
                </c:pt>
                <c:pt idx="43">
                  <c:v>0.54369</c:v>
                </c:pt>
                <c:pt idx="44">
                  <c:v>0.55028</c:v>
                </c:pt>
                <c:pt idx="45">
                  <c:v>0.55635</c:v>
                </c:pt>
                <c:pt idx="46">
                  <c:v>0.5619</c:v>
                </c:pt>
                <c:pt idx="47">
                  <c:v>0.56697</c:v>
                </c:pt>
                <c:pt idx="48">
                  <c:v>0.57157</c:v>
                </c:pt>
                <c:pt idx="49">
                  <c:v>0.57572</c:v>
                </c:pt>
                <c:pt idx="50">
                  <c:v>0.57945</c:v>
                </c:pt>
                <c:pt idx="51">
                  <c:v>0.58275</c:v>
                </c:pt>
                <c:pt idx="52">
                  <c:v>0.58566</c:v>
                </c:pt>
                <c:pt idx="53">
                  <c:v>0.58818</c:v>
                </c:pt>
                <c:pt idx="54">
                  <c:v>0.59033</c:v>
                </c:pt>
                <c:pt idx="55">
                  <c:v>0.59211</c:v>
                </c:pt>
                <c:pt idx="56">
                  <c:v>0.59355</c:v>
                </c:pt>
                <c:pt idx="57">
                  <c:v>0.59466</c:v>
                </c:pt>
                <c:pt idx="58">
                  <c:v>0.59543</c:v>
                </c:pt>
                <c:pt idx="59">
                  <c:v>0.59589</c:v>
                </c:pt>
                <c:pt idx="60">
                  <c:v>0.59604</c:v>
                </c:pt>
                <c:pt idx="61">
                  <c:v>0.59589</c:v>
                </c:pt>
                <c:pt idx="62">
                  <c:v>0.59545</c:v>
                </c:pt>
                <c:pt idx="63">
                  <c:v>0.59474</c:v>
                </c:pt>
                <c:pt idx="64">
                  <c:v>0.59374</c:v>
                </c:pt>
                <c:pt idx="65">
                  <c:v>0.59249</c:v>
                </c:pt>
                <c:pt idx="66">
                  <c:v>0.59098</c:v>
                </c:pt>
                <c:pt idx="67">
                  <c:v>0.58921</c:v>
                </c:pt>
                <c:pt idx="68">
                  <c:v>0.5872</c:v>
                </c:pt>
                <c:pt idx="69">
                  <c:v>0.58496</c:v>
                </c:pt>
                <c:pt idx="70">
                  <c:v>0.58248</c:v>
                </c:pt>
                <c:pt idx="71">
                  <c:v>0.57978</c:v>
                </c:pt>
                <c:pt idx="72">
                  <c:v>0.57686</c:v>
                </c:pt>
                <c:pt idx="73">
                  <c:v>0.57373</c:v>
                </c:pt>
                <c:pt idx="74">
                  <c:v>0.5704</c:v>
                </c:pt>
                <c:pt idx="75">
                  <c:v>0.56686</c:v>
                </c:pt>
                <c:pt idx="76">
                  <c:v>0.56312</c:v>
                </c:pt>
                <c:pt idx="77">
                  <c:v>0.5592</c:v>
                </c:pt>
                <c:pt idx="78">
                  <c:v>0.55509</c:v>
                </c:pt>
                <c:pt idx="79">
                  <c:v>0.5508</c:v>
                </c:pt>
                <c:pt idx="80">
                  <c:v>0.54633</c:v>
                </c:pt>
                <c:pt idx="81">
                  <c:v>0.54169</c:v>
                </c:pt>
                <c:pt idx="82">
                  <c:v>0.53689</c:v>
                </c:pt>
                <c:pt idx="83">
                  <c:v>0.53192</c:v>
                </c:pt>
                <c:pt idx="84">
                  <c:v>0.5268</c:v>
                </c:pt>
                <c:pt idx="85">
                  <c:v>0.52153</c:v>
                </c:pt>
                <c:pt idx="86">
                  <c:v>0.51611</c:v>
                </c:pt>
                <c:pt idx="87">
                  <c:v>0.51054</c:v>
                </c:pt>
                <c:pt idx="88">
                  <c:v>0.50483</c:v>
                </c:pt>
                <c:pt idx="89">
                  <c:v>0.49899</c:v>
                </c:pt>
                <c:pt idx="90">
                  <c:v>0.49302</c:v>
                </c:pt>
                <c:pt idx="91">
                  <c:v>0.48692</c:v>
                </c:pt>
                <c:pt idx="92">
                  <c:v>0.4807</c:v>
                </c:pt>
                <c:pt idx="93">
                  <c:v>0.47435</c:v>
                </c:pt>
                <c:pt idx="94">
                  <c:v>0.4679</c:v>
                </c:pt>
                <c:pt idx="95">
                  <c:v>0.46133</c:v>
                </c:pt>
                <c:pt idx="96">
                  <c:v>0.45465</c:v>
                </c:pt>
                <c:pt idx="97">
                  <c:v>0.44787</c:v>
                </c:pt>
                <c:pt idx="98">
                  <c:v>0.44099</c:v>
                </c:pt>
                <c:pt idx="99">
                  <c:v>0.43401</c:v>
                </c:pt>
                <c:pt idx="100">
                  <c:v>0.42694</c:v>
                </c:pt>
                <c:pt idx="101">
                  <c:v>0.41978</c:v>
                </c:pt>
                <c:pt idx="102">
                  <c:v>0.41253</c:v>
                </c:pt>
                <c:pt idx="103">
                  <c:v>0.40521</c:v>
                </c:pt>
                <c:pt idx="104">
                  <c:v>0.3978</c:v>
                </c:pt>
                <c:pt idx="105">
                  <c:v>0.39032</c:v>
                </c:pt>
                <c:pt idx="106">
                  <c:v>0.38278</c:v>
                </c:pt>
                <c:pt idx="107">
                  <c:v>0.37516</c:v>
                </c:pt>
                <c:pt idx="108">
                  <c:v>0.36748</c:v>
                </c:pt>
                <c:pt idx="109">
                  <c:v>0.35974</c:v>
                </c:pt>
                <c:pt idx="110">
                  <c:v>0.35195</c:v>
                </c:pt>
                <c:pt idx="111">
                  <c:v>0.3441</c:v>
                </c:pt>
                <c:pt idx="112">
                  <c:v>0.33621</c:v>
                </c:pt>
                <c:pt idx="113">
                  <c:v>0.32827</c:v>
                </c:pt>
                <c:pt idx="114">
                  <c:v>0.32029</c:v>
                </c:pt>
                <c:pt idx="115">
                  <c:v>0.31227</c:v>
                </c:pt>
                <c:pt idx="116">
                  <c:v>0.30422</c:v>
                </c:pt>
                <c:pt idx="117">
                  <c:v>0.29614</c:v>
                </c:pt>
                <c:pt idx="118">
                  <c:v>0.28803</c:v>
                </c:pt>
                <c:pt idx="119">
                  <c:v>0.2799</c:v>
                </c:pt>
                <c:pt idx="120">
                  <c:v>0.27176</c:v>
                </c:pt>
                <c:pt idx="121">
                  <c:v>0.2636</c:v>
                </c:pt>
                <c:pt idx="122">
                  <c:v>0.25543</c:v>
                </c:pt>
                <c:pt idx="123">
                  <c:v>0.24726</c:v>
                </c:pt>
                <c:pt idx="124">
                  <c:v>0.23908</c:v>
                </c:pt>
                <c:pt idx="125">
                  <c:v>0.23091</c:v>
                </c:pt>
                <c:pt idx="126">
                  <c:v>0.22275</c:v>
                </c:pt>
                <c:pt idx="127">
                  <c:v>0.2146</c:v>
                </c:pt>
                <c:pt idx="128">
                  <c:v>0.20646</c:v>
                </c:pt>
                <c:pt idx="129">
                  <c:v>0.19835</c:v>
                </c:pt>
                <c:pt idx="130">
                  <c:v>0.19026</c:v>
                </c:pt>
                <c:pt idx="131">
                  <c:v>0.18221</c:v>
                </c:pt>
                <c:pt idx="132">
                  <c:v>0.17419</c:v>
                </c:pt>
                <c:pt idx="133">
                  <c:v>0.16621</c:v>
                </c:pt>
                <c:pt idx="134">
                  <c:v>0.15828</c:v>
                </c:pt>
                <c:pt idx="135">
                  <c:v>0.15041</c:v>
                </c:pt>
                <c:pt idx="136">
                  <c:v>0.14259</c:v>
                </c:pt>
                <c:pt idx="137">
                  <c:v>0.13484</c:v>
                </c:pt>
                <c:pt idx="138">
                  <c:v>0.12716</c:v>
                </c:pt>
                <c:pt idx="139">
                  <c:v>0.11956</c:v>
                </c:pt>
                <c:pt idx="140">
                  <c:v>0.11204</c:v>
                </c:pt>
                <c:pt idx="141">
                  <c:v>0.10462</c:v>
                </c:pt>
                <c:pt idx="142">
                  <c:v>0.0973</c:v>
                </c:pt>
                <c:pt idx="143">
                  <c:v>0.09009</c:v>
                </c:pt>
                <c:pt idx="144">
                  <c:v>0.083</c:v>
                </c:pt>
                <c:pt idx="145">
                  <c:v>0.07604</c:v>
                </c:pt>
                <c:pt idx="146">
                  <c:v>0.06922</c:v>
                </c:pt>
                <c:pt idx="147">
                  <c:v>0.06254</c:v>
                </c:pt>
                <c:pt idx="148">
                  <c:v>0.05604</c:v>
                </c:pt>
                <c:pt idx="149">
                  <c:v>0.04971</c:v>
                </c:pt>
                <c:pt idx="150">
                  <c:v>0.04357</c:v>
                </c:pt>
                <c:pt idx="151">
                  <c:v>0.03765</c:v>
                </c:pt>
                <c:pt idx="152">
                  <c:v>0.03196</c:v>
                </c:pt>
                <c:pt idx="153">
                  <c:v>0.02652</c:v>
                </c:pt>
                <c:pt idx="154">
                  <c:v>0.02137</c:v>
                </c:pt>
                <c:pt idx="155">
                  <c:v>0.01654</c:v>
                </c:pt>
                <c:pt idx="156">
                  <c:v>0.01208</c:v>
                </c:pt>
                <c:pt idx="157">
                  <c:v>0.00804</c:v>
                </c:pt>
                <c:pt idx="158">
                  <c:v>0.00452</c:v>
                </c:pt>
                <c:pt idx="159">
                  <c:v>0.00169</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numCache>
            </c:numRef>
          </c:yVal>
          <c:smooth val="0"/>
        </c:ser>
        <c:ser>
          <c:idx val="1"/>
          <c:order val="1"/>
          <c:tx>
            <c:strRef>
              <c:f>Sheet1!$C$1</c:f>
              <c:strCache>
                <c:ptCount val="1"/>
                <c:pt idx="0">
                  <c:v>γ = 4 (PERT)</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Sheet1!$A$2:$A$182</c:f>
              <c:numCache>
                <c:formatCode>General</c:formatCode>
                <c:ptCount val="181"/>
                <c:pt idx="0">
                  <c:v>5</c:v>
                </c:pt>
                <c:pt idx="1">
                  <c:v>5.25</c:v>
                </c:pt>
                <c:pt idx="2">
                  <c:v>5.5</c:v>
                </c:pt>
                <c:pt idx="3">
                  <c:v>5.75</c:v>
                </c:pt>
                <c:pt idx="4">
                  <c:v>6</c:v>
                </c:pt>
                <c:pt idx="5">
                  <c:v>6.25</c:v>
                </c:pt>
                <c:pt idx="6">
                  <c:v>6.5</c:v>
                </c:pt>
                <c:pt idx="7">
                  <c:v>6.75</c:v>
                </c:pt>
                <c:pt idx="8">
                  <c:v>7</c:v>
                </c:pt>
                <c:pt idx="9">
                  <c:v>7.25</c:v>
                </c:pt>
                <c:pt idx="10">
                  <c:v>7.5</c:v>
                </c:pt>
                <c:pt idx="11">
                  <c:v>7.75</c:v>
                </c:pt>
                <c:pt idx="12">
                  <c:v>8</c:v>
                </c:pt>
                <c:pt idx="13">
                  <c:v>8.25</c:v>
                </c:pt>
                <c:pt idx="14">
                  <c:v>8.5</c:v>
                </c:pt>
                <c:pt idx="15">
                  <c:v>8.75</c:v>
                </c:pt>
                <c:pt idx="16">
                  <c:v>9</c:v>
                </c:pt>
                <c:pt idx="17">
                  <c:v>9.25</c:v>
                </c:pt>
                <c:pt idx="18">
                  <c:v>9.5</c:v>
                </c:pt>
                <c:pt idx="19">
                  <c:v>9.75</c:v>
                </c:pt>
                <c:pt idx="20">
                  <c:v>10</c:v>
                </c:pt>
                <c:pt idx="21">
                  <c:v>10.25</c:v>
                </c:pt>
                <c:pt idx="22">
                  <c:v>10.5</c:v>
                </c:pt>
                <c:pt idx="23">
                  <c:v>10.75</c:v>
                </c:pt>
                <c:pt idx="24">
                  <c:v>11</c:v>
                </c:pt>
                <c:pt idx="25">
                  <c:v>11.25</c:v>
                </c:pt>
                <c:pt idx="26">
                  <c:v>11.5</c:v>
                </c:pt>
                <c:pt idx="27">
                  <c:v>11.75</c:v>
                </c:pt>
                <c:pt idx="28">
                  <c:v>12</c:v>
                </c:pt>
                <c:pt idx="29">
                  <c:v>12.25</c:v>
                </c:pt>
                <c:pt idx="30">
                  <c:v>12.5</c:v>
                </c:pt>
                <c:pt idx="31">
                  <c:v>12.75</c:v>
                </c:pt>
                <c:pt idx="32">
                  <c:v>13</c:v>
                </c:pt>
                <c:pt idx="33">
                  <c:v>13.25</c:v>
                </c:pt>
                <c:pt idx="34">
                  <c:v>13.5</c:v>
                </c:pt>
                <c:pt idx="35">
                  <c:v>13.75</c:v>
                </c:pt>
                <c:pt idx="36">
                  <c:v>14</c:v>
                </c:pt>
                <c:pt idx="37">
                  <c:v>14.25</c:v>
                </c:pt>
                <c:pt idx="38">
                  <c:v>14.5</c:v>
                </c:pt>
                <c:pt idx="39">
                  <c:v>14.75</c:v>
                </c:pt>
                <c:pt idx="40">
                  <c:v>15</c:v>
                </c:pt>
                <c:pt idx="41">
                  <c:v>15.25</c:v>
                </c:pt>
                <c:pt idx="42">
                  <c:v>15.5</c:v>
                </c:pt>
                <c:pt idx="43">
                  <c:v>15.75</c:v>
                </c:pt>
                <c:pt idx="44">
                  <c:v>16</c:v>
                </c:pt>
                <c:pt idx="45">
                  <c:v>16.25</c:v>
                </c:pt>
                <c:pt idx="46">
                  <c:v>16.5</c:v>
                </c:pt>
                <c:pt idx="47">
                  <c:v>16.75</c:v>
                </c:pt>
                <c:pt idx="48">
                  <c:v>17</c:v>
                </c:pt>
                <c:pt idx="49">
                  <c:v>17.25</c:v>
                </c:pt>
                <c:pt idx="50">
                  <c:v>17.5</c:v>
                </c:pt>
                <c:pt idx="51">
                  <c:v>17.75</c:v>
                </c:pt>
                <c:pt idx="52">
                  <c:v>18</c:v>
                </c:pt>
                <c:pt idx="53">
                  <c:v>18.25</c:v>
                </c:pt>
                <c:pt idx="54">
                  <c:v>18.5</c:v>
                </c:pt>
                <c:pt idx="55">
                  <c:v>18.75</c:v>
                </c:pt>
                <c:pt idx="56">
                  <c:v>19</c:v>
                </c:pt>
                <c:pt idx="57">
                  <c:v>19.25</c:v>
                </c:pt>
                <c:pt idx="58">
                  <c:v>19.5</c:v>
                </c:pt>
                <c:pt idx="59">
                  <c:v>19.75</c:v>
                </c:pt>
                <c:pt idx="60">
                  <c:v>20</c:v>
                </c:pt>
                <c:pt idx="61">
                  <c:v>20.25</c:v>
                </c:pt>
                <c:pt idx="62">
                  <c:v>20.5</c:v>
                </c:pt>
                <c:pt idx="63">
                  <c:v>20.75</c:v>
                </c:pt>
                <c:pt idx="64">
                  <c:v>21</c:v>
                </c:pt>
                <c:pt idx="65">
                  <c:v>21.25</c:v>
                </c:pt>
                <c:pt idx="66">
                  <c:v>21.5</c:v>
                </c:pt>
                <c:pt idx="67">
                  <c:v>21.75</c:v>
                </c:pt>
                <c:pt idx="68">
                  <c:v>22</c:v>
                </c:pt>
                <c:pt idx="69">
                  <c:v>22.25</c:v>
                </c:pt>
                <c:pt idx="70">
                  <c:v>22.5</c:v>
                </c:pt>
                <c:pt idx="71">
                  <c:v>22.75</c:v>
                </c:pt>
                <c:pt idx="72">
                  <c:v>23</c:v>
                </c:pt>
                <c:pt idx="73">
                  <c:v>23.25</c:v>
                </c:pt>
                <c:pt idx="74">
                  <c:v>23.5</c:v>
                </c:pt>
                <c:pt idx="75">
                  <c:v>23.75</c:v>
                </c:pt>
                <c:pt idx="76">
                  <c:v>24</c:v>
                </c:pt>
                <c:pt idx="77">
                  <c:v>24.25</c:v>
                </c:pt>
                <c:pt idx="78">
                  <c:v>24.5</c:v>
                </c:pt>
                <c:pt idx="79">
                  <c:v>24.75</c:v>
                </c:pt>
                <c:pt idx="80">
                  <c:v>25</c:v>
                </c:pt>
                <c:pt idx="81">
                  <c:v>25.25</c:v>
                </c:pt>
                <c:pt idx="82">
                  <c:v>25.5</c:v>
                </c:pt>
                <c:pt idx="83">
                  <c:v>25.75</c:v>
                </c:pt>
                <c:pt idx="84">
                  <c:v>26</c:v>
                </c:pt>
                <c:pt idx="85">
                  <c:v>26.25</c:v>
                </c:pt>
                <c:pt idx="86">
                  <c:v>26.5</c:v>
                </c:pt>
                <c:pt idx="87">
                  <c:v>26.75</c:v>
                </c:pt>
                <c:pt idx="88">
                  <c:v>27</c:v>
                </c:pt>
                <c:pt idx="89">
                  <c:v>27.25</c:v>
                </c:pt>
                <c:pt idx="90">
                  <c:v>27.5</c:v>
                </c:pt>
                <c:pt idx="91">
                  <c:v>27.75</c:v>
                </c:pt>
                <c:pt idx="92">
                  <c:v>28</c:v>
                </c:pt>
                <c:pt idx="93">
                  <c:v>28.25</c:v>
                </c:pt>
                <c:pt idx="94">
                  <c:v>28.5</c:v>
                </c:pt>
                <c:pt idx="95">
                  <c:v>28.75</c:v>
                </c:pt>
                <c:pt idx="96">
                  <c:v>29</c:v>
                </c:pt>
                <c:pt idx="97">
                  <c:v>29.25</c:v>
                </c:pt>
                <c:pt idx="98">
                  <c:v>29.5</c:v>
                </c:pt>
                <c:pt idx="99">
                  <c:v>29.75</c:v>
                </c:pt>
                <c:pt idx="100">
                  <c:v>30</c:v>
                </c:pt>
                <c:pt idx="101">
                  <c:v>30.25</c:v>
                </c:pt>
                <c:pt idx="102">
                  <c:v>30.5</c:v>
                </c:pt>
                <c:pt idx="103">
                  <c:v>30.75</c:v>
                </c:pt>
                <c:pt idx="104">
                  <c:v>31</c:v>
                </c:pt>
                <c:pt idx="105">
                  <c:v>31.25</c:v>
                </c:pt>
                <c:pt idx="106">
                  <c:v>31.5</c:v>
                </c:pt>
                <c:pt idx="107">
                  <c:v>31.75</c:v>
                </c:pt>
                <c:pt idx="108">
                  <c:v>32</c:v>
                </c:pt>
                <c:pt idx="109">
                  <c:v>32.25</c:v>
                </c:pt>
                <c:pt idx="110">
                  <c:v>32.5</c:v>
                </c:pt>
                <c:pt idx="111">
                  <c:v>32.75</c:v>
                </c:pt>
                <c:pt idx="112">
                  <c:v>33</c:v>
                </c:pt>
                <c:pt idx="113">
                  <c:v>33.25</c:v>
                </c:pt>
                <c:pt idx="114">
                  <c:v>33.5</c:v>
                </c:pt>
                <c:pt idx="115">
                  <c:v>33.75</c:v>
                </c:pt>
                <c:pt idx="116">
                  <c:v>34</c:v>
                </c:pt>
                <c:pt idx="117">
                  <c:v>34.25</c:v>
                </c:pt>
                <c:pt idx="118">
                  <c:v>34.5</c:v>
                </c:pt>
                <c:pt idx="119">
                  <c:v>34.75</c:v>
                </c:pt>
                <c:pt idx="120">
                  <c:v>35</c:v>
                </c:pt>
                <c:pt idx="121">
                  <c:v>35.25</c:v>
                </c:pt>
                <c:pt idx="122">
                  <c:v>35.5</c:v>
                </c:pt>
                <c:pt idx="123">
                  <c:v>35.75</c:v>
                </c:pt>
                <c:pt idx="124">
                  <c:v>36</c:v>
                </c:pt>
                <c:pt idx="125">
                  <c:v>36.25</c:v>
                </c:pt>
                <c:pt idx="126">
                  <c:v>36.5</c:v>
                </c:pt>
                <c:pt idx="127">
                  <c:v>36.75</c:v>
                </c:pt>
                <c:pt idx="128">
                  <c:v>37</c:v>
                </c:pt>
                <c:pt idx="129">
                  <c:v>37.25</c:v>
                </c:pt>
                <c:pt idx="130">
                  <c:v>37.5</c:v>
                </c:pt>
                <c:pt idx="131">
                  <c:v>37.75</c:v>
                </c:pt>
                <c:pt idx="132">
                  <c:v>38</c:v>
                </c:pt>
                <c:pt idx="133">
                  <c:v>38.25</c:v>
                </c:pt>
                <c:pt idx="134">
                  <c:v>38.5</c:v>
                </c:pt>
                <c:pt idx="135">
                  <c:v>38.75</c:v>
                </c:pt>
                <c:pt idx="136">
                  <c:v>39</c:v>
                </c:pt>
                <c:pt idx="137">
                  <c:v>39.25</c:v>
                </c:pt>
                <c:pt idx="138">
                  <c:v>39.5</c:v>
                </c:pt>
                <c:pt idx="139">
                  <c:v>39.75</c:v>
                </c:pt>
                <c:pt idx="140">
                  <c:v>40</c:v>
                </c:pt>
                <c:pt idx="141">
                  <c:v>40.25</c:v>
                </c:pt>
                <c:pt idx="142">
                  <c:v>40.5</c:v>
                </c:pt>
                <c:pt idx="143">
                  <c:v>40.75</c:v>
                </c:pt>
                <c:pt idx="144">
                  <c:v>41</c:v>
                </c:pt>
                <c:pt idx="145">
                  <c:v>41.25</c:v>
                </c:pt>
                <c:pt idx="146">
                  <c:v>41.5</c:v>
                </c:pt>
                <c:pt idx="147">
                  <c:v>41.75</c:v>
                </c:pt>
                <c:pt idx="148">
                  <c:v>42</c:v>
                </c:pt>
                <c:pt idx="149">
                  <c:v>42.25</c:v>
                </c:pt>
                <c:pt idx="150">
                  <c:v>42.5</c:v>
                </c:pt>
                <c:pt idx="151">
                  <c:v>42.75</c:v>
                </c:pt>
                <c:pt idx="152">
                  <c:v>43</c:v>
                </c:pt>
                <c:pt idx="153">
                  <c:v>43.25</c:v>
                </c:pt>
                <c:pt idx="154">
                  <c:v>43.5</c:v>
                </c:pt>
                <c:pt idx="155">
                  <c:v>43.75</c:v>
                </c:pt>
                <c:pt idx="156">
                  <c:v>44</c:v>
                </c:pt>
                <c:pt idx="157">
                  <c:v>44.25</c:v>
                </c:pt>
                <c:pt idx="158">
                  <c:v>44.5</c:v>
                </c:pt>
                <c:pt idx="159">
                  <c:v>44.75</c:v>
                </c:pt>
                <c:pt idx="160">
                  <c:v>45</c:v>
                </c:pt>
                <c:pt idx="161">
                  <c:v>45.25</c:v>
                </c:pt>
                <c:pt idx="162">
                  <c:v>45.5</c:v>
                </c:pt>
                <c:pt idx="163">
                  <c:v>45.75</c:v>
                </c:pt>
                <c:pt idx="164">
                  <c:v>46</c:v>
                </c:pt>
                <c:pt idx="165">
                  <c:v>46.25</c:v>
                </c:pt>
                <c:pt idx="166">
                  <c:v>46.5</c:v>
                </c:pt>
                <c:pt idx="167">
                  <c:v>46.75</c:v>
                </c:pt>
                <c:pt idx="168">
                  <c:v>47</c:v>
                </c:pt>
                <c:pt idx="169">
                  <c:v>47.25</c:v>
                </c:pt>
                <c:pt idx="170">
                  <c:v>47.5</c:v>
                </c:pt>
                <c:pt idx="171">
                  <c:v>47.75</c:v>
                </c:pt>
                <c:pt idx="172">
                  <c:v>48</c:v>
                </c:pt>
                <c:pt idx="173">
                  <c:v>48.25</c:v>
                </c:pt>
                <c:pt idx="174">
                  <c:v>48.5</c:v>
                </c:pt>
                <c:pt idx="175">
                  <c:v>48.75</c:v>
                </c:pt>
                <c:pt idx="176">
                  <c:v>49</c:v>
                </c:pt>
                <c:pt idx="177">
                  <c:v>49.25</c:v>
                </c:pt>
                <c:pt idx="178">
                  <c:v>49.5</c:v>
                </c:pt>
                <c:pt idx="179">
                  <c:v>49.75</c:v>
                </c:pt>
                <c:pt idx="180">
                  <c:v>50</c:v>
                </c:pt>
              </c:numCache>
            </c:numRef>
          </c:xVal>
          <c:yVal>
            <c:numRef>
              <c:f>Sheet1!$C$2:$C$182</c:f>
              <c:numCache>
                <c:formatCode>General</c:formatCode>
                <c:ptCount val="1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0.02857</c:v>
                </c:pt>
                <c:pt idx="22">
                  <c:v>0.0618</c:v>
                </c:pt>
                <c:pt idx="23">
                  <c:v>0.09621</c:v>
                </c:pt>
                <c:pt idx="24">
                  <c:v>0.13089</c:v>
                </c:pt>
                <c:pt idx="25">
                  <c:v>0.16539</c:v>
                </c:pt>
                <c:pt idx="26">
                  <c:v>0.19942</c:v>
                </c:pt>
                <c:pt idx="27">
                  <c:v>0.2328</c:v>
                </c:pt>
                <c:pt idx="28">
                  <c:v>0.26539</c:v>
                </c:pt>
                <c:pt idx="29">
                  <c:v>0.29711</c:v>
                </c:pt>
                <c:pt idx="30">
                  <c:v>0.32787</c:v>
                </c:pt>
                <c:pt idx="31">
                  <c:v>0.35762</c:v>
                </c:pt>
                <c:pt idx="32">
                  <c:v>0.38633</c:v>
                </c:pt>
                <c:pt idx="33">
                  <c:v>0.41395</c:v>
                </c:pt>
                <c:pt idx="34">
                  <c:v>0.44048</c:v>
                </c:pt>
                <c:pt idx="35">
                  <c:v>0.46589</c:v>
                </c:pt>
                <c:pt idx="36">
                  <c:v>0.49017</c:v>
                </c:pt>
                <c:pt idx="37">
                  <c:v>0.51332</c:v>
                </c:pt>
                <c:pt idx="38">
                  <c:v>0.53534</c:v>
                </c:pt>
                <c:pt idx="39">
                  <c:v>0.55623</c:v>
                </c:pt>
                <c:pt idx="40">
                  <c:v>0.57599</c:v>
                </c:pt>
                <c:pt idx="41">
                  <c:v>0.59463</c:v>
                </c:pt>
                <c:pt idx="42">
                  <c:v>0.61216</c:v>
                </c:pt>
                <c:pt idx="43">
                  <c:v>0.62859</c:v>
                </c:pt>
                <c:pt idx="44">
                  <c:v>0.64393</c:v>
                </c:pt>
                <c:pt idx="45">
                  <c:v>0.6582</c:v>
                </c:pt>
                <c:pt idx="46">
                  <c:v>0.67141</c:v>
                </c:pt>
                <c:pt idx="47">
                  <c:v>0.68358</c:v>
                </c:pt>
                <c:pt idx="48">
                  <c:v>0.69472</c:v>
                </c:pt>
                <c:pt idx="49">
                  <c:v>0.70485</c:v>
                </c:pt>
                <c:pt idx="50">
                  <c:v>0.71399</c:v>
                </c:pt>
                <c:pt idx="51">
                  <c:v>0.72217</c:v>
                </c:pt>
                <c:pt idx="52">
                  <c:v>0.72939</c:v>
                </c:pt>
                <c:pt idx="53">
                  <c:v>0.73568</c:v>
                </c:pt>
                <c:pt idx="54">
                  <c:v>0.74106</c:v>
                </c:pt>
                <c:pt idx="55">
                  <c:v>0.74556</c:v>
                </c:pt>
                <c:pt idx="56">
                  <c:v>0.74919</c:v>
                </c:pt>
                <c:pt idx="57">
                  <c:v>0.75197</c:v>
                </c:pt>
                <c:pt idx="58">
                  <c:v>0.75393</c:v>
                </c:pt>
                <c:pt idx="59">
                  <c:v>0.75509</c:v>
                </c:pt>
                <c:pt idx="60">
                  <c:v>0.75547</c:v>
                </c:pt>
                <c:pt idx="61">
                  <c:v>0.7551</c:v>
                </c:pt>
                <c:pt idx="62">
                  <c:v>0.75399</c:v>
                </c:pt>
                <c:pt idx="63">
                  <c:v>0.75217</c:v>
                </c:pt>
                <c:pt idx="64">
                  <c:v>0.74967</c:v>
                </c:pt>
                <c:pt idx="65">
                  <c:v>0.7465</c:v>
                </c:pt>
                <c:pt idx="66">
                  <c:v>0.74269</c:v>
                </c:pt>
                <c:pt idx="67">
                  <c:v>0.73826</c:v>
                </c:pt>
                <c:pt idx="68">
                  <c:v>0.73324</c:v>
                </c:pt>
                <c:pt idx="69">
                  <c:v>0.72764</c:v>
                </c:pt>
                <c:pt idx="70">
                  <c:v>0.7215</c:v>
                </c:pt>
                <c:pt idx="71">
                  <c:v>0.71483</c:v>
                </c:pt>
                <c:pt idx="72">
                  <c:v>0.70765</c:v>
                </c:pt>
                <c:pt idx="73">
                  <c:v>0.69999</c:v>
                </c:pt>
                <c:pt idx="74">
                  <c:v>0.69187</c:v>
                </c:pt>
                <c:pt idx="75">
                  <c:v>0.68331</c:v>
                </c:pt>
                <c:pt idx="76">
                  <c:v>0.67433</c:v>
                </c:pt>
                <c:pt idx="77">
                  <c:v>0.66497</c:v>
                </c:pt>
                <c:pt idx="78">
                  <c:v>0.65523</c:v>
                </c:pt>
                <c:pt idx="79">
                  <c:v>0.64514</c:v>
                </c:pt>
                <c:pt idx="80">
                  <c:v>0.63471</c:v>
                </c:pt>
                <c:pt idx="81">
                  <c:v>0.62399</c:v>
                </c:pt>
                <c:pt idx="82">
                  <c:v>0.61297</c:v>
                </c:pt>
                <c:pt idx="83">
                  <c:v>0.60168</c:v>
                </c:pt>
                <c:pt idx="84">
                  <c:v>0.59015</c:v>
                </c:pt>
                <c:pt idx="85">
                  <c:v>0.57839</c:v>
                </c:pt>
                <c:pt idx="86">
                  <c:v>0.56643</c:v>
                </c:pt>
                <c:pt idx="87">
                  <c:v>0.55428</c:v>
                </c:pt>
                <c:pt idx="88">
                  <c:v>0.54196</c:v>
                </c:pt>
                <c:pt idx="89">
                  <c:v>0.52949</c:v>
                </c:pt>
                <c:pt idx="90">
                  <c:v>0.51689</c:v>
                </c:pt>
                <c:pt idx="91">
                  <c:v>0.50418</c:v>
                </c:pt>
                <c:pt idx="92">
                  <c:v>0.49137</c:v>
                </c:pt>
                <c:pt idx="93">
                  <c:v>0.47849</c:v>
                </c:pt>
                <c:pt idx="94">
                  <c:v>0.46555</c:v>
                </c:pt>
                <c:pt idx="95">
                  <c:v>0.45257</c:v>
                </c:pt>
                <c:pt idx="96">
                  <c:v>0.43956</c:v>
                </c:pt>
                <c:pt idx="97">
                  <c:v>0.42655</c:v>
                </c:pt>
                <c:pt idx="98">
                  <c:v>0.41354</c:v>
                </c:pt>
                <c:pt idx="99">
                  <c:v>0.40056</c:v>
                </c:pt>
                <c:pt idx="100">
                  <c:v>0.38761</c:v>
                </c:pt>
                <c:pt idx="101">
                  <c:v>0.37472</c:v>
                </c:pt>
                <c:pt idx="102">
                  <c:v>0.3619</c:v>
                </c:pt>
                <c:pt idx="103">
                  <c:v>0.34916</c:v>
                </c:pt>
                <c:pt idx="104">
                  <c:v>0.33652</c:v>
                </c:pt>
                <c:pt idx="105">
                  <c:v>0.32398</c:v>
                </c:pt>
                <c:pt idx="106">
                  <c:v>0.31157</c:v>
                </c:pt>
                <c:pt idx="107">
                  <c:v>0.2993</c:v>
                </c:pt>
                <c:pt idx="108">
                  <c:v>0.28717</c:v>
                </c:pt>
                <c:pt idx="109">
                  <c:v>0.2752</c:v>
                </c:pt>
                <c:pt idx="110">
                  <c:v>0.26341</c:v>
                </c:pt>
                <c:pt idx="111">
                  <c:v>0.25179</c:v>
                </c:pt>
                <c:pt idx="112">
                  <c:v>0.24037</c:v>
                </c:pt>
                <c:pt idx="113">
                  <c:v>0.22915</c:v>
                </c:pt>
                <c:pt idx="114">
                  <c:v>0.21815</c:v>
                </c:pt>
                <c:pt idx="115">
                  <c:v>0.20736</c:v>
                </c:pt>
                <c:pt idx="116">
                  <c:v>0.19681</c:v>
                </c:pt>
                <c:pt idx="117">
                  <c:v>0.18649</c:v>
                </c:pt>
                <c:pt idx="118">
                  <c:v>0.17642</c:v>
                </c:pt>
                <c:pt idx="119">
                  <c:v>0.1666</c:v>
                </c:pt>
                <c:pt idx="120">
                  <c:v>0.15705</c:v>
                </c:pt>
                <c:pt idx="121">
                  <c:v>0.14776</c:v>
                </c:pt>
                <c:pt idx="122">
                  <c:v>0.13874</c:v>
                </c:pt>
                <c:pt idx="123">
                  <c:v>0.13001</c:v>
                </c:pt>
                <c:pt idx="124">
                  <c:v>0.12155</c:v>
                </c:pt>
                <c:pt idx="125">
                  <c:v>0.11339</c:v>
                </c:pt>
                <c:pt idx="126">
                  <c:v>0.10551</c:v>
                </c:pt>
                <c:pt idx="127">
                  <c:v>0.09793</c:v>
                </c:pt>
                <c:pt idx="128">
                  <c:v>0.09065</c:v>
                </c:pt>
                <c:pt idx="129">
                  <c:v>0.08366</c:v>
                </c:pt>
                <c:pt idx="130">
                  <c:v>0.07698</c:v>
                </c:pt>
                <c:pt idx="131">
                  <c:v>0.0706</c:v>
                </c:pt>
                <c:pt idx="132">
                  <c:v>0.06452</c:v>
                </c:pt>
                <c:pt idx="133">
                  <c:v>0.05875</c:v>
                </c:pt>
                <c:pt idx="134">
                  <c:v>0.05328</c:v>
                </c:pt>
                <c:pt idx="135">
                  <c:v>0.04811</c:v>
                </c:pt>
                <c:pt idx="136">
                  <c:v>0.04324</c:v>
                </c:pt>
                <c:pt idx="137">
                  <c:v>0.03866</c:v>
                </c:pt>
                <c:pt idx="138">
                  <c:v>0.03438</c:v>
                </c:pt>
                <c:pt idx="139">
                  <c:v>0.0304</c:v>
                </c:pt>
                <c:pt idx="140">
                  <c:v>0.0267</c:v>
                </c:pt>
                <c:pt idx="141">
                  <c:v>0.02328</c:v>
                </c:pt>
                <c:pt idx="142">
                  <c:v>0.02013</c:v>
                </c:pt>
                <c:pt idx="143">
                  <c:v>0.01726</c:v>
                </c:pt>
                <c:pt idx="144">
                  <c:v>0.01465</c:v>
                </c:pt>
                <c:pt idx="145">
                  <c:v>0.0123</c:v>
                </c:pt>
                <c:pt idx="146">
                  <c:v>0.01019</c:v>
                </c:pt>
                <c:pt idx="147">
                  <c:v>0.00832</c:v>
                </c:pt>
                <c:pt idx="148">
                  <c:v>0.00668</c:v>
                </c:pt>
                <c:pt idx="149">
                  <c:v>0.00525</c:v>
                </c:pt>
                <c:pt idx="150">
                  <c:v>0.00404</c:v>
                </c:pt>
                <c:pt idx="151">
                  <c:v>0.00301</c:v>
                </c:pt>
                <c:pt idx="152">
                  <c:v>0.00217</c:v>
                </c:pt>
                <c:pt idx="153">
                  <c:v>0.0015</c:v>
                </c:pt>
                <c:pt idx="154">
                  <c:v>0.00097</c:v>
                </c:pt>
                <c:pt idx="155">
                  <c:v>0.00058</c:v>
                </c:pt>
                <c:pt idx="156">
                  <c:v>0.00031</c:v>
                </c:pt>
                <c:pt idx="157">
                  <c:v>0.00014</c:v>
                </c:pt>
                <c:pt idx="158">
                  <c:v>0.00004</c:v>
                </c:pt>
                <c:pt idx="159">
                  <c:v>0.00001</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numCache>
            </c:numRef>
          </c:yVal>
          <c:smooth val="0"/>
        </c:ser>
        <c:ser>
          <c:idx val="2"/>
          <c:order val="2"/>
          <c:tx>
            <c:strRef>
              <c:f>Sheet1!$D$1</c:f>
              <c:strCache>
                <c:ptCount val="1"/>
                <c:pt idx="0">
                  <c:v>γ = 8</c:v>
                </c:pt>
              </c:strCache>
            </c:strRef>
          </c:tx>
          <c:spPr>
            <a:solidFill>
              <a:srgbClr val="000000"/>
            </a:solidFill>
            <a:ln w="31750" cap="flat">
              <a:solidFill>
                <a:srgbClr val="000000"/>
              </a:solidFill>
              <a:prstDash val="solid"/>
              <a:round/>
            </a:ln>
            <a:effectLst/>
          </c:spPr>
          <c:marker>
            <c:symbol val="none"/>
            <c:size val="6"/>
            <c:spPr>
              <a:solidFill>
                <a:srgbClr val="000000"/>
              </a:solidFill>
              <a:ln w="9525" cap="flat">
                <a:solidFill>
                  <a:srgbClr val="000000"/>
                </a:solidFill>
                <a:prstDash val="solid"/>
                <a:round/>
              </a:ln>
              <a:effectLst/>
            </c:spPr>
          </c:marker>
          <c:xVal>
            <c:numRef>
              <c:f>Sheet1!$A$2:$A$182</c:f>
              <c:numCache>
                <c:formatCode>General</c:formatCode>
                <c:ptCount val="181"/>
                <c:pt idx="0">
                  <c:v>5</c:v>
                </c:pt>
                <c:pt idx="1">
                  <c:v>5.25</c:v>
                </c:pt>
                <c:pt idx="2">
                  <c:v>5.5</c:v>
                </c:pt>
                <c:pt idx="3">
                  <c:v>5.75</c:v>
                </c:pt>
                <c:pt idx="4">
                  <c:v>6</c:v>
                </c:pt>
                <c:pt idx="5">
                  <c:v>6.25</c:v>
                </c:pt>
                <c:pt idx="6">
                  <c:v>6.5</c:v>
                </c:pt>
                <c:pt idx="7">
                  <c:v>6.75</c:v>
                </c:pt>
                <c:pt idx="8">
                  <c:v>7</c:v>
                </c:pt>
                <c:pt idx="9">
                  <c:v>7.25</c:v>
                </c:pt>
                <c:pt idx="10">
                  <c:v>7.5</c:v>
                </c:pt>
                <c:pt idx="11">
                  <c:v>7.75</c:v>
                </c:pt>
                <c:pt idx="12">
                  <c:v>8</c:v>
                </c:pt>
                <c:pt idx="13">
                  <c:v>8.25</c:v>
                </c:pt>
                <c:pt idx="14">
                  <c:v>8.5</c:v>
                </c:pt>
                <c:pt idx="15">
                  <c:v>8.75</c:v>
                </c:pt>
                <c:pt idx="16">
                  <c:v>9</c:v>
                </c:pt>
                <c:pt idx="17">
                  <c:v>9.25</c:v>
                </c:pt>
                <c:pt idx="18">
                  <c:v>9.5</c:v>
                </c:pt>
                <c:pt idx="19">
                  <c:v>9.75</c:v>
                </c:pt>
                <c:pt idx="20">
                  <c:v>10</c:v>
                </c:pt>
                <c:pt idx="21">
                  <c:v>10.25</c:v>
                </c:pt>
                <c:pt idx="22">
                  <c:v>10.5</c:v>
                </c:pt>
                <c:pt idx="23">
                  <c:v>10.75</c:v>
                </c:pt>
                <c:pt idx="24">
                  <c:v>11</c:v>
                </c:pt>
                <c:pt idx="25">
                  <c:v>11.25</c:v>
                </c:pt>
                <c:pt idx="26">
                  <c:v>11.5</c:v>
                </c:pt>
                <c:pt idx="27">
                  <c:v>11.75</c:v>
                </c:pt>
                <c:pt idx="28">
                  <c:v>12</c:v>
                </c:pt>
                <c:pt idx="29">
                  <c:v>12.25</c:v>
                </c:pt>
                <c:pt idx="30">
                  <c:v>12.5</c:v>
                </c:pt>
                <c:pt idx="31">
                  <c:v>12.75</c:v>
                </c:pt>
                <c:pt idx="32">
                  <c:v>13</c:v>
                </c:pt>
                <c:pt idx="33">
                  <c:v>13.25</c:v>
                </c:pt>
                <c:pt idx="34">
                  <c:v>13.5</c:v>
                </c:pt>
                <c:pt idx="35">
                  <c:v>13.75</c:v>
                </c:pt>
                <c:pt idx="36">
                  <c:v>14</c:v>
                </c:pt>
                <c:pt idx="37">
                  <c:v>14.25</c:v>
                </c:pt>
                <c:pt idx="38">
                  <c:v>14.5</c:v>
                </c:pt>
                <c:pt idx="39">
                  <c:v>14.75</c:v>
                </c:pt>
                <c:pt idx="40">
                  <c:v>15</c:v>
                </c:pt>
                <c:pt idx="41">
                  <c:v>15.25</c:v>
                </c:pt>
                <c:pt idx="42">
                  <c:v>15.5</c:v>
                </c:pt>
                <c:pt idx="43">
                  <c:v>15.75</c:v>
                </c:pt>
                <c:pt idx="44">
                  <c:v>16</c:v>
                </c:pt>
                <c:pt idx="45">
                  <c:v>16.25</c:v>
                </c:pt>
                <c:pt idx="46">
                  <c:v>16.5</c:v>
                </c:pt>
                <c:pt idx="47">
                  <c:v>16.75</c:v>
                </c:pt>
                <c:pt idx="48">
                  <c:v>17</c:v>
                </c:pt>
                <c:pt idx="49">
                  <c:v>17.25</c:v>
                </c:pt>
                <c:pt idx="50">
                  <c:v>17.5</c:v>
                </c:pt>
                <c:pt idx="51">
                  <c:v>17.75</c:v>
                </c:pt>
                <c:pt idx="52">
                  <c:v>18</c:v>
                </c:pt>
                <c:pt idx="53">
                  <c:v>18.25</c:v>
                </c:pt>
                <c:pt idx="54">
                  <c:v>18.5</c:v>
                </c:pt>
                <c:pt idx="55">
                  <c:v>18.75</c:v>
                </c:pt>
                <c:pt idx="56">
                  <c:v>19</c:v>
                </c:pt>
                <c:pt idx="57">
                  <c:v>19.25</c:v>
                </c:pt>
                <c:pt idx="58">
                  <c:v>19.5</c:v>
                </c:pt>
                <c:pt idx="59">
                  <c:v>19.75</c:v>
                </c:pt>
                <c:pt idx="60">
                  <c:v>20</c:v>
                </c:pt>
                <c:pt idx="61">
                  <c:v>20.25</c:v>
                </c:pt>
                <c:pt idx="62">
                  <c:v>20.5</c:v>
                </c:pt>
                <c:pt idx="63">
                  <c:v>20.75</c:v>
                </c:pt>
                <c:pt idx="64">
                  <c:v>21</c:v>
                </c:pt>
                <c:pt idx="65">
                  <c:v>21.25</c:v>
                </c:pt>
                <c:pt idx="66">
                  <c:v>21.5</c:v>
                </c:pt>
                <c:pt idx="67">
                  <c:v>21.75</c:v>
                </c:pt>
                <c:pt idx="68">
                  <c:v>22</c:v>
                </c:pt>
                <c:pt idx="69">
                  <c:v>22.25</c:v>
                </c:pt>
                <c:pt idx="70">
                  <c:v>22.5</c:v>
                </c:pt>
                <c:pt idx="71">
                  <c:v>22.75</c:v>
                </c:pt>
                <c:pt idx="72">
                  <c:v>23</c:v>
                </c:pt>
                <c:pt idx="73">
                  <c:v>23.25</c:v>
                </c:pt>
                <c:pt idx="74">
                  <c:v>23.5</c:v>
                </c:pt>
                <c:pt idx="75">
                  <c:v>23.75</c:v>
                </c:pt>
                <c:pt idx="76">
                  <c:v>24</c:v>
                </c:pt>
                <c:pt idx="77">
                  <c:v>24.25</c:v>
                </c:pt>
                <c:pt idx="78">
                  <c:v>24.5</c:v>
                </c:pt>
                <c:pt idx="79">
                  <c:v>24.75</c:v>
                </c:pt>
                <c:pt idx="80">
                  <c:v>25</c:v>
                </c:pt>
                <c:pt idx="81">
                  <c:v>25.25</c:v>
                </c:pt>
                <c:pt idx="82">
                  <c:v>25.5</c:v>
                </c:pt>
                <c:pt idx="83">
                  <c:v>25.75</c:v>
                </c:pt>
                <c:pt idx="84">
                  <c:v>26</c:v>
                </c:pt>
                <c:pt idx="85">
                  <c:v>26.25</c:v>
                </c:pt>
                <c:pt idx="86">
                  <c:v>26.5</c:v>
                </c:pt>
                <c:pt idx="87">
                  <c:v>26.75</c:v>
                </c:pt>
                <c:pt idx="88">
                  <c:v>27</c:v>
                </c:pt>
                <c:pt idx="89">
                  <c:v>27.25</c:v>
                </c:pt>
                <c:pt idx="90">
                  <c:v>27.5</c:v>
                </c:pt>
                <c:pt idx="91">
                  <c:v>27.75</c:v>
                </c:pt>
                <c:pt idx="92">
                  <c:v>28</c:v>
                </c:pt>
                <c:pt idx="93">
                  <c:v>28.25</c:v>
                </c:pt>
                <c:pt idx="94">
                  <c:v>28.5</c:v>
                </c:pt>
                <c:pt idx="95">
                  <c:v>28.75</c:v>
                </c:pt>
                <c:pt idx="96">
                  <c:v>29</c:v>
                </c:pt>
                <c:pt idx="97">
                  <c:v>29.25</c:v>
                </c:pt>
                <c:pt idx="98">
                  <c:v>29.5</c:v>
                </c:pt>
                <c:pt idx="99">
                  <c:v>29.75</c:v>
                </c:pt>
                <c:pt idx="100">
                  <c:v>30</c:v>
                </c:pt>
                <c:pt idx="101">
                  <c:v>30.25</c:v>
                </c:pt>
                <c:pt idx="102">
                  <c:v>30.5</c:v>
                </c:pt>
                <c:pt idx="103">
                  <c:v>30.75</c:v>
                </c:pt>
                <c:pt idx="104">
                  <c:v>31</c:v>
                </c:pt>
                <c:pt idx="105">
                  <c:v>31.25</c:v>
                </c:pt>
                <c:pt idx="106">
                  <c:v>31.5</c:v>
                </c:pt>
                <c:pt idx="107">
                  <c:v>31.75</c:v>
                </c:pt>
                <c:pt idx="108">
                  <c:v>32</c:v>
                </c:pt>
                <c:pt idx="109">
                  <c:v>32.25</c:v>
                </c:pt>
                <c:pt idx="110">
                  <c:v>32.5</c:v>
                </c:pt>
                <c:pt idx="111">
                  <c:v>32.75</c:v>
                </c:pt>
                <c:pt idx="112">
                  <c:v>33</c:v>
                </c:pt>
                <c:pt idx="113">
                  <c:v>33.25</c:v>
                </c:pt>
                <c:pt idx="114">
                  <c:v>33.5</c:v>
                </c:pt>
                <c:pt idx="115">
                  <c:v>33.75</c:v>
                </c:pt>
                <c:pt idx="116">
                  <c:v>34</c:v>
                </c:pt>
                <c:pt idx="117">
                  <c:v>34.25</c:v>
                </c:pt>
                <c:pt idx="118">
                  <c:v>34.5</c:v>
                </c:pt>
                <c:pt idx="119">
                  <c:v>34.75</c:v>
                </c:pt>
                <c:pt idx="120">
                  <c:v>35</c:v>
                </c:pt>
                <c:pt idx="121">
                  <c:v>35.25</c:v>
                </c:pt>
                <c:pt idx="122">
                  <c:v>35.5</c:v>
                </c:pt>
                <c:pt idx="123">
                  <c:v>35.75</c:v>
                </c:pt>
                <c:pt idx="124">
                  <c:v>36</c:v>
                </c:pt>
                <c:pt idx="125">
                  <c:v>36.25</c:v>
                </c:pt>
                <c:pt idx="126">
                  <c:v>36.5</c:v>
                </c:pt>
                <c:pt idx="127">
                  <c:v>36.75</c:v>
                </c:pt>
                <c:pt idx="128">
                  <c:v>37</c:v>
                </c:pt>
                <c:pt idx="129">
                  <c:v>37.25</c:v>
                </c:pt>
                <c:pt idx="130">
                  <c:v>37.5</c:v>
                </c:pt>
                <c:pt idx="131">
                  <c:v>37.75</c:v>
                </c:pt>
                <c:pt idx="132">
                  <c:v>38</c:v>
                </c:pt>
                <c:pt idx="133">
                  <c:v>38.25</c:v>
                </c:pt>
                <c:pt idx="134">
                  <c:v>38.5</c:v>
                </c:pt>
                <c:pt idx="135">
                  <c:v>38.75</c:v>
                </c:pt>
                <c:pt idx="136">
                  <c:v>39</c:v>
                </c:pt>
                <c:pt idx="137">
                  <c:v>39.25</c:v>
                </c:pt>
                <c:pt idx="138">
                  <c:v>39.5</c:v>
                </c:pt>
                <c:pt idx="139">
                  <c:v>39.75</c:v>
                </c:pt>
                <c:pt idx="140">
                  <c:v>40</c:v>
                </c:pt>
                <c:pt idx="141">
                  <c:v>40.25</c:v>
                </c:pt>
                <c:pt idx="142">
                  <c:v>40.5</c:v>
                </c:pt>
                <c:pt idx="143">
                  <c:v>40.75</c:v>
                </c:pt>
                <c:pt idx="144">
                  <c:v>41</c:v>
                </c:pt>
                <c:pt idx="145">
                  <c:v>41.25</c:v>
                </c:pt>
                <c:pt idx="146">
                  <c:v>41.5</c:v>
                </c:pt>
                <c:pt idx="147">
                  <c:v>41.75</c:v>
                </c:pt>
                <c:pt idx="148">
                  <c:v>42</c:v>
                </c:pt>
                <c:pt idx="149">
                  <c:v>42.25</c:v>
                </c:pt>
                <c:pt idx="150">
                  <c:v>42.5</c:v>
                </c:pt>
                <c:pt idx="151">
                  <c:v>42.75</c:v>
                </c:pt>
                <c:pt idx="152">
                  <c:v>43</c:v>
                </c:pt>
                <c:pt idx="153">
                  <c:v>43.25</c:v>
                </c:pt>
                <c:pt idx="154">
                  <c:v>43.5</c:v>
                </c:pt>
                <c:pt idx="155">
                  <c:v>43.75</c:v>
                </c:pt>
                <c:pt idx="156">
                  <c:v>44</c:v>
                </c:pt>
                <c:pt idx="157">
                  <c:v>44.25</c:v>
                </c:pt>
                <c:pt idx="158">
                  <c:v>44.5</c:v>
                </c:pt>
                <c:pt idx="159">
                  <c:v>44.75</c:v>
                </c:pt>
                <c:pt idx="160">
                  <c:v>45</c:v>
                </c:pt>
                <c:pt idx="161">
                  <c:v>45.25</c:v>
                </c:pt>
                <c:pt idx="162">
                  <c:v>45.5</c:v>
                </c:pt>
                <c:pt idx="163">
                  <c:v>45.75</c:v>
                </c:pt>
                <c:pt idx="164">
                  <c:v>46</c:v>
                </c:pt>
                <c:pt idx="165">
                  <c:v>46.25</c:v>
                </c:pt>
                <c:pt idx="166">
                  <c:v>46.5</c:v>
                </c:pt>
                <c:pt idx="167">
                  <c:v>46.75</c:v>
                </c:pt>
                <c:pt idx="168">
                  <c:v>47</c:v>
                </c:pt>
                <c:pt idx="169">
                  <c:v>47.25</c:v>
                </c:pt>
                <c:pt idx="170">
                  <c:v>47.5</c:v>
                </c:pt>
                <c:pt idx="171">
                  <c:v>47.75</c:v>
                </c:pt>
                <c:pt idx="172">
                  <c:v>48</c:v>
                </c:pt>
                <c:pt idx="173">
                  <c:v>48.25</c:v>
                </c:pt>
                <c:pt idx="174">
                  <c:v>48.5</c:v>
                </c:pt>
                <c:pt idx="175">
                  <c:v>48.75</c:v>
                </c:pt>
                <c:pt idx="176">
                  <c:v>49</c:v>
                </c:pt>
                <c:pt idx="177">
                  <c:v>49.25</c:v>
                </c:pt>
                <c:pt idx="178">
                  <c:v>49.5</c:v>
                </c:pt>
                <c:pt idx="179">
                  <c:v>49.75</c:v>
                </c:pt>
                <c:pt idx="180">
                  <c:v>50</c:v>
                </c:pt>
              </c:numCache>
            </c:numRef>
          </c:xVal>
          <c:yVal>
            <c:numRef>
              <c:f>Sheet1!$D$2:$D$182</c:f>
              <c:numCache>
                <c:formatCode>General</c:formatCode>
                <c:ptCount val="18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0.00143</c:v>
                </c:pt>
                <c:pt idx="22">
                  <c:v>0.00669</c:v>
                </c:pt>
                <c:pt idx="23">
                  <c:v>0.01622</c:v>
                </c:pt>
                <c:pt idx="24">
                  <c:v>0.03002</c:v>
                </c:pt>
                <c:pt idx="25">
                  <c:v>0.04792</c:v>
                </c:pt>
                <c:pt idx="26">
                  <c:v>0.06968</c:v>
                </c:pt>
                <c:pt idx="27">
                  <c:v>0.09496</c:v>
                </c:pt>
                <c:pt idx="28">
                  <c:v>0.12341</c:v>
                </c:pt>
                <c:pt idx="29">
                  <c:v>0.15467</c:v>
                </c:pt>
                <c:pt idx="30">
                  <c:v>0.18835</c:v>
                </c:pt>
                <c:pt idx="31">
                  <c:v>0.22409</c:v>
                </c:pt>
                <c:pt idx="32">
                  <c:v>0.2615</c:v>
                </c:pt>
                <c:pt idx="33">
                  <c:v>0.30024</c:v>
                </c:pt>
                <c:pt idx="34">
                  <c:v>0.33995</c:v>
                </c:pt>
                <c:pt idx="35">
                  <c:v>0.3803</c:v>
                </c:pt>
                <c:pt idx="36">
                  <c:v>0.42098</c:v>
                </c:pt>
                <c:pt idx="37">
                  <c:v>0.46169</c:v>
                </c:pt>
                <c:pt idx="38">
                  <c:v>0.50214</c:v>
                </c:pt>
                <c:pt idx="39">
                  <c:v>0.54209</c:v>
                </c:pt>
                <c:pt idx="40">
                  <c:v>0.58129</c:v>
                </c:pt>
                <c:pt idx="41">
                  <c:v>0.61953</c:v>
                </c:pt>
                <c:pt idx="42">
                  <c:v>0.6566</c:v>
                </c:pt>
                <c:pt idx="43">
                  <c:v>0.69231</c:v>
                </c:pt>
                <c:pt idx="44">
                  <c:v>0.72652</c:v>
                </c:pt>
                <c:pt idx="45">
                  <c:v>0.75908</c:v>
                </c:pt>
                <c:pt idx="46">
                  <c:v>0.78985</c:v>
                </c:pt>
                <c:pt idx="47">
                  <c:v>0.81873</c:v>
                </c:pt>
                <c:pt idx="48">
                  <c:v>0.84564</c:v>
                </c:pt>
                <c:pt idx="49">
                  <c:v>0.87048</c:v>
                </c:pt>
                <c:pt idx="50">
                  <c:v>0.89321</c:v>
                </c:pt>
                <c:pt idx="51">
                  <c:v>0.91378</c:v>
                </c:pt>
                <c:pt idx="52">
                  <c:v>0.93215</c:v>
                </c:pt>
                <c:pt idx="53">
                  <c:v>0.9483</c:v>
                </c:pt>
                <c:pt idx="54">
                  <c:v>0.96223</c:v>
                </c:pt>
                <c:pt idx="55">
                  <c:v>0.97393</c:v>
                </c:pt>
                <c:pt idx="56">
                  <c:v>0.98343</c:v>
                </c:pt>
                <c:pt idx="57">
                  <c:v>0.99075</c:v>
                </c:pt>
                <c:pt idx="58">
                  <c:v>0.99592</c:v>
                </c:pt>
                <c:pt idx="59">
                  <c:v>0.99899</c:v>
                </c:pt>
                <c:pt idx="60">
                  <c:v>1</c:v>
                </c:pt>
                <c:pt idx="61">
                  <c:v>0.99901</c:v>
                </c:pt>
                <c:pt idx="62">
                  <c:v>0.99608</c:v>
                </c:pt>
                <c:pt idx="63">
                  <c:v>0.99129</c:v>
                </c:pt>
                <c:pt idx="64">
                  <c:v>0.9847</c:v>
                </c:pt>
                <c:pt idx="65">
                  <c:v>0.9764</c:v>
                </c:pt>
                <c:pt idx="66">
                  <c:v>0.96646</c:v>
                </c:pt>
                <c:pt idx="67">
                  <c:v>0.95497</c:v>
                </c:pt>
                <c:pt idx="68">
                  <c:v>0.94202</c:v>
                </c:pt>
                <c:pt idx="69">
                  <c:v>0.92769</c:v>
                </c:pt>
                <c:pt idx="70">
                  <c:v>0.91209</c:v>
                </c:pt>
                <c:pt idx="71">
                  <c:v>0.8953</c:v>
                </c:pt>
                <c:pt idx="72">
                  <c:v>0.8774</c:v>
                </c:pt>
                <c:pt idx="73">
                  <c:v>0.85851</c:v>
                </c:pt>
                <c:pt idx="74">
                  <c:v>0.83871</c:v>
                </c:pt>
                <c:pt idx="75">
                  <c:v>0.81809</c:v>
                </c:pt>
                <c:pt idx="76">
                  <c:v>0.79674</c:v>
                </c:pt>
                <c:pt idx="77">
                  <c:v>0.77476</c:v>
                </c:pt>
                <c:pt idx="78">
                  <c:v>0.75223</c:v>
                </c:pt>
                <c:pt idx="79">
                  <c:v>0.72924</c:v>
                </c:pt>
                <c:pt idx="80">
                  <c:v>0.70587</c:v>
                </c:pt>
                <c:pt idx="81">
                  <c:v>0.6822</c:v>
                </c:pt>
                <c:pt idx="82">
                  <c:v>0.65833</c:v>
                </c:pt>
                <c:pt idx="83">
                  <c:v>0.63431</c:v>
                </c:pt>
                <c:pt idx="84">
                  <c:v>0.61023</c:v>
                </c:pt>
                <c:pt idx="85">
                  <c:v>0.58616</c:v>
                </c:pt>
                <c:pt idx="86">
                  <c:v>0.56216</c:v>
                </c:pt>
                <c:pt idx="87">
                  <c:v>0.5383</c:v>
                </c:pt>
                <c:pt idx="88">
                  <c:v>0.51463</c:v>
                </c:pt>
                <c:pt idx="89">
                  <c:v>0.49122</c:v>
                </c:pt>
                <c:pt idx="90">
                  <c:v>0.46812</c:v>
                </c:pt>
                <c:pt idx="91">
                  <c:v>0.44538</c:v>
                </c:pt>
                <c:pt idx="92">
                  <c:v>0.42305</c:v>
                </c:pt>
                <c:pt idx="93">
                  <c:v>0.40116</c:v>
                </c:pt>
                <c:pt idx="94">
                  <c:v>0.37975</c:v>
                </c:pt>
                <c:pt idx="95">
                  <c:v>0.35887</c:v>
                </c:pt>
                <c:pt idx="96">
                  <c:v>0.33854</c:v>
                </c:pt>
                <c:pt idx="97">
                  <c:v>0.31879</c:v>
                </c:pt>
                <c:pt idx="98">
                  <c:v>0.29964</c:v>
                </c:pt>
                <c:pt idx="99">
                  <c:v>0.28112</c:v>
                </c:pt>
                <c:pt idx="100">
                  <c:v>0.26325</c:v>
                </c:pt>
                <c:pt idx="101">
                  <c:v>0.24603</c:v>
                </c:pt>
                <c:pt idx="102">
                  <c:v>0.22948</c:v>
                </c:pt>
                <c:pt idx="103">
                  <c:v>0.21361</c:v>
                </c:pt>
                <c:pt idx="104">
                  <c:v>0.19842</c:v>
                </c:pt>
                <c:pt idx="105">
                  <c:v>0.18391</c:v>
                </c:pt>
                <c:pt idx="106">
                  <c:v>0.17009</c:v>
                </c:pt>
                <c:pt idx="107">
                  <c:v>0.15695</c:v>
                </c:pt>
                <c:pt idx="108">
                  <c:v>0.14449</c:v>
                </c:pt>
                <c:pt idx="109">
                  <c:v>0.1327</c:v>
                </c:pt>
                <c:pt idx="110">
                  <c:v>0.12157</c:v>
                </c:pt>
                <c:pt idx="111">
                  <c:v>0.11108</c:v>
                </c:pt>
                <c:pt idx="112">
                  <c:v>0.10123</c:v>
                </c:pt>
                <c:pt idx="113">
                  <c:v>0.09201</c:v>
                </c:pt>
                <c:pt idx="114">
                  <c:v>0.08338</c:v>
                </c:pt>
                <c:pt idx="115">
                  <c:v>0.07534</c:v>
                </c:pt>
                <c:pt idx="116">
                  <c:v>0.06786</c:v>
                </c:pt>
                <c:pt idx="117">
                  <c:v>0.06094</c:v>
                </c:pt>
                <c:pt idx="118">
                  <c:v>0.05453</c:v>
                </c:pt>
                <c:pt idx="119">
                  <c:v>0.04863</c:v>
                </c:pt>
                <c:pt idx="120">
                  <c:v>0.04321</c:v>
                </c:pt>
                <c:pt idx="121">
                  <c:v>0.03825</c:v>
                </c:pt>
                <c:pt idx="122">
                  <c:v>0.03373</c:v>
                </c:pt>
                <c:pt idx="123">
                  <c:v>0.02961</c:v>
                </c:pt>
                <c:pt idx="124">
                  <c:v>0.02589</c:v>
                </c:pt>
                <c:pt idx="125">
                  <c:v>0.02253</c:v>
                </c:pt>
                <c:pt idx="126">
                  <c:v>0.01951</c:v>
                </c:pt>
                <c:pt idx="127">
                  <c:v>0.0168</c:v>
                </c:pt>
                <c:pt idx="128">
                  <c:v>0.0144</c:v>
                </c:pt>
                <c:pt idx="129">
                  <c:v>0.01226</c:v>
                </c:pt>
                <c:pt idx="130">
                  <c:v>0.01038</c:v>
                </c:pt>
                <c:pt idx="131">
                  <c:v>0.00873</c:v>
                </c:pt>
                <c:pt idx="132">
                  <c:v>0.00729</c:v>
                </c:pt>
                <c:pt idx="133">
                  <c:v>0.00605</c:v>
                </c:pt>
                <c:pt idx="134">
                  <c:v>0.00497</c:v>
                </c:pt>
                <c:pt idx="135">
                  <c:v>0.00405</c:v>
                </c:pt>
                <c:pt idx="136">
                  <c:v>0.00328</c:v>
                </c:pt>
                <c:pt idx="137">
                  <c:v>0.00262</c:v>
                </c:pt>
                <c:pt idx="138">
                  <c:v>0.00207</c:v>
                </c:pt>
                <c:pt idx="139">
                  <c:v>0.00162</c:v>
                </c:pt>
                <c:pt idx="140">
                  <c:v>0.00125</c:v>
                </c:pt>
                <c:pt idx="141">
                  <c:v>0.00095</c:v>
                </c:pt>
                <c:pt idx="142">
                  <c:v>0.00071</c:v>
                </c:pt>
                <c:pt idx="143">
                  <c:v>0.00052</c:v>
                </c:pt>
                <c:pt idx="144">
                  <c:v>0.00038</c:v>
                </c:pt>
                <c:pt idx="145">
                  <c:v>0.00026</c:v>
                </c:pt>
                <c:pt idx="146">
                  <c:v>0.00018</c:v>
                </c:pt>
                <c:pt idx="147">
                  <c:v>0.00012</c:v>
                </c:pt>
                <c:pt idx="148">
                  <c:v>0.00008</c:v>
                </c:pt>
                <c:pt idx="149">
                  <c:v>0.00005</c:v>
                </c:pt>
                <c:pt idx="150">
                  <c:v>0.00003</c:v>
                </c:pt>
                <c:pt idx="151">
                  <c:v>0.00002</c:v>
                </c:pt>
                <c:pt idx="152">
                  <c:v>0.00001</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0"/>
          <c:min val="5"/>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5"/>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BETA_GENERAL α / β / 0 / 700 miles de S/</a:t>
            </a:r>
          </a:p>
        </c:rich>
      </c:tx>
      <c:layout/>
      <c:overlay val="0"/>
    </c:title>
    <c:autoTitleDeleted val="0"/>
    <c:plotArea>
      <c:layout/>
      <c:scatterChart>
        <c:scatterStyle val="lineMarker"/>
        <c:varyColors val="0"/>
        <c:ser>
          <c:idx val="0"/>
          <c:order val="0"/>
          <c:tx>
            <c:strRef>
              <c:f>Sheet1!$B$1</c:f>
              <c:strCache>
                <c:ptCount val="1"/>
                <c:pt idx="0">
                  <c:v>α=2, β=5</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Sheet1!$A$2:$A$282</c:f>
              <c:numCache>
                <c:formatCode>General</c:formatCode>
                <c:ptCount val="281"/>
                <c:pt idx="0">
                  <c:v>0</c:v>
                </c:pt>
                <c:pt idx="1">
                  <c:v>2.5</c:v>
                </c:pt>
                <c:pt idx="2">
                  <c:v>5</c:v>
                </c:pt>
                <c:pt idx="3">
                  <c:v>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pt idx="41">
                  <c:v>102.5</c:v>
                </c:pt>
                <c:pt idx="42">
                  <c:v>105</c:v>
                </c:pt>
                <c:pt idx="43">
                  <c:v>107.5</c:v>
                </c:pt>
                <c:pt idx="44">
                  <c:v>110</c:v>
                </c:pt>
                <c:pt idx="45">
                  <c:v>112.5</c:v>
                </c:pt>
                <c:pt idx="46">
                  <c:v>115</c:v>
                </c:pt>
                <c:pt idx="47">
                  <c:v>117.5</c:v>
                </c:pt>
                <c:pt idx="48">
                  <c:v>120</c:v>
                </c:pt>
                <c:pt idx="49">
                  <c:v>122.5</c:v>
                </c:pt>
                <c:pt idx="50">
                  <c:v>125</c:v>
                </c:pt>
                <c:pt idx="51">
                  <c:v>127.5</c:v>
                </c:pt>
                <c:pt idx="52">
                  <c:v>130</c:v>
                </c:pt>
                <c:pt idx="53">
                  <c:v>132.5</c:v>
                </c:pt>
                <c:pt idx="54">
                  <c:v>135</c:v>
                </c:pt>
                <c:pt idx="55">
                  <c:v>137.5</c:v>
                </c:pt>
                <c:pt idx="56">
                  <c:v>140</c:v>
                </c:pt>
                <c:pt idx="57">
                  <c:v>142.5</c:v>
                </c:pt>
                <c:pt idx="58">
                  <c:v>145</c:v>
                </c:pt>
                <c:pt idx="59">
                  <c:v>147.5</c:v>
                </c:pt>
                <c:pt idx="60">
                  <c:v>150</c:v>
                </c:pt>
                <c:pt idx="61">
                  <c:v>152.5</c:v>
                </c:pt>
                <c:pt idx="62">
                  <c:v>155</c:v>
                </c:pt>
                <c:pt idx="63">
                  <c:v>157.5</c:v>
                </c:pt>
                <c:pt idx="64">
                  <c:v>160</c:v>
                </c:pt>
                <c:pt idx="65">
                  <c:v>162.5</c:v>
                </c:pt>
                <c:pt idx="66">
                  <c:v>165</c:v>
                </c:pt>
                <c:pt idx="67">
                  <c:v>167.5</c:v>
                </c:pt>
                <c:pt idx="68">
                  <c:v>170</c:v>
                </c:pt>
                <c:pt idx="69">
                  <c:v>172.5</c:v>
                </c:pt>
                <c:pt idx="70">
                  <c:v>175</c:v>
                </c:pt>
                <c:pt idx="71">
                  <c:v>177.5</c:v>
                </c:pt>
                <c:pt idx="72">
                  <c:v>180</c:v>
                </c:pt>
                <c:pt idx="73">
                  <c:v>182.5</c:v>
                </c:pt>
                <c:pt idx="74">
                  <c:v>185</c:v>
                </c:pt>
                <c:pt idx="75">
                  <c:v>187.5</c:v>
                </c:pt>
                <c:pt idx="76">
                  <c:v>190</c:v>
                </c:pt>
                <c:pt idx="77">
                  <c:v>192.5</c:v>
                </c:pt>
                <c:pt idx="78">
                  <c:v>195</c:v>
                </c:pt>
                <c:pt idx="79">
                  <c:v>197.5</c:v>
                </c:pt>
                <c:pt idx="80">
                  <c:v>200</c:v>
                </c:pt>
                <c:pt idx="81">
                  <c:v>202.5</c:v>
                </c:pt>
                <c:pt idx="82">
                  <c:v>205</c:v>
                </c:pt>
                <c:pt idx="83">
                  <c:v>207.5</c:v>
                </c:pt>
                <c:pt idx="84">
                  <c:v>210</c:v>
                </c:pt>
                <c:pt idx="85">
                  <c:v>212.5</c:v>
                </c:pt>
                <c:pt idx="86">
                  <c:v>215</c:v>
                </c:pt>
                <c:pt idx="87">
                  <c:v>217.5</c:v>
                </c:pt>
                <c:pt idx="88">
                  <c:v>220</c:v>
                </c:pt>
                <c:pt idx="89">
                  <c:v>222.5</c:v>
                </c:pt>
                <c:pt idx="90">
                  <c:v>225</c:v>
                </c:pt>
                <c:pt idx="91">
                  <c:v>227.5</c:v>
                </c:pt>
                <c:pt idx="92">
                  <c:v>230</c:v>
                </c:pt>
                <c:pt idx="93">
                  <c:v>232.5</c:v>
                </c:pt>
                <c:pt idx="94">
                  <c:v>235</c:v>
                </c:pt>
                <c:pt idx="95">
                  <c:v>237.5</c:v>
                </c:pt>
                <c:pt idx="96">
                  <c:v>240</c:v>
                </c:pt>
                <c:pt idx="97">
                  <c:v>242.5</c:v>
                </c:pt>
                <c:pt idx="98">
                  <c:v>245</c:v>
                </c:pt>
                <c:pt idx="99">
                  <c:v>247.5</c:v>
                </c:pt>
                <c:pt idx="100">
                  <c:v>250</c:v>
                </c:pt>
                <c:pt idx="101">
                  <c:v>252.5</c:v>
                </c:pt>
                <c:pt idx="102">
                  <c:v>255</c:v>
                </c:pt>
                <c:pt idx="103">
                  <c:v>257.5</c:v>
                </c:pt>
                <c:pt idx="104">
                  <c:v>260</c:v>
                </c:pt>
                <c:pt idx="105">
                  <c:v>262.5</c:v>
                </c:pt>
                <c:pt idx="106">
                  <c:v>265</c:v>
                </c:pt>
                <c:pt idx="107">
                  <c:v>267.5</c:v>
                </c:pt>
                <c:pt idx="108">
                  <c:v>270</c:v>
                </c:pt>
                <c:pt idx="109">
                  <c:v>272.5</c:v>
                </c:pt>
                <c:pt idx="110">
                  <c:v>275</c:v>
                </c:pt>
                <c:pt idx="111">
                  <c:v>277.5</c:v>
                </c:pt>
                <c:pt idx="112">
                  <c:v>280</c:v>
                </c:pt>
                <c:pt idx="113">
                  <c:v>282.5</c:v>
                </c:pt>
                <c:pt idx="114">
                  <c:v>285</c:v>
                </c:pt>
                <c:pt idx="115">
                  <c:v>287.5</c:v>
                </c:pt>
                <c:pt idx="116">
                  <c:v>290</c:v>
                </c:pt>
                <c:pt idx="117">
                  <c:v>292.5</c:v>
                </c:pt>
                <c:pt idx="118">
                  <c:v>295</c:v>
                </c:pt>
                <c:pt idx="119">
                  <c:v>297.5</c:v>
                </c:pt>
                <c:pt idx="120">
                  <c:v>300</c:v>
                </c:pt>
                <c:pt idx="121">
                  <c:v>302.5</c:v>
                </c:pt>
                <c:pt idx="122">
                  <c:v>305</c:v>
                </c:pt>
                <c:pt idx="123">
                  <c:v>307.5</c:v>
                </c:pt>
                <c:pt idx="124">
                  <c:v>310</c:v>
                </c:pt>
                <c:pt idx="125">
                  <c:v>312.5</c:v>
                </c:pt>
                <c:pt idx="126">
                  <c:v>315</c:v>
                </c:pt>
                <c:pt idx="127">
                  <c:v>317.5</c:v>
                </c:pt>
                <c:pt idx="128">
                  <c:v>320</c:v>
                </c:pt>
                <c:pt idx="129">
                  <c:v>322.5</c:v>
                </c:pt>
                <c:pt idx="130">
                  <c:v>325</c:v>
                </c:pt>
                <c:pt idx="131">
                  <c:v>327.5</c:v>
                </c:pt>
                <c:pt idx="132">
                  <c:v>330</c:v>
                </c:pt>
                <c:pt idx="133">
                  <c:v>332.5</c:v>
                </c:pt>
                <c:pt idx="134">
                  <c:v>335</c:v>
                </c:pt>
                <c:pt idx="135">
                  <c:v>337.5</c:v>
                </c:pt>
                <c:pt idx="136">
                  <c:v>340</c:v>
                </c:pt>
                <c:pt idx="137">
                  <c:v>342.5</c:v>
                </c:pt>
                <c:pt idx="138">
                  <c:v>345</c:v>
                </c:pt>
                <c:pt idx="139">
                  <c:v>347.5</c:v>
                </c:pt>
                <c:pt idx="140">
                  <c:v>350</c:v>
                </c:pt>
                <c:pt idx="141">
                  <c:v>352.5</c:v>
                </c:pt>
                <c:pt idx="142">
                  <c:v>355</c:v>
                </c:pt>
                <c:pt idx="143">
                  <c:v>357.5</c:v>
                </c:pt>
                <c:pt idx="144">
                  <c:v>360</c:v>
                </c:pt>
                <c:pt idx="145">
                  <c:v>362.5</c:v>
                </c:pt>
                <c:pt idx="146">
                  <c:v>365</c:v>
                </c:pt>
                <c:pt idx="147">
                  <c:v>367.5</c:v>
                </c:pt>
                <c:pt idx="148">
                  <c:v>370</c:v>
                </c:pt>
                <c:pt idx="149">
                  <c:v>372.5</c:v>
                </c:pt>
                <c:pt idx="150">
                  <c:v>375</c:v>
                </c:pt>
                <c:pt idx="151">
                  <c:v>377.5</c:v>
                </c:pt>
                <c:pt idx="152">
                  <c:v>380</c:v>
                </c:pt>
                <c:pt idx="153">
                  <c:v>382.5</c:v>
                </c:pt>
                <c:pt idx="154">
                  <c:v>385</c:v>
                </c:pt>
                <c:pt idx="155">
                  <c:v>387.5</c:v>
                </c:pt>
                <c:pt idx="156">
                  <c:v>390</c:v>
                </c:pt>
                <c:pt idx="157">
                  <c:v>392.5</c:v>
                </c:pt>
                <c:pt idx="158">
                  <c:v>395</c:v>
                </c:pt>
                <c:pt idx="159">
                  <c:v>397.5</c:v>
                </c:pt>
                <c:pt idx="160">
                  <c:v>400</c:v>
                </c:pt>
                <c:pt idx="161">
                  <c:v>402.5</c:v>
                </c:pt>
                <c:pt idx="162">
                  <c:v>405</c:v>
                </c:pt>
                <c:pt idx="163">
                  <c:v>407.5</c:v>
                </c:pt>
                <c:pt idx="164">
                  <c:v>410</c:v>
                </c:pt>
                <c:pt idx="165">
                  <c:v>412.5</c:v>
                </c:pt>
                <c:pt idx="166">
                  <c:v>415</c:v>
                </c:pt>
                <c:pt idx="167">
                  <c:v>417.5</c:v>
                </c:pt>
                <c:pt idx="168">
                  <c:v>420</c:v>
                </c:pt>
                <c:pt idx="169">
                  <c:v>422.5</c:v>
                </c:pt>
                <c:pt idx="170">
                  <c:v>425</c:v>
                </c:pt>
                <c:pt idx="171">
                  <c:v>427.5</c:v>
                </c:pt>
                <c:pt idx="172">
                  <c:v>430</c:v>
                </c:pt>
                <c:pt idx="173">
                  <c:v>432.5</c:v>
                </c:pt>
                <c:pt idx="174">
                  <c:v>435</c:v>
                </c:pt>
                <c:pt idx="175">
                  <c:v>437.5</c:v>
                </c:pt>
                <c:pt idx="176">
                  <c:v>440</c:v>
                </c:pt>
                <c:pt idx="177">
                  <c:v>442.5</c:v>
                </c:pt>
                <c:pt idx="178">
                  <c:v>445</c:v>
                </c:pt>
                <c:pt idx="179">
                  <c:v>447.5</c:v>
                </c:pt>
                <c:pt idx="180">
                  <c:v>450</c:v>
                </c:pt>
                <c:pt idx="181">
                  <c:v>452.5</c:v>
                </c:pt>
                <c:pt idx="182">
                  <c:v>455</c:v>
                </c:pt>
                <c:pt idx="183">
                  <c:v>457.5</c:v>
                </c:pt>
                <c:pt idx="184">
                  <c:v>460</c:v>
                </c:pt>
                <c:pt idx="185">
                  <c:v>462.5</c:v>
                </c:pt>
                <c:pt idx="186">
                  <c:v>465</c:v>
                </c:pt>
                <c:pt idx="187">
                  <c:v>467.5</c:v>
                </c:pt>
                <c:pt idx="188">
                  <c:v>470</c:v>
                </c:pt>
                <c:pt idx="189">
                  <c:v>472.5</c:v>
                </c:pt>
                <c:pt idx="190">
                  <c:v>475</c:v>
                </c:pt>
                <c:pt idx="191">
                  <c:v>477.5</c:v>
                </c:pt>
                <c:pt idx="192">
                  <c:v>480</c:v>
                </c:pt>
                <c:pt idx="193">
                  <c:v>482.5</c:v>
                </c:pt>
                <c:pt idx="194">
                  <c:v>485</c:v>
                </c:pt>
                <c:pt idx="195">
                  <c:v>487.5</c:v>
                </c:pt>
                <c:pt idx="196">
                  <c:v>490</c:v>
                </c:pt>
                <c:pt idx="197">
                  <c:v>492.5</c:v>
                </c:pt>
                <c:pt idx="198">
                  <c:v>495</c:v>
                </c:pt>
                <c:pt idx="199">
                  <c:v>497.5</c:v>
                </c:pt>
                <c:pt idx="200">
                  <c:v>500</c:v>
                </c:pt>
                <c:pt idx="201">
                  <c:v>502.5</c:v>
                </c:pt>
                <c:pt idx="202">
                  <c:v>505</c:v>
                </c:pt>
                <c:pt idx="203">
                  <c:v>507.5</c:v>
                </c:pt>
                <c:pt idx="204">
                  <c:v>510</c:v>
                </c:pt>
                <c:pt idx="205">
                  <c:v>512.5</c:v>
                </c:pt>
                <c:pt idx="206">
                  <c:v>515</c:v>
                </c:pt>
                <c:pt idx="207">
                  <c:v>517.5</c:v>
                </c:pt>
                <c:pt idx="208">
                  <c:v>520</c:v>
                </c:pt>
                <c:pt idx="209">
                  <c:v>522.5</c:v>
                </c:pt>
                <c:pt idx="210">
                  <c:v>525</c:v>
                </c:pt>
                <c:pt idx="211">
                  <c:v>527.5</c:v>
                </c:pt>
                <c:pt idx="212">
                  <c:v>530</c:v>
                </c:pt>
                <c:pt idx="213">
                  <c:v>532.5</c:v>
                </c:pt>
                <c:pt idx="214">
                  <c:v>535</c:v>
                </c:pt>
                <c:pt idx="215">
                  <c:v>537.5</c:v>
                </c:pt>
                <c:pt idx="216">
                  <c:v>540</c:v>
                </c:pt>
                <c:pt idx="217">
                  <c:v>542.5</c:v>
                </c:pt>
                <c:pt idx="218">
                  <c:v>545</c:v>
                </c:pt>
                <c:pt idx="219">
                  <c:v>547.5</c:v>
                </c:pt>
                <c:pt idx="220">
                  <c:v>550</c:v>
                </c:pt>
                <c:pt idx="221">
                  <c:v>552.5</c:v>
                </c:pt>
                <c:pt idx="222">
                  <c:v>555</c:v>
                </c:pt>
                <c:pt idx="223">
                  <c:v>557.5</c:v>
                </c:pt>
                <c:pt idx="224">
                  <c:v>560</c:v>
                </c:pt>
                <c:pt idx="225">
                  <c:v>562.5</c:v>
                </c:pt>
                <c:pt idx="226">
                  <c:v>565</c:v>
                </c:pt>
                <c:pt idx="227">
                  <c:v>567.5</c:v>
                </c:pt>
                <c:pt idx="228">
                  <c:v>570</c:v>
                </c:pt>
                <c:pt idx="229">
                  <c:v>572.5</c:v>
                </c:pt>
                <c:pt idx="230">
                  <c:v>575</c:v>
                </c:pt>
                <c:pt idx="231">
                  <c:v>577.5</c:v>
                </c:pt>
                <c:pt idx="232">
                  <c:v>580</c:v>
                </c:pt>
                <c:pt idx="233">
                  <c:v>582.5</c:v>
                </c:pt>
                <c:pt idx="234">
                  <c:v>585</c:v>
                </c:pt>
                <c:pt idx="235">
                  <c:v>587.5</c:v>
                </c:pt>
                <c:pt idx="236">
                  <c:v>590</c:v>
                </c:pt>
                <c:pt idx="237">
                  <c:v>592.5</c:v>
                </c:pt>
                <c:pt idx="238">
                  <c:v>595</c:v>
                </c:pt>
                <c:pt idx="239">
                  <c:v>597.5</c:v>
                </c:pt>
                <c:pt idx="240">
                  <c:v>600</c:v>
                </c:pt>
                <c:pt idx="241">
                  <c:v>602.5</c:v>
                </c:pt>
                <c:pt idx="242">
                  <c:v>605</c:v>
                </c:pt>
                <c:pt idx="243">
                  <c:v>607.5</c:v>
                </c:pt>
                <c:pt idx="244">
                  <c:v>610</c:v>
                </c:pt>
                <c:pt idx="245">
                  <c:v>612.5</c:v>
                </c:pt>
                <c:pt idx="246">
                  <c:v>615</c:v>
                </c:pt>
                <c:pt idx="247">
                  <c:v>617.5</c:v>
                </c:pt>
                <c:pt idx="248">
                  <c:v>620</c:v>
                </c:pt>
                <c:pt idx="249">
                  <c:v>622.5</c:v>
                </c:pt>
                <c:pt idx="250">
                  <c:v>625</c:v>
                </c:pt>
                <c:pt idx="251">
                  <c:v>627.5</c:v>
                </c:pt>
                <c:pt idx="252">
                  <c:v>630</c:v>
                </c:pt>
                <c:pt idx="253">
                  <c:v>632.5</c:v>
                </c:pt>
                <c:pt idx="254">
                  <c:v>635</c:v>
                </c:pt>
                <c:pt idx="255">
                  <c:v>637.5</c:v>
                </c:pt>
                <c:pt idx="256">
                  <c:v>640</c:v>
                </c:pt>
                <c:pt idx="257">
                  <c:v>642.5</c:v>
                </c:pt>
                <c:pt idx="258">
                  <c:v>645</c:v>
                </c:pt>
                <c:pt idx="259">
                  <c:v>647.5</c:v>
                </c:pt>
                <c:pt idx="260">
                  <c:v>650</c:v>
                </c:pt>
                <c:pt idx="261">
                  <c:v>652.5</c:v>
                </c:pt>
                <c:pt idx="262">
                  <c:v>655</c:v>
                </c:pt>
                <c:pt idx="263">
                  <c:v>657.5</c:v>
                </c:pt>
                <c:pt idx="264">
                  <c:v>660</c:v>
                </c:pt>
                <c:pt idx="265">
                  <c:v>662.5</c:v>
                </c:pt>
                <c:pt idx="266">
                  <c:v>665</c:v>
                </c:pt>
                <c:pt idx="267">
                  <c:v>667.5</c:v>
                </c:pt>
                <c:pt idx="268">
                  <c:v>670</c:v>
                </c:pt>
                <c:pt idx="269">
                  <c:v>672.5</c:v>
                </c:pt>
                <c:pt idx="270">
                  <c:v>675</c:v>
                </c:pt>
                <c:pt idx="271">
                  <c:v>677.5</c:v>
                </c:pt>
                <c:pt idx="272">
                  <c:v>680</c:v>
                </c:pt>
                <c:pt idx="273">
                  <c:v>682.5</c:v>
                </c:pt>
                <c:pt idx="274">
                  <c:v>685</c:v>
                </c:pt>
                <c:pt idx="275">
                  <c:v>687.5</c:v>
                </c:pt>
                <c:pt idx="276">
                  <c:v>690</c:v>
                </c:pt>
                <c:pt idx="277">
                  <c:v>692.5</c:v>
                </c:pt>
                <c:pt idx="278">
                  <c:v>695</c:v>
                </c:pt>
                <c:pt idx="279">
                  <c:v>697.5</c:v>
                </c:pt>
                <c:pt idx="280">
                  <c:v>700</c:v>
                </c:pt>
              </c:numCache>
            </c:numRef>
          </c:xVal>
          <c:yVal>
            <c:numRef>
              <c:f>Sheet1!$B$2:$B$282</c:f>
              <c:numCache>
                <c:formatCode>General</c:formatCode>
                <c:ptCount val="281"/>
                <c:pt idx="0">
                  <c:v>0</c:v>
                </c:pt>
                <c:pt idx="1">
                  <c:v>0.04298</c:v>
                </c:pt>
                <c:pt idx="2">
                  <c:v>0.08473</c:v>
                </c:pt>
                <c:pt idx="3">
                  <c:v>0.12527</c:v>
                </c:pt>
                <c:pt idx="4">
                  <c:v>0.16463</c:v>
                </c:pt>
                <c:pt idx="5">
                  <c:v>0.20282</c:v>
                </c:pt>
                <c:pt idx="6">
                  <c:v>0.23987</c:v>
                </c:pt>
                <c:pt idx="7">
                  <c:v>0.27578</c:v>
                </c:pt>
                <c:pt idx="8">
                  <c:v>0.31059</c:v>
                </c:pt>
                <c:pt idx="9">
                  <c:v>0.3443</c:v>
                </c:pt>
                <c:pt idx="10">
                  <c:v>0.37694</c:v>
                </c:pt>
                <c:pt idx="11">
                  <c:v>0.40853</c:v>
                </c:pt>
                <c:pt idx="12">
                  <c:v>0.43908</c:v>
                </c:pt>
                <c:pt idx="13">
                  <c:v>0.46861</c:v>
                </c:pt>
                <c:pt idx="14">
                  <c:v>0.49714</c:v>
                </c:pt>
                <c:pt idx="15">
                  <c:v>0.52468</c:v>
                </c:pt>
                <c:pt idx="16">
                  <c:v>0.55126</c:v>
                </c:pt>
                <c:pt idx="17">
                  <c:v>0.57689</c:v>
                </c:pt>
                <c:pt idx="18">
                  <c:v>0.60159</c:v>
                </c:pt>
                <c:pt idx="19">
                  <c:v>0.62537</c:v>
                </c:pt>
                <c:pt idx="20">
                  <c:v>0.64825</c:v>
                </c:pt>
                <c:pt idx="21">
                  <c:v>0.67025</c:v>
                </c:pt>
                <c:pt idx="22">
                  <c:v>0.69139</c:v>
                </c:pt>
                <c:pt idx="23">
                  <c:v>0.71167</c:v>
                </c:pt>
                <c:pt idx="24">
                  <c:v>0.73112</c:v>
                </c:pt>
                <c:pt idx="25">
                  <c:v>0.74976</c:v>
                </c:pt>
                <c:pt idx="26">
                  <c:v>0.76759</c:v>
                </c:pt>
                <c:pt idx="27">
                  <c:v>0.78463</c:v>
                </c:pt>
                <c:pt idx="28">
                  <c:v>0.8009</c:v>
                </c:pt>
                <c:pt idx="29">
                  <c:v>0.81642</c:v>
                </c:pt>
                <c:pt idx="30">
                  <c:v>0.83119</c:v>
                </c:pt>
                <c:pt idx="31">
                  <c:v>0.84524</c:v>
                </c:pt>
                <c:pt idx="32">
                  <c:v>0.85857</c:v>
                </c:pt>
                <c:pt idx="33">
                  <c:v>0.87121</c:v>
                </c:pt>
                <c:pt idx="34">
                  <c:v>0.88316</c:v>
                </c:pt>
                <c:pt idx="35">
                  <c:v>0.89444</c:v>
                </c:pt>
                <c:pt idx="36">
                  <c:v>0.90507</c:v>
                </c:pt>
                <c:pt idx="37">
                  <c:v>0.91505</c:v>
                </c:pt>
                <c:pt idx="38">
                  <c:v>0.92441</c:v>
                </c:pt>
                <c:pt idx="39">
                  <c:v>0.93315</c:v>
                </c:pt>
                <c:pt idx="40">
                  <c:v>0.94129</c:v>
                </c:pt>
                <c:pt idx="41">
                  <c:v>0.94885</c:v>
                </c:pt>
                <c:pt idx="42">
                  <c:v>0.95582</c:v>
                </c:pt>
                <c:pt idx="43">
                  <c:v>0.96224</c:v>
                </c:pt>
                <c:pt idx="44">
                  <c:v>0.9681</c:v>
                </c:pt>
                <c:pt idx="45">
                  <c:v>0.97343</c:v>
                </c:pt>
                <c:pt idx="46">
                  <c:v>0.97823</c:v>
                </c:pt>
                <c:pt idx="47">
                  <c:v>0.98252</c:v>
                </c:pt>
                <c:pt idx="48">
                  <c:v>0.98631</c:v>
                </c:pt>
                <c:pt idx="49">
                  <c:v>0.98961</c:v>
                </c:pt>
                <c:pt idx="50">
                  <c:v>0.99243</c:v>
                </c:pt>
                <c:pt idx="51">
                  <c:v>0.99479</c:v>
                </c:pt>
                <c:pt idx="52">
                  <c:v>0.9967</c:v>
                </c:pt>
                <c:pt idx="53">
                  <c:v>0.99816</c:v>
                </c:pt>
                <c:pt idx="54">
                  <c:v>0.99919</c:v>
                </c:pt>
                <c:pt idx="55">
                  <c:v>0.9998</c:v>
                </c:pt>
                <c:pt idx="56">
                  <c:v>1</c:v>
                </c:pt>
                <c:pt idx="57">
                  <c:v>0.9998</c:v>
                </c:pt>
                <c:pt idx="58">
                  <c:v>0.99922</c:v>
                </c:pt>
                <c:pt idx="59">
                  <c:v>0.99825</c:v>
                </c:pt>
                <c:pt idx="60">
                  <c:v>0.99692</c:v>
                </c:pt>
                <c:pt idx="61">
                  <c:v>0.99524</c:v>
                </c:pt>
                <c:pt idx="62">
                  <c:v>0.9932</c:v>
                </c:pt>
                <c:pt idx="63">
                  <c:v>0.99083</c:v>
                </c:pt>
                <c:pt idx="64">
                  <c:v>0.98813</c:v>
                </c:pt>
                <c:pt idx="65">
                  <c:v>0.98512</c:v>
                </c:pt>
                <c:pt idx="66">
                  <c:v>0.98179</c:v>
                </c:pt>
                <c:pt idx="67">
                  <c:v>0.97817</c:v>
                </c:pt>
                <c:pt idx="68">
                  <c:v>0.97425</c:v>
                </c:pt>
                <c:pt idx="69">
                  <c:v>0.97006</c:v>
                </c:pt>
                <c:pt idx="70">
                  <c:v>0.9656</c:v>
                </c:pt>
                <c:pt idx="71">
                  <c:v>0.96087</c:v>
                </c:pt>
                <c:pt idx="72">
                  <c:v>0.95589</c:v>
                </c:pt>
                <c:pt idx="73">
                  <c:v>0.95066</c:v>
                </c:pt>
                <c:pt idx="74">
                  <c:v>0.94519</c:v>
                </c:pt>
                <c:pt idx="75">
                  <c:v>0.9395</c:v>
                </c:pt>
                <c:pt idx="76">
                  <c:v>0.93359</c:v>
                </c:pt>
                <c:pt idx="77">
                  <c:v>0.92746</c:v>
                </c:pt>
                <c:pt idx="78">
                  <c:v>0.92113</c:v>
                </c:pt>
                <c:pt idx="79">
                  <c:v>0.9146</c:v>
                </c:pt>
                <c:pt idx="80">
                  <c:v>0.90788</c:v>
                </c:pt>
                <c:pt idx="81">
                  <c:v>0.90098</c:v>
                </c:pt>
                <c:pt idx="82">
                  <c:v>0.89391</c:v>
                </c:pt>
                <c:pt idx="83">
                  <c:v>0.88667</c:v>
                </c:pt>
                <c:pt idx="84">
                  <c:v>0.87927</c:v>
                </c:pt>
                <c:pt idx="85">
                  <c:v>0.87172</c:v>
                </c:pt>
                <c:pt idx="86">
                  <c:v>0.86402</c:v>
                </c:pt>
                <c:pt idx="87">
                  <c:v>0.85619</c:v>
                </c:pt>
                <c:pt idx="88">
                  <c:v>0.84822</c:v>
                </c:pt>
                <c:pt idx="89">
                  <c:v>0.84012</c:v>
                </c:pt>
                <c:pt idx="90">
                  <c:v>0.83191</c:v>
                </c:pt>
                <c:pt idx="91">
                  <c:v>0.82359</c:v>
                </c:pt>
                <c:pt idx="92">
                  <c:v>0.81515</c:v>
                </c:pt>
                <c:pt idx="93">
                  <c:v>0.80662</c:v>
                </c:pt>
                <c:pt idx="94">
                  <c:v>0.79799</c:v>
                </c:pt>
                <c:pt idx="95">
                  <c:v>0.78928</c:v>
                </c:pt>
                <c:pt idx="96">
                  <c:v>0.78048</c:v>
                </c:pt>
                <c:pt idx="97">
                  <c:v>0.77161</c:v>
                </c:pt>
                <c:pt idx="98">
                  <c:v>0.76266</c:v>
                </c:pt>
                <c:pt idx="99">
                  <c:v>0.75365</c:v>
                </c:pt>
                <c:pt idx="100">
                  <c:v>0.74458</c:v>
                </c:pt>
                <c:pt idx="101">
                  <c:v>0.73545</c:v>
                </c:pt>
                <c:pt idx="102">
                  <c:v>0.72627</c:v>
                </c:pt>
                <c:pt idx="103">
                  <c:v>0.71705</c:v>
                </c:pt>
                <c:pt idx="104">
                  <c:v>0.70779</c:v>
                </c:pt>
                <c:pt idx="105">
                  <c:v>0.69849</c:v>
                </c:pt>
                <c:pt idx="106">
                  <c:v>0.68916</c:v>
                </c:pt>
                <c:pt idx="107">
                  <c:v>0.67981</c:v>
                </c:pt>
                <c:pt idx="108">
                  <c:v>0.67044</c:v>
                </c:pt>
                <c:pt idx="109">
                  <c:v>0.66104</c:v>
                </c:pt>
                <c:pt idx="110">
                  <c:v>0.65164</c:v>
                </c:pt>
                <c:pt idx="111">
                  <c:v>0.64223</c:v>
                </c:pt>
                <c:pt idx="112">
                  <c:v>0.63281</c:v>
                </c:pt>
                <c:pt idx="113">
                  <c:v>0.6234</c:v>
                </c:pt>
                <c:pt idx="114">
                  <c:v>0.61398</c:v>
                </c:pt>
                <c:pt idx="115">
                  <c:v>0.60458</c:v>
                </c:pt>
                <c:pt idx="116">
                  <c:v>0.59519</c:v>
                </c:pt>
                <c:pt idx="117">
                  <c:v>0.58581</c:v>
                </c:pt>
                <c:pt idx="118">
                  <c:v>0.57645</c:v>
                </c:pt>
                <c:pt idx="119">
                  <c:v>0.56711</c:v>
                </c:pt>
                <c:pt idx="120">
                  <c:v>0.5578</c:v>
                </c:pt>
                <c:pt idx="121">
                  <c:v>0.54852</c:v>
                </c:pt>
                <c:pt idx="122">
                  <c:v>0.53927</c:v>
                </c:pt>
                <c:pt idx="123">
                  <c:v>0.53006</c:v>
                </c:pt>
                <c:pt idx="124">
                  <c:v>0.52088</c:v>
                </c:pt>
                <c:pt idx="125">
                  <c:v>0.51175</c:v>
                </c:pt>
                <c:pt idx="126">
                  <c:v>0.50266</c:v>
                </c:pt>
                <c:pt idx="127">
                  <c:v>0.49362</c:v>
                </c:pt>
                <c:pt idx="128">
                  <c:v>0.48462</c:v>
                </c:pt>
                <c:pt idx="129">
                  <c:v>0.47568</c:v>
                </c:pt>
                <c:pt idx="130">
                  <c:v>0.4668</c:v>
                </c:pt>
                <c:pt idx="131">
                  <c:v>0.45797</c:v>
                </c:pt>
                <c:pt idx="132">
                  <c:v>0.4492</c:v>
                </c:pt>
                <c:pt idx="133">
                  <c:v>0.44049</c:v>
                </c:pt>
                <c:pt idx="134">
                  <c:v>0.43185</c:v>
                </c:pt>
                <c:pt idx="135">
                  <c:v>0.42328</c:v>
                </c:pt>
                <c:pt idx="136">
                  <c:v>0.41477</c:v>
                </c:pt>
                <c:pt idx="137">
                  <c:v>0.40634</c:v>
                </c:pt>
                <c:pt idx="138">
                  <c:v>0.39797</c:v>
                </c:pt>
                <c:pt idx="139">
                  <c:v>0.38968</c:v>
                </c:pt>
                <c:pt idx="140">
                  <c:v>0.38147</c:v>
                </c:pt>
                <c:pt idx="141">
                  <c:v>0.37333</c:v>
                </c:pt>
                <c:pt idx="142">
                  <c:v>0.36528</c:v>
                </c:pt>
                <c:pt idx="143">
                  <c:v>0.3573</c:v>
                </c:pt>
                <c:pt idx="144">
                  <c:v>0.34941</c:v>
                </c:pt>
                <c:pt idx="145">
                  <c:v>0.3416</c:v>
                </c:pt>
                <c:pt idx="146">
                  <c:v>0.33388</c:v>
                </c:pt>
                <c:pt idx="147">
                  <c:v>0.32624</c:v>
                </c:pt>
                <c:pt idx="148">
                  <c:v>0.3187</c:v>
                </c:pt>
                <c:pt idx="149">
                  <c:v>0.31124</c:v>
                </c:pt>
                <c:pt idx="150">
                  <c:v>0.30387</c:v>
                </c:pt>
                <c:pt idx="151">
                  <c:v>0.29659</c:v>
                </c:pt>
                <c:pt idx="152">
                  <c:v>0.2894</c:v>
                </c:pt>
                <c:pt idx="153">
                  <c:v>0.28231</c:v>
                </c:pt>
                <c:pt idx="154">
                  <c:v>0.27531</c:v>
                </c:pt>
                <c:pt idx="155">
                  <c:v>0.26841</c:v>
                </c:pt>
                <c:pt idx="156">
                  <c:v>0.2616</c:v>
                </c:pt>
                <c:pt idx="157">
                  <c:v>0.25488</c:v>
                </c:pt>
                <c:pt idx="158">
                  <c:v>0.24827</c:v>
                </c:pt>
                <c:pt idx="159">
                  <c:v>0.24175</c:v>
                </c:pt>
                <c:pt idx="160">
                  <c:v>0.23532</c:v>
                </c:pt>
                <c:pt idx="161">
                  <c:v>0.229</c:v>
                </c:pt>
                <c:pt idx="162">
                  <c:v>0.22277</c:v>
                </c:pt>
                <c:pt idx="163">
                  <c:v>0.21665</c:v>
                </c:pt>
                <c:pt idx="164">
                  <c:v>0.21062</c:v>
                </c:pt>
                <c:pt idx="165">
                  <c:v>0.20469</c:v>
                </c:pt>
                <c:pt idx="166">
                  <c:v>0.19886</c:v>
                </c:pt>
                <c:pt idx="167">
                  <c:v>0.19313</c:v>
                </c:pt>
                <c:pt idx="168">
                  <c:v>0.1875</c:v>
                </c:pt>
                <c:pt idx="169">
                  <c:v>0.18197</c:v>
                </c:pt>
                <c:pt idx="170">
                  <c:v>0.17654</c:v>
                </c:pt>
                <c:pt idx="171">
                  <c:v>0.17121</c:v>
                </c:pt>
                <c:pt idx="172">
                  <c:v>0.16598</c:v>
                </c:pt>
                <c:pt idx="173">
                  <c:v>0.16084</c:v>
                </c:pt>
                <c:pt idx="174">
                  <c:v>0.15581</c:v>
                </c:pt>
                <c:pt idx="175">
                  <c:v>0.15087</c:v>
                </c:pt>
                <c:pt idx="176">
                  <c:v>0.14604</c:v>
                </c:pt>
                <c:pt idx="177">
                  <c:v>0.1413</c:v>
                </c:pt>
                <c:pt idx="178">
                  <c:v>0.13666</c:v>
                </c:pt>
                <c:pt idx="179">
                  <c:v>0.13212</c:v>
                </c:pt>
                <c:pt idx="180">
                  <c:v>0.12767</c:v>
                </c:pt>
                <c:pt idx="181">
                  <c:v>0.12332</c:v>
                </c:pt>
                <c:pt idx="182">
                  <c:v>0.11907</c:v>
                </c:pt>
                <c:pt idx="183">
                  <c:v>0.11491</c:v>
                </c:pt>
                <c:pt idx="184">
                  <c:v>0.11085</c:v>
                </c:pt>
                <c:pt idx="185">
                  <c:v>0.10688</c:v>
                </c:pt>
                <c:pt idx="186">
                  <c:v>0.103</c:v>
                </c:pt>
                <c:pt idx="187">
                  <c:v>0.09922</c:v>
                </c:pt>
                <c:pt idx="188">
                  <c:v>0.09553</c:v>
                </c:pt>
                <c:pt idx="189">
                  <c:v>0.09193</c:v>
                </c:pt>
                <c:pt idx="190">
                  <c:v>0.08842</c:v>
                </c:pt>
                <c:pt idx="191">
                  <c:v>0.085</c:v>
                </c:pt>
                <c:pt idx="192">
                  <c:v>0.08167</c:v>
                </c:pt>
                <c:pt idx="193">
                  <c:v>0.07842</c:v>
                </c:pt>
                <c:pt idx="194">
                  <c:v>0.07527</c:v>
                </c:pt>
                <c:pt idx="195">
                  <c:v>0.0722</c:v>
                </c:pt>
                <c:pt idx="196">
                  <c:v>0.06921</c:v>
                </c:pt>
                <c:pt idx="197">
                  <c:v>0.06631</c:v>
                </c:pt>
                <c:pt idx="198">
                  <c:v>0.0635</c:v>
                </c:pt>
                <c:pt idx="199">
                  <c:v>0.06076</c:v>
                </c:pt>
                <c:pt idx="200">
                  <c:v>0.0581</c:v>
                </c:pt>
                <c:pt idx="201">
                  <c:v>0.05553</c:v>
                </c:pt>
                <c:pt idx="202">
                  <c:v>0.05303</c:v>
                </c:pt>
                <c:pt idx="203">
                  <c:v>0.05061</c:v>
                </c:pt>
                <c:pt idx="204">
                  <c:v>0.04827</c:v>
                </c:pt>
                <c:pt idx="205">
                  <c:v>0.04601</c:v>
                </c:pt>
                <c:pt idx="206">
                  <c:v>0.04381</c:v>
                </c:pt>
                <c:pt idx="207">
                  <c:v>0.04169</c:v>
                </c:pt>
                <c:pt idx="208">
                  <c:v>0.03965</c:v>
                </c:pt>
                <c:pt idx="209">
                  <c:v>0.03767</c:v>
                </c:pt>
                <c:pt idx="210">
                  <c:v>0.03576</c:v>
                </c:pt>
                <c:pt idx="211">
                  <c:v>0.03392</c:v>
                </c:pt>
                <c:pt idx="212">
                  <c:v>0.03215</c:v>
                </c:pt>
                <c:pt idx="213">
                  <c:v>0.03044</c:v>
                </c:pt>
                <c:pt idx="214">
                  <c:v>0.0288</c:v>
                </c:pt>
                <c:pt idx="215">
                  <c:v>0.02722</c:v>
                </c:pt>
                <c:pt idx="216">
                  <c:v>0.0257</c:v>
                </c:pt>
                <c:pt idx="217">
                  <c:v>0.02425</c:v>
                </c:pt>
                <c:pt idx="218">
                  <c:v>0.02285</c:v>
                </c:pt>
                <c:pt idx="219">
                  <c:v>0.02151</c:v>
                </c:pt>
                <c:pt idx="220">
                  <c:v>0.02022</c:v>
                </c:pt>
                <c:pt idx="221">
                  <c:v>0.01899</c:v>
                </c:pt>
                <c:pt idx="222">
                  <c:v>0.01782</c:v>
                </c:pt>
                <c:pt idx="223">
                  <c:v>0.0167</c:v>
                </c:pt>
                <c:pt idx="224">
                  <c:v>0.01562</c:v>
                </c:pt>
                <c:pt idx="225">
                  <c:v>0.0146</c:v>
                </c:pt>
                <c:pt idx="226">
                  <c:v>0.01363</c:v>
                </c:pt>
                <c:pt idx="227">
                  <c:v>0.0127</c:v>
                </c:pt>
                <c:pt idx="228">
                  <c:v>0.01182</c:v>
                </c:pt>
                <c:pt idx="229">
                  <c:v>0.01099</c:v>
                </c:pt>
                <c:pt idx="230">
                  <c:v>0.0102</c:v>
                </c:pt>
                <c:pt idx="231">
                  <c:v>0.00945</c:v>
                </c:pt>
                <c:pt idx="232">
                  <c:v>0.00874</c:v>
                </c:pt>
                <c:pt idx="233">
                  <c:v>0.00806</c:v>
                </c:pt>
                <c:pt idx="234">
                  <c:v>0.00743</c:v>
                </c:pt>
                <c:pt idx="235">
                  <c:v>0.00683</c:v>
                </c:pt>
                <c:pt idx="236">
                  <c:v>0.00627</c:v>
                </c:pt>
                <c:pt idx="237">
                  <c:v>0.00575</c:v>
                </c:pt>
                <c:pt idx="238">
                  <c:v>0.00525</c:v>
                </c:pt>
                <c:pt idx="239">
                  <c:v>0.00479</c:v>
                </c:pt>
                <c:pt idx="240">
                  <c:v>0.00436</c:v>
                </c:pt>
                <c:pt idx="241">
                  <c:v>0.00395</c:v>
                </c:pt>
                <c:pt idx="242">
                  <c:v>0.00358</c:v>
                </c:pt>
                <c:pt idx="243">
                  <c:v>0.00323</c:v>
                </c:pt>
                <c:pt idx="244">
                  <c:v>0.00291</c:v>
                </c:pt>
                <c:pt idx="245">
                  <c:v>0.00261</c:v>
                </c:pt>
                <c:pt idx="246">
                  <c:v>0.00233</c:v>
                </c:pt>
                <c:pt idx="247">
                  <c:v>0.00208</c:v>
                </c:pt>
                <c:pt idx="248">
                  <c:v>0.00184</c:v>
                </c:pt>
                <c:pt idx="249">
                  <c:v>0.00163</c:v>
                </c:pt>
                <c:pt idx="250">
                  <c:v>0.00144</c:v>
                </c:pt>
                <c:pt idx="251">
                  <c:v>0.00126</c:v>
                </c:pt>
                <c:pt idx="252">
                  <c:v>0.0011</c:v>
                </c:pt>
                <c:pt idx="253">
                  <c:v>0.00095</c:v>
                </c:pt>
                <c:pt idx="254">
                  <c:v>0.00082</c:v>
                </c:pt>
                <c:pt idx="255">
                  <c:v>0.00071</c:v>
                </c:pt>
                <c:pt idx="256">
                  <c:v>0.0006</c:v>
                </c:pt>
                <c:pt idx="257">
                  <c:v>0.00051</c:v>
                </c:pt>
                <c:pt idx="258">
                  <c:v>0.00043</c:v>
                </c:pt>
                <c:pt idx="259">
                  <c:v>0.00036</c:v>
                </c:pt>
                <c:pt idx="260">
                  <c:v>0.0003</c:v>
                </c:pt>
                <c:pt idx="261">
                  <c:v>0.00024</c:v>
                </c:pt>
                <c:pt idx="262">
                  <c:v>0.0002</c:v>
                </c:pt>
                <c:pt idx="263">
                  <c:v>0.00016</c:v>
                </c:pt>
                <c:pt idx="264">
                  <c:v>0.00012</c:v>
                </c:pt>
                <c:pt idx="265">
                  <c:v>0.0001</c:v>
                </c:pt>
                <c:pt idx="266">
                  <c:v>0.00007</c:v>
                </c:pt>
                <c:pt idx="267">
                  <c:v>0.00005</c:v>
                </c:pt>
                <c:pt idx="268">
                  <c:v>0.00004</c:v>
                </c:pt>
                <c:pt idx="269">
                  <c:v>0.00003</c:v>
                </c:pt>
                <c:pt idx="270">
                  <c:v>0.00002</c:v>
                </c:pt>
                <c:pt idx="271">
                  <c:v>0.00001</c:v>
                </c:pt>
                <c:pt idx="272">
                  <c:v>0.00001</c:v>
                </c:pt>
                <c:pt idx="273">
                  <c:v>0</c:v>
                </c:pt>
                <c:pt idx="274">
                  <c:v>0</c:v>
                </c:pt>
                <c:pt idx="275">
                  <c:v>0</c:v>
                </c:pt>
                <c:pt idx="276">
                  <c:v>0</c:v>
                </c:pt>
                <c:pt idx="277">
                  <c:v>0</c:v>
                </c:pt>
                <c:pt idx="278">
                  <c:v>0</c:v>
                </c:pt>
                <c:pt idx="279">
                  <c:v>0</c:v>
                </c:pt>
                <c:pt idx="280">
                  <c:v>0</c:v>
                </c:pt>
              </c:numCache>
            </c:numRef>
          </c:yVal>
          <c:smooth val="0"/>
        </c:ser>
        <c:ser>
          <c:idx val="1"/>
          <c:order val="1"/>
          <c:tx>
            <c:strRef>
              <c:f>Sheet1!$C$1</c:f>
              <c:strCache>
                <c:ptCount val="1"/>
                <c:pt idx="0">
                  <c:v>α=5, β=2</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Sheet1!$A$2:$A$282</c:f>
              <c:numCache>
                <c:formatCode>General</c:formatCode>
                <c:ptCount val="281"/>
                <c:pt idx="0">
                  <c:v>0</c:v>
                </c:pt>
                <c:pt idx="1">
                  <c:v>2.5</c:v>
                </c:pt>
                <c:pt idx="2">
                  <c:v>5</c:v>
                </c:pt>
                <c:pt idx="3">
                  <c:v>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pt idx="41">
                  <c:v>102.5</c:v>
                </c:pt>
                <c:pt idx="42">
                  <c:v>105</c:v>
                </c:pt>
                <c:pt idx="43">
                  <c:v>107.5</c:v>
                </c:pt>
                <c:pt idx="44">
                  <c:v>110</c:v>
                </c:pt>
                <c:pt idx="45">
                  <c:v>112.5</c:v>
                </c:pt>
                <c:pt idx="46">
                  <c:v>115</c:v>
                </c:pt>
                <c:pt idx="47">
                  <c:v>117.5</c:v>
                </c:pt>
                <c:pt idx="48">
                  <c:v>120</c:v>
                </c:pt>
                <c:pt idx="49">
                  <c:v>122.5</c:v>
                </c:pt>
                <c:pt idx="50">
                  <c:v>125</c:v>
                </c:pt>
                <c:pt idx="51">
                  <c:v>127.5</c:v>
                </c:pt>
                <c:pt idx="52">
                  <c:v>130</c:v>
                </c:pt>
                <c:pt idx="53">
                  <c:v>132.5</c:v>
                </c:pt>
                <c:pt idx="54">
                  <c:v>135</c:v>
                </c:pt>
                <c:pt idx="55">
                  <c:v>137.5</c:v>
                </c:pt>
                <c:pt idx="56">
                  <c:v>140</c:v>
                </c:pt>
                <c:pt idx="57">
                  <c:v>142.5</c:v>
                </c:pt>
                <c:pt idx="58">
                  <c:v>145</c:v>
                </c:pt>
                <c:pt idx="59">
                  <c:v>147.5</c:v>
                </c:pt>
                <c:pt idx="60">
                  <c:v>150</c:v>
                </c:pt>
                <c:pt idx="61">
                  <c:v>152.5</c:v>
                </c:pt>
                <c:pt idx="62">
                  <c:v>155</c:v>
                </c:pt>
                <c:pt idx="63">
                  <c:v>157.5</c:v>
                </c:pt>
                <c:pt idx="64">
                  <c:v>160</c:v>
                </c:pt>
                <c:pt idx="65">
                  <c:v>162.5</c:v>
                </c:pt>
                <c:pt idx="66">
                  <c:v>165</c:v>
                </c:pt>
                <c:pt idx="67">
                  <c:v>167.5</c:v>
                </c:pt>
                <c:pt idx="68">
                  <c:v>170</c:v>
                </c:pt>
                <c:pt idx="69">
                  <c:v>172.5</c:v>
                </c:pt>
                <c:pt idx="70">
                  <c:v>175</c:v>
                </c:pt>
                <c:pt idx="71">
                  <c:v>177.5</c:v>
                </c:pt>
                <c:pt idx="72">
                  <c:v>180</c:v>
                </c:pt>
                <c:pt idx="73">
                  <c:v>182.5</c:v>
                </c:pt>
                <c:pt idx="74">
                  <c:v>185</c:v>
                </c:pt>
                <c:pt idx="75">
                  <c:v>187.5</c:v>
                </c:pt>
                <c:pt idx="76">
                  <c:v>190</c:v>
                </c:pt>
                <c:pt idx="77">
                  <c:v>192.5</c:v>
                </c:pt>
                <c:pt idx="78">
                  <c:v>195</c:v>
                </c:pt>
                <c:pt idx="79">
                  <c:v>197.5</c:v>
                </c:pt>
                <c:pt idx="80">
                  <c:v>200</c:v>
                </c:pt>
                <c:pt idx="81">
                  <c:v>202.5</c:v>
                </c:pt>
                <c:pt idx="82">
                  <c:v>205</c:v>
                </c:pt>
                <c:pt idx="83">
                  <c:v>207.5</c:v>
                </c:pt>
                <c:pt idx="84">
                  <c:v>210</c:v>
                </c:pt>
                <c:pt idx="85">
                  <c:v>212.5</c:v>
                </c:pt>
                <c:pt idx="86">
                  <c:v>215</c:v>
                </c:pt>
                <c:pt idx="87">
                  <c:v>217.5</c:v>
                </c:pt>
                <c:pt idx="88">
                  <c:v>220</c:v>
                </c:pt>
                <c:pt idx="89">
                  <c:v>222.5</c:v>
                </c:pt>
                <c:pt idx="90">
                  <c:v>225</c:v>
                </c:pt>
                <c:pt idx="91">
                  <c:v>227.5</c:v>
                </c:pt>
                <c:pt idx="92">
                  <c:v>230</c:v>
                </c:pt>
                <c:pt idx="93">
                  <c:v>232.5</c:v>
                </c:pt>
                <c:pt idx="94">
                  <c:v>235</c:v>
                </c:pt>
                <c:pt idx="95">
                  <c:v>237.5</c:v>
                </c:pt>
                <c:pt idx="96">
                  <c:v>240</c:v>
                </c:pt>
                <c:pt idx="97">
                  <c:v>242.5</c:v>
                </c:pt>
                <c:pt idx="98">
                  <c:v>245</c:v>
                </c:pt>
                <c:pt idx="99">
                  <c:v>247.5</c:v>
                </c:pt>
                <c:pt idx="100">
                  <c:v>250</c:v>
                </c:pt>
                <c:pt idx="101">
                  <c:v>252.5</c:v>
                </c:pt>
                <c:pt idx="102">
                  <c:v>255</c:v>
                </c:pt>
                <c:pt idx="103">
                  <c:v>257.5</c:v>
                </c:pt>
                <c:pt idx="104">
                  <c:v>260</c:v>
                </c:pt>
                <c:pt idx="105">
                  <c:v>262.5</c:v>
                </c:pt>
                <c:pt idx="106">
                  <c:v>265</c:v>
                </c:pt>
                <c:pt idx="107">
                  <c:v>267.5</c:v>
                </c:pt>
                <c:pt idx="108">
                  <c:v>270</c:v>
                </c:pt>
                <c:pt idx="109">
                  <c:v>272.5</c:v>
                </c:pt>
                <c:pt idx="110">
                  <c:v>275</c:v>
                </c:pt>
                <c:pt idx="111">
                  <c:v>277.5</c:v>
                </c:pt>
                <c:pt idx="112">
                  <c:v>280</c:v>
                </c:pt>
                <c:pt idx="113">
                  <c:v>282.5</c:v>
                </c:pt>
                <c:pt idx="114">
                  <c:v>285</c:v>
                </c:pt>
                <c:pt idx="115">
                  <c:v>287.5</c:v>
                </c:pt>
                <c:pt idx="116">
                  <c:v>290</c:v>
                </c:pt>
                <c:pt idx="117">
                  <c:v>292.5</c:v>
                </c:pt>
                <c:pt idx="118">
                  <c:v>295</c:v>
                </c:pt>
                <c:pt idx="119">
                  <c:v>297.5</c:v>
                </c:pt>
                <c:pt idx="120">
                  <c:v>300</c:v>
                </c:pt>
                <c:pt idx="121">
                  <c:v>302.5</c:v>
                </c:pt>
                <c:pt idx="122">
                  <c:v>305</c:v>
                </c:pt>
                <c:pt idx="123">
                  <c:v>307.5</c:v>
                </c:pt>
                <c:pt idx="124">
                  <c:v>310</c:v>
                </c:pt>
                <c:pt idx="125">
                  <c:v>312.5</c:v>
                </c:pt>
                <c:pt idx="126">
                  <c:v>315</c:v>
                </c:pt>
                <c:pt idx="127">
                  <c:v>317.5</c:v>
                </c:pt>
                <c:pt idx="128">
                  <c:v>320</c:v>
                </c:pt>
                <c:pt idx="129">
                  <c:v>322.5</c:v>
                </c:pt>
                <c:pt idx="130">
                  <c:v>325</c:v>
                </c:pt>
                <c:pt idx="131">
                  <c:v>327.5</c:v>
                </c:pt>
                <c:pt idx="132">
                  <c:v>330</c:v>
                </c:pt>
                <c:pt idx="133">
                  <c:v>332.5</c:v>
                </c:pt>
                <c:pt idx="134">
                  <c:v>335</c:v>
                </c:pt>
                <c:pt idx="135">
                  <c:v>337.5</c:v>
                </c:pt>
                <c:pt idx="136">
                  <c:v>340</c:v>
                </c:pt>
                <c:pt idx="137">
                  <c:v>342.5</c:v>
                </c:pt>
                <c:pt idx="138">
                  <c:v>345</c:v>
                </c:pt>
                <c:pt idx="139">
                  <c:v>347.5</c:v>
                </c:pt>
                <c:pt idx="140">
                  <c:v>350</c:v>
                </c:pt>
                <c:pt idx="141">
                  <c:v>352.5</c:v>
                </c:pt>
                <c:pt idx="142">
                  <c:v>355</c:v>
                </c:pt>
                <c:pt idx="143">
                  <c:v>357.5</c:v>
                </c:pt>
                <c:pt idx="144">
                  <c:v>360</c:v>
                </c:pt>
                <c:pt idx="145">
                  <c:v>362.5</c:v>
                </c:pt>
                <c:pt idx="146">
                  <c:v>365</c:v>
                </c:pt>
                <c:pt idx="147">
                  <c:v>367.5</c:v>
                </c:pt>
                <c:pt idx="148">
                  <c:v>370</c:v>
                </c:pt>
                <c:pt idx="149">
                  <c:v>372.5</c:v>
                </c:pt>
                <c:pt idx="150">
                  <c:v>375</c:v>
                </c:pt>
                <c:pt idx="151">
                  <c:v>377.5</c:v>
                </c:pt>
                <c:pt idx="152">
                  <c:v>380</c:v>
                </c:pt>
                <c:pt idx="153">
                  <c:v>382.5</c:v>
                </c:pt>
                <c:pt idx="154">
                  <c:v>385</c:v>
                </c:pt>
                <c:pt idx="155">
                  <c:v>387.5</c:v>
                </c:pt>
                <c:pt idx="156">
                  <c:v>390</c:v>
                </c:pt>
                <c:pt idx="157">
                  <c:v>392.5</c:v>
                </c:pt>
                <c:pt idx="158">
                  <c:v>395</c:v>
                </c:pt>
                <c:pt idx="159">
                  <c:v>397.5</c:v>
                </c:pt>
                <c:pt idx="160">
                  <c:v>400</c:v>
                </c:pt>
                <c:pt idx="161">
                  <c:v>402.5</c:v>
                </c:pt>
                <c:pt idx="162">
                  <c:v>405</c:v>
                </c:pt>
                <c:pt idx="163">
                  <c:v>407.5</c:v>
                </c:pt>
                <c:pt idx="164">
                  <c:v>410</c:v>
                </c:pt>
                <c:pt idx="165">
                  <c:v>412.5</c:v>
                </c:pt>
                <c:pt idx="166">
                  <c:v>415</c:v>
                </c:pt>
                <c:pt idx="167">
                  <c:v>417.5</c:v>
                </c:pt>
                <c:pt idx="168">
                  <c:v>420</c:v>
                </c:pt>
                <c:pt idx="169">
                  <c:v>422.5</c:v>
                </c:pt>
                <c:pt idx="170">
                  <c:v>425</c:v>
                </c:pt>
                <c:pt idx="171">
                  <c:v>427.5</c:v>
                </c:pt>
                <c:pt idx="172">
                  <c:v>430</c:v>
                </c:pt>
                <c:pt idx="173">
                  <c:v>432.5</c:v>
                </c:pt>
                <c:pt idx="174">
                  <c:v>435</c:v>
                </c:pt>
                <c:pt idx="175">
                  <c:v>437.5</c:v>
                </c:pt>
                <c:pt idx="176">
                  <c:v>440</c:v>
                </c:pt>
                <c:pt idx="177">
                  <c:v>442.5</c:v>
                </c:pt>
                <c:pt idx="178">
                  <c:v>445</c:v>
                </c:pt>
                <c:pt idx="179">
                  <c:v>447.5</c:v>
                </c:pt>
                <c:pt idx="180">
                  <c:v>450</c:v>
                </c:pt>
                <c:pt idx="181">
                  <c:v>452.5</c:v>
                </c:pt>
                <c:pt idx="182">
                  <c:v>455</c:v>
                </c:pt>
                <c:pt idx="183">
                  <c:v>457.5</c:v>
                </c:pt>
                <c:pt idx="184">
                  <c:v>460</c:v>
                </c:pt>
                <c:pt idx="185">
                  <c:v>462.5</c:v>
                </c:pt>
                <c:pt idx="186">
                  <c:v>465</c:v>
                </c:pt>
                <c:pt idx="187">
                  <c:v>467.5</c:v>
                </c:pt>
                <c:pt idx="188">
                  <c:v>470</c:v>
                </c:pt>
                <c:pt idx="189">
                  <c:v>472.5</c:v>
                </c:pt>
                <c:pt idx="190">
                  <c:v>475</c:v>
                </c:pt>
                <c:pt idx="191">
                  <c:v>477.5</c:v>
                </c:pt>
                <c:pt idx="192">
                  <c:v>480</c:v>
                </c:pt>
                <c:pt idx="193">
                  <c:v>482.5</c:v>
                </c:pt>
                <c:pt idx="194">
                  <c:v>485</c:v>
                </c:pt>
                <c:pt idx="195">
                  <c:v>487.5</c:v>
                </c:pt>
                <c:pt idx="196">
                  <c:v>490</c:v>
                </c:pt>
                <c:pt idx="197">
                  <c:v>492.5</c:v>
                </c:pt>
                <c:pt idx="198">
                  <c:v>495</c:v>
                </c:pt>
                <c:pt idx="199">
                  <c:v>497.5</c:v>
                </c:pt>
                <c:pt idx="200">
                  <c:v>500</c:v>
                </c:pt>
                <c:pt idx="201">
                  <c:v>502.5</c:v>
                </c:pt>
                <c:pt idx="202">
                  <c:v>505</c:v>
                </c:pt>
                <c:pt idx="203">
                  <c:v>507.5</c:v>
                </c:pt>
                <c:pt idx="204">
                  <c:v>510</c:v>
                </c:pt>
                <c:pt idx="205">
                  <c:v>512.5</c:v>
                </c:pt>
                <c:pt idx="206">
                  <c:v>515</c:v>
                </c:pt>
                <c:pt idx="207">
                  <c:v>517.5</c:v>
                </c:pt>
                <c:pt idx="208">
                  <c:v>520</c:v>
                </c:pt>
                <c:pt idx="209">
                  <c:v>522.5</c:v>
                </c:pt>
                <c:pt idx="210">
                  <c:v>525</c:v>
                </c:pt>
                <c:pt idx="211">
                  <c:v>527.5</c:v>
                </c:pt>
                <c:pt idx="212">
                  <c:v>530</c:v>
                </c:pt>
                <c:pt idx="213">
                  <c:v>532.5</c:v>
                </c:pt>
                <c:pt idx="214">
                  <c:v>535</c:v>
                </c:pt>
                <c:pt idx="215">
                  <c:v>537.5</c:v>
                </c:pt>
                <c:pt idx="216">
                  <c:v>540</c:v>
                </c:pt>
                <c:pt idx="217">
                  <c:v>542.5</c:v>
                </c:pt>
                <c:pt idx="218">
                  <c:v>545</c:v>
                </c:pt>
                <c:pt idx="219">
                  <c:v>547.5</c:v>
                </c:pt>
                <c:pt idx="220">
                  <c:v>550</c:v>
                </c:pt>
                <c:pt idx="221">
                  <c:v>552.5</c:v>
                </c:pt>
                <c:pt idx="222">
                  <c:v>555</c:v>
                </c:pt>
                <c:pt idx="223">
                  <c:v>557.5</c:v>
                </c:pt>
                <c:pt idx="224">
                  <c:v>560</c:v>
                </c:pt>
                <c:pt idx="225">
                  <c:v>562.5</c:v>
                </c:pt>
                <c:pt idx="226">
                  <c:v>565</c:v>
                </c:pt>
                <c:pt idx="227">
                  <c:v>567.5</c:v>
                </c:pt>
                <c:pt idx="228">
                  <c:v>570</c:v>
                </c:pt>
                <c:pt idx="229">
                  <c:v>572.5</c:v>
                </c:pt>
                <c:pt idx="230">
                  <c:v>575</c:v>
                </c:pt>
                <c:pt idx="231">
                  <c:v>577.5</c:v>
                </c:pt>
                <c:pt idx="232">
                  <c:v>580</c:v>
                </c:pt>
                <c:pt idx="233">
                  <c:v>582.5</c:v>
                </c:pt>
                <c:pt idx="234">
                  <c:v>585</c:v>
                </c:pt>
                <c:pt idx="235">
                  <c:v>587.5</c:v>
                </c:pt>
                <c:pt idx="236">
                  <c:v>590</c:v>
                </c:pt>
                <c:pt idx="237">
                  <c:v>592.5</c:v>
                </c:pt>
                <c:pt idx="238">
                  <c:v>595</c:v>
                </c:pt>
                <c:pt idx="239">
                  <c:v>597.5</c:v>
                </c:pt>
                <c:pt idx="240">
                  <c:v>600</c:v>
                </c:pt>
                <c:pt idx="241">
                  <c:v>602.5</c:v>
                </c:pt>
                <c:pt idx="242">
                  <c:v>605</c:v>
                </c:pt>
                <c:pt idx="243">
                  <c:v>607.5</c:v>
                </c:pt>
                <c:pt idx="244">
                  <c:v>610</c:v>
                </c:pt>
                <c:pt idx="245">
                  <c:v>612.5</c:v>
                </c:pt>
                <c:pt idx="246">
                  <c:v>615</c:v>
                </c:pt>
                <c:pt idx="247">
                  <c:v>617.5</c:v>
                </c:pt>
                <c:pt idx="248">
                  <c:v>620</c:v>
                </c:pt>
                <c:pt idx="249">
                  <c:v>622.5</c:v>
                </c:pt>
                <c:pt idx="250">
                  <c:v>625</c:v>
                </c:pt>
                <c:pt idx="251">
                  <c:v>627.5</c:v>
                </c:pt>
                <c:pt idx="252">
                  <c:v>630</c:v>
                </c:pt>
                <c:pt idx="253">
                  <c:v>632.5</c:v>
                </c:pt>
                <c:pt idx="254">
                  <c:v>635</c:v>
                </c:pt>
                <c:pt idx="255">
                  <c:v>637.5</c:v>
                </c:pt>
                <c:pt idx="256">
                  <c:v>640</c:v>
                </c:pt>
                <c:pt idx="257">
                  <c:v>642.5</c:v>
                </c:pt>
                <c:pt idx="258">
                  <c:v>645</c:v>
                </c:pt>
                <c:pt idx="259">
                  <c:v>647.5</c:v>
                </c:pt>
                <c:pt idx="260">
                  <c:v>650</c:v>
                </c:pt>
                <c:pt idx="261">
                  <c:v>652.5</c:v>
                </c:pt>
                <c:pt idx="262">
                  <c:v>655</c:v>
                </c:pt>
                <c:pt idx="263">
                  <c:v>657.5</c:v>
                </c:pt>
                <c:pt idx="264">
                  <c:v>660</c:v>
                </c:pt>
                <c:pt idx="265">
                  <c:v>662.5</c:v>
                </c:pt>
                <c:pt idx="266">
                  <c:v>665</c:v>
                </c:pt>
                <c:pt idx="267">
                  <c:v>667.5</c:v>
                </c:pt>
                <c:pt idx="268">
                  <c:v>670</c:v>
                </c:pt>
                <c:pt idx="269">
                  <c:v>672.5</c:v>
                </c:pt>
                <c:pt idx="270">
                  <c:v>675</c:v>
                </c:pt>
                <c:pt idx="271">
                  <c:v>677.5</c:v>
                </c:pt>
                <c:pt idx="272">
                  <c:v>680</c:v>
                </c:pt>
                <c:pt idx="273">
                  <c:v>682.5</c:v>
                </c:pt>
                <c:pt idx="274">
                  <c:v>685</c:v>
                </c:pt>
                <c:pt idx="275">
                  <c:v>687.5</c:v>
                </c:pt>
                <c:pt idx="276">
                  <c:v>690</c:v>
                </c:pt>
                <c:pt idx="277">
                  <c:v>692.5</c:v>
                </c:pt>
                <c:pt idx="278">
                  <c:v>695</c:v>
                </c:pt>
                <c:pt idx="279">
                  <c:v>697.5</c:v>
                </c:pt>
                <c:pt idx="280">
                  <c:v>700</c:v>
                </c:pt>
              </c:numCache>
            </c:numRef>
          </c:xVal>
          <c:yVal>
            <c:numRef>
              <c:f>Sheet1!$C$2:$C$282</c:f>
              <c:numCache>
                <c:formatCode>General</c:formatCode>
                <c:ptCount val="281"/>
                <c:pt idx="0">
                  <c:v>0</c:v>
                </c:pt>
                <c:pt idx="1">
                  <c:v>0</c:v>
                </c:pt>
                <c:pt idx="2">
                  <c:v>0</c:v>
                </c:pt>
                <c:pt idx="3">
                  <c:v>0</c:v>
                </c:pt>
                <c:pt idx="4">
                  <c:v>0</c:v>
                </c:pt>
                <c:pt idx="5">
                  <c:v>0</c:v>
                </c:pt>
                <c:pt idx="6">
                  <c:v>0</c:v>
                </c:pt>
                <c:pt idx="7">
                  <c:v>0</c:v>
                </c:pt>
                <c:pt idx="8">
                  <c:v>0.00001</c:v>
                </c:pt>
                <c:pt idx="9">
                  <c:v>0.00001</c:v>
                </c:pt>
                <c:pt idx="10">
                  <c:v>0.00002</c:v>
                </c:pt>
                <c:pt idx="11">
                  <c:v>0.00003</c:v>
                </c:pt>
                <c:pt idx="12">
                  <c:v>0.00004</c:v>
                </c:pt>
                <c:pt idx="13">
                  <c:v>0.00005</c:v>
                </c:pt>
                <c:pt idx="14">
                  <c:v>0.00007</c:v>
                </c:pt>
                <c:pt idx="15">
                  <c:v>0.0001</c:v>
                </c:pt>
                <c:pt idx="16">
                  <c:v>0.00012</c:v>
                </c:pt>
                <c:pt idx="17">
                  <c:v>0.00016</c:v>
                </c:pt>
                <c:pt idx="18">
                  <c:v>0.0002</c:v>
                </c:pt>
                <c:pt idx="19">
                  <c:v>0.00024</c:v>
                </c:pt>
                <c:pt idx="20">
                  <c:v>0.0003</c:v>
                </c:pt>
                <c:pt idx="21">
                  <c:v>0.00036</c:v>
                </c:pt>
                <c:pt idx="22">
                  <c:v>0.00043</c:v>
                </c:pt>
                <c:pt idx="23">
                  <c:v>0.00051</c:v>
                </c:pt>
                <c:pt idx="24">
                  <c:v>0.0006</c:v>
                </c:pt>
                <c:pt idx="25">
                  <c:v>0.00071</c:v>
                </c:pt>
                <c:pt idx="26">
                  <c:v>0.00082</c:v>
                </c:pt>
                <c:pt idx="27">
                  <c:v>0.00095</c:v>
                </c:pt>
                <c:pt idx="28">
                  <c:v>0.0011</c:v>
                </c:pt>
                <c:pt idx="29">
                  <c:v>0.00126</c:v>
                </c:pt>
                <c:pt idx="30">
                  <c:v>0.00144</c:v>
                </c:pt>
                <c:pt idx="31">
                  <c:v>0.00163</c:v>
                </c:pt>
                <c:pt idx="32">
                  <c:v>0.00184</c:v>
                </c:pt>
                <c:pt idx="33">
                  <c:v>0.00208</c:v>
                </c:pt>
                <c:pt idx="34">
                  <c:v>0.00233</c:v>
                </c:pt>
                <c:pt idx="35">
                  <c:v>0.00261</c:v>
                </c:pt>
                <c:pt idx="36">
                  <c:v>0.00291</c:v>
                </c:pt>
                <c:pt idx="37">
                  <c:v>0.00323</c:v>
                </c:pt>
                <c:pt idx="38">
                  <c:v>0.00358</c:v>
                </c:pt>
                <c:pt idx="39">
                  <c:v>0.00395</c:v>
                </c:pt>
                <c:pt idx="40">
                  <c:v>0.00436</c:v>
                </c:pt>
                <c:pt idx="41">
                  <c:v>0.00479</c:v>
                </c:pt>
                <c:pt idx="42">
                  <c:v>0.00525</c:v>
                </c:pt>
                <c:pt idx="43">
                  <c:v>0.00575</c:v>
                </c:pt>
                <c:pt idx="44">
                  <c:v>0.00627</c:v>
                </c:pt>
                <c:pt idx="45">
                  <c:v>0.00683</c:v>
                </c:pt>
                <c:pt idx="46">
                  <c:v>0.00743</c:v>
                </c:pt>
                <c:pt idx="47">
                  <c:v>0.00806</c:v>
                </c:pt>
                <c:pt idx="48">
                  <c:v>0.00874</c:v>
                </c:pt>
                <c:pt idx="49">
                  <c:v>0.00945</c:v>
                </c:pt>
                <c:pt idx="50">
                  <c:v>0.0102</c:v>
                </c:pt>
                <c:pt idx="51">
                  <c:v>0.01099</c:v>
                </c:pt>
                <c:pt idx="52">
                  <c:v>0.01182</c:v>
                </c:pt>
                <c:pt idx="53">
                  <c:v>0.0127</c:v>
                </c:pt>
                <c:pt idx="54">
                  <c:v>0.01363</c:v>
                </c:pt>
                <c:pt idx="55">
                  <c:v>0.0146</c:v>
                </c:pt>
                <c:pt idx="56">
                  <c:v>0.01563</c:v>
                </c:pt>
                <c:pt idx="57">
                  <c:v>0.0167</c:v>
                </c:pt>
                <c:pt idx="58">
                  <c:v>0.01782</c:v>
                </c:pt>
                <c:pt idx="59">
                  <c:v>0.01899</c:v>
                </c:pt>
                <c:pt idx="60">
                  <c:v>0.02022</c:v>
                </c:pt>
                <c:pt idx="61">
                  <c:v>0.02151</c:v>
                </c:pt>
                <c:pt idx="62">
                  <c:v>0.02285</c:v>
                </c:pt>
                <c:pt idx="63">
                  <c:v>0.02425</c:v>
                </c:pt>
                <c:pt idx="64">
                  <c:v>0.0257</c:v>
                </c:pt>
                <c:pt idx="65">
                  <c:v>0.02722</c:v>
                </c:pt>
                <c:pt idx="66">
                  <c:v>0.0288</c:v>
                </c:pt>
                <c:pt idx="67">
                  <c:v>0.03044</c:v>
                </c:pt>
                <c:pt idx="68">
                  <c:v>0.03215</c:v>
                </c:pt>
                <c:pt idx="69">
                  <c:v>0.03392</c:v>
                </c:pt>
                <c:pt idx="70">
                  <c:v>0.03576</c:v>
                </c:pt>
                <c:pt idx="71">
                  <c:v>0.03767</c:v>
                </c:pt>
                <c:pt idx="72">
                  <c:v>0.03965</c:v>
                </c:pt>
                <c:pt idx="73">
                  <c:v>0.04169</c:v>
                </c:pt>
                <c:pt idx="74">
                  <c:v>0.04381</c:v>
                </c:pt>
                <c:pt idx="75">
                  <c:v>0.04601</c:v>
                </c:pt>
                <c:pt idx="76">
                  <c:v>0.04827</c:v>
                </c:pt>
                <c:pt idx="77">
                  <c:v>0.05061</c:v>
                </c:pt>
                <c:pt idx="78">
                  <c:v>0.05303</c:v>
                </c:pt>
                <c:pt idx="79">
                  <c:v>0.05553</c:v>
                </c:pt>
                <c:pt idx="80">
                  <c:v>0.0581</c:v>
                </c:pt>
                <c:pt idx="81">
                  <c:v>0.06076</c:v>
                </c:pt>
                <c:pt idx="82">
                  <c:v>0.0635</c:v>
                </c:pt>
                <c:pt idx="83">
                  <c:v>0.06631</c:v>
                </c:pt>
                <c:pt idx="84">
                  <c:v>0.06921</c:v>
                </c:pt>
                <c:pt idx="85">
                  <c:v>0.0722</c:v>
                </c:pt>
                <c:pt idx="86">
                  <c:v>0.07527</c:v>
                </c:pt>
                <c:pt idx="87">
                  <c:v>0.07842</c:v>
                </c:pt>
                <c:pt idx="88">
                  <c:v>0.08167</c:v>
                </c:pt>
                <c:pt idx="89">
                  <c:v>0.085</c:v>
                </c:pt>
                <c:pt idx="90">
                  <c:v>0.08842</c:v>
                </c:pt>
                <c:pt idx="91">
                  <c:v>0.09193</c:v>
                </c:pt>
                <c:pt idx="92">
                  <c:v>0.09553</c:v>
                </c:pt>
                <c:pt idx="93">
                  <c:v>0.09922</c:v>
                </c:pt>
                <c:pt idx="94">
                  <c:v>0.103</c:v>
                </c:pt>
                <c:pt idx="95">
                  <c:v>0.10688</c:v>
                </c:pt>
                <c:pt idx="96">
                  <c:v>0.11085</c:v>
                </c:pt>
                <c:pt idx="97">
                  <c:v>0.11491</c:v>
                </c:pt>
                <c:pt idx="98">
                  <c:v>0.11907</c:v>
                </c:pt>
                <c:pt idx="99">
                  <c:v>0.12332</c:v>
                </c:pt>
                <c:pt idx="100">
                  <c:v>0.12767</c:v>
                </c:pt>
                <c:pt idx="101">
                  <c:v>0.13212</c:v>
                </c:pt>
                <c:pt idx="102">
                  <c:v>0.13666</c:v>
                </c:pt>
                <c:pt idx="103">
                  <c:v>0.1413</c:v>
                </c:pt>
                <c:pt idx="104">
                  <c:v>0.14604</c:v>
                </c:pt>
                <c:pt idx="105">
                  <c:v>0.15087</c:v>
                </c:pt>
                <c:pt idx="106">
                  <c:v>0.15581</c:v>
                </c:pt>
                <c:pt idx="107">
                  <c:v>0.16084</c:v>
                </c:pt>
                <c:pt idx="108">
                  <c:v>0.16598</c:v>
                </c:pt>
                <c:pt idx="109">
                  <c:v>0.17121</c:v>
                </c:pt>
                <c:pt idx="110">
                  <c:v>0.17654</c:v>
                </c:pt>
                <c:pt idx="111">
                  <c:v>0.18197</c:v>
                </c:pt>
                <c:pt idx="112">
                  <c:v>0.1875</c:v>
                </c:pt>
                <c:pt idx="113">
                  <c:v>0.19313</c:v>
                </c:pt>
                <c:pt idx="114">
                  <c:v>0.19886</c:v>
                </c:pt>
                <c:pt idx="115">
                  <c:v>0.20469</c:v>
                </c:pt>
                <c:pt idx="116">
                  <c:v>0.21062</c:v>
                </c:pt>
                <c:pt idx="117">
                  <c:v>0.21665</c:v>
                </c:pt>
                <c:pt idx="118">
                  <c:v>0.22277</c:v>
                </c:pt>
                <c:pt idx="119">
                  <c:v>0.229</c:v>
                </c:pt>
                <c:pt idx="120">
                  <c:v>0.23532</c:v>
                </c:pt>
                <c:pt idx="121">
                  <c:v>0.24175</c:v>
                </c:pt>
                <c:pt idx="122">
                  <c:v>0.24827</c:v>
                </c:pt>
                <c:pt idx="123">
                  <c:v>0.25488</c:v>
                </c:pt>
                <c:pt idx="124">
                  <c:v>0.2616</c:v>
                </c:pt>
                <c:pt idx="125">
                  <c:v>0.26841</c:v>
                </c:pt>
                <c:pt idx="126">
                  <c:v>0.27531</c:v>
                </c:pt>
                <c:pt idx="127">
                  <c:v>0.28231</c:v>
                </c:pt>
                <c:pt idx="128">
                  <c:v>0.2894</c:v>
                </c:pt>
                <c:pt idx="129">
                  <c:v>0.29659</c:v>
                </c:pt>
                <c:pt idx="130">
                  <c:v>0.30387</c:v>
                </c:pt>
                <c:pt idx="131">
                  <c:v>0.31124</c:v>
                </c:pt>
                <c:pt idx="132">
                  <c:v>0.3187</c:v>
                </c:pt>
                <c:pt idx="133">
                  <c:v>0.32624</c:v>
                </c:pt>
                <c:pt idx="134">
                  <c:v>0.33388</c:v>
                </c:pt>
                <c:pt idx="135">
                  <c:v>0.3416</c:v>
                </c:pt>
                <c:pt idx="136">
                  <c:v>0.34941</c:v>
                </c:pt>
                <c:pt idx="137">
                  <c:v>0.3573</c:v>
                </c:pt>
                <c:pt idx="138">
                  <c:v>0.36528</c:v>
                </c:pt>
                <c:pt idx="139">
                  <c:v>0.37333</c:v>
                </c:pt>
                <c:pt idx="140">
                  <c:v>0.38147</c:v>
                </c:pt>
                <c:pt idx="141">
                  <c:v>0.38968</c:v>
                </c:pt>
                <c:pt idx="142">
                  <c:v>0.39797</c:v>
                </c:pt>
                <c:pt idx="143">
                  <c:v>0.40634</c:v>
                </c:pt>
                <c:pt idx="144">
                  <c:v>0.41477</c:v>
                </c:pt>
                <c:pt idx="145">
                  <c:v>0.42328</c:v>
                </c:pt>
                <c:pt idx="146">
                  <c:v>0.43185</c:v>
                </c:pt>
                <c:pt idx="147">
                  <c:v>0.44049</c:v>
                </c:pt>
                <c:pt idx="148">
                  <c:v>0.4492</c:v>
                </c:pt>
                <c:pt idx="149">
                  <c:v>0.45797</c:v>
                </c:pt>
                <c:pt idx="150">
                  <c:v>0.4668</c:v>
                </c:pt>
                <c:pt idx="151">
                  <c:v>0.47568</c:v>
                </c:pt>
                <c:pt idx="152">
                  <c:v>0.48462</c:v>
                </c:pt>
                <c:pt idx="153">
                  <c:v>0.49362</c:v>
                </c:pt>
                <c:pt idx="154">
                  <c:v>0.50266</c:v>
                </c:pt>
                <c:pt idx="155">
                  <c:v>0.51175</c:v>
                </c:pt>
                <c:pt idx="156">
                  <c:v>0.52088</c:v>
                </c:pt>
                <c:pt idx="157">
                  <c:v>0.53006</c:v>
                </c:pt>
                <c:pt idx="158">
                  <c:v>0.53927</c:v>
                </c:pt>
                <c:pt idx="159">
                  <c:v>0.54852</c:v>
                </c:pt>
                <c:pt idx="160">
                  <c:v>0.5578</c:v>
                </c:pt>
                <c:pt idx="161">
                  <c:v>0.56711</c:v>
                </c:pt>
                <c:pt idx="162">
                  <c:v>0.57645</c:v>
                </c:pt>
                <c:pt idx="163">
                  <c:v>0.58581</c:v>
                </c:pt>
                <c:pt idx="164">
                  <c:v>0.59519</c:v>
                </c:pt>
                <c:pt idx="165">
                  <c:v>0.60458</c:v>
                </c:pt>
                <c:pt idx="166">
                  <c:v>0.61398</c:v>
                </c:pt>
                <c:pt idx="167">
                  <c:v>0.6234</c:v>
                </c:pt>
                <c:pt idx="168">
                  <c:v>0.63281</c:v>
                </c:pt>
                <c:pt idx="169">
                  <c:v>0.64223</c:v>
                </c:pt>
                <c:pt idx="170">
                  <c:v>0.65164</c:v>
                </c:pt>
                <c:pt idx="171">
                  <c:v>0.66104</c:v>
                </c:pt>
                <c:pt idx="172">
                  <c:v>0.67044</c:v>
                </c:pt>
                <c:pt idx="173">
                  <c:v>0.67981</c:v>
                </c:pt>
                <c:pt idx="174">
                  <c:v>0.68916</c:v>
                </c:pt>
                <c:pt idx="175">
                  <c:v>0.69849</c:v>
                </c:pt>
                <c:pt idx="176">
                  <c:v>0.70779</c:v>
                </c:pt>
                <c:pt idx="177">
                  <c:v>0.71705</c:v>
                </c:pt>
                <c:pt idx="178">
                  <c:v>0.72627</c:v>
                </c:pt>
                <c:pt idx="179">
                  <c:v>0.73545</c:v>
                </c:pt>
                <c:pt idx="180">
                  <c:v>0.74458</c:v>
                </c:pt>
                <c:pt idx="181">
                  <c:v>0.75365</c:v>
                </c:pt>
                <c:pt idx="182">
                  <c:v>0.76266</c:v>
                </c:pt>
                <c:pt idx="183">
                  <c:v>0.77161</c:v>
                </c:pt>
                <c:pt idx="184">
                  <c:v>0.78048</c:v>
                </c:pt>
                <c:pt idx="185">
                  <c:v>0.78928</c:v>
                </c:pt>
                <c:pt idx="186">
                  <c:v>0.79799</c:v>
                </c:pt>
                <c:pt idx="187">
                  <c:v>0.80662</c:v>
                </c:pt>
                <c:pt idx="188">
                  <c:v>0.81515</c:v>
                </c:pt>
                <c:pt idx="189">
                  <c:v>0.82359</c:v>
                </c:pt>
                <c:pt idx="190">
                  <c:v>0.83191</c:v>
                </c:pt>
                <c:pt idx="191">
                  <c:v>0.84012</c:v>
                </c:pt>
                <c:pt idx="192">
                  <c:v>0.84822</c:v>
                </c:pt>
                <c:pt idx="193">
                  <c:v>0.85619</c:v>
                </c:pt>
                <c:pt idx="194">
                  <c:v>0.86402</c:v>
                </c:pt>
                <c:pt idx="195">
                  <c:v>0.87172</c:v>
                </c:pt>
                <c:pt idx="196">
                  <c:v>0.87927</c:v>
                </c:pt>
                <c:pt idx="197">
                  <c:v>0.88667</c:v>
                </c:pt>
                <c:pt idx="198">
                  <c:v>0.89391</c:v>
                </c:pt>
                <c:pt idx="199">
                  <c:v>0.90098</c:v>
                </c:pt>
                <c:pt idx="200">
                  <c:v>0.90788</c:v>
                </c:pt>
                <c:pt idx="201">
                  <c:v>0.9146</c:v>
                </c:pt>
                <c:pt idx="202">
                  <c:v>0.92113</c:v>
                </c:pt>
                <c:pt idx="203">
                  <c:v>0.92746</c:v>
                </c:pt>
                <c:pt idx="204">
                  <c:v>0.93359</c:v>
                </c:pt>
                <c:pt idx="205">
                  <c:v>0.9395</c:v>
                </c:pt>
                <c:pt idx="206">
                  <c:v>0.94519</c:v>
                </c:pt>
                <c:pt idx="207">
                  <c:v>0.95066</c:v>
                </c:pt>
                <c:pt idx="208">
                  <c:v>0.95589</c:v>
                </c:pt>
                <c:pt idx="209">
                  <c:v>0.96087</c:v>
                </c:pt>
                <c:pt idx="210">
                  <c:v>0.9656</c:v>
                </c:pt>
                <c:pt idx="211">
                  <c:v>0.97006</c:v>
                </c:pt>
                <c:pt idx="212">
                  <c:v>0.97425</c:v>
                </c:pt>
                <c:pt idx="213">
                  <c:v>0.97817</c:v>
                </c:pt>
                <c:pt idx="214">
                  <c:v>0.98179</c:v>
                </c:pt>
                <c:pt idx="215">
                  <c:v>0.98512</c:v>
                </c:pt>
                <c:pt idx="216">
                  <c:v>0.98813</c:v>
                </c:pt>
                <c:pt idx="217">
                  <c:v>0.99083</c:v>
                </c:pt>
                <c:pt idx="218">
                  <c:v>0.9932</c:v>
                </c:pt>
                <c:pt idx="219">
                  <c:v>0.99524</c:v>
                </c:pt>
                <c:pt idx="220">
                  <c:v>0.99692</c:v>
                </c:pt>
                <c:pt idx="221">
                  <c:v>0.99825</c:v>
                </c:pt>
                <c:pt idx="222">
                  <c:v>0.99922</c:v>
                </c:pt>
                <c:pt idx="223">
                  <c:v>0.9998</c:v>
                </c:pt>
                <c:pt idx="224">
                  <c:v>1</c:v>
                </c:pt>
                <c:pt idx="225">
                  <c:v>0.9998</c:v>
                </c:pt>
                <c:pt idx="226">
                  <c:v>0.99919</c:v>
                </c:pt>
                <c:pt idx="227">
                  <c:v>0.99816</c:v>
                </c:pt>
                <c:pt idx="228">
                  <c:v>0.9967</c:v>
                </c:pt>
                <c:pt idx="229">
                  <c:v>0.99479</c:v>
                </c:pt>
                <c:pt idx="230">
                  <c:v>0.99243</c:v>
                </c:pt>
                <c:pt idx="231">
                  <c:v>0.98961</c:v>
                </c:pt>
                <c:pt idx="232">
                  <c:v>0.98631</c:v>
                </c:pt>
                <c:pt idx="233">
                  <c:v>0.98252</c:v>
                </c:pt>
                <c:pt idx="234">
                  <c:v>0.97823</c:v>
                </c:pt>
                <c:pt idx="235">
                  <c:v>0.97343</c:v>
                </c:pt>
                <c:pt idx="236">
                  <c:v>0.9681</c:v>
                </c:pt>
                <c:pt idx="237">
                  <c:v>0.96224</c:v>
                </c:pt>
                <c:pt idx="238">
                  <c:v>0.95582</c:v>
                </c:pt>
                <c:pt idx="239">
                  <c:v>0.94885</c:v>
                </c:pt>
                <c:pt idx="240">
                  <c:v>0.94129</c:v>
                </c:pt>
                <c:pt idx="241">
                  <c:v>0.93315</c:v>
                </c:pt>
                <c:pt idx="242">
                  <c:v>0.92441</c:v>
                </c:pt>
                <c:pt idx="243">
                  <c:v>0.91505</c:v>
                </c:pt>
                <c:pt idx="244">
                  <c:v>0.90507</c:v>
                </c:pt>
                <c:pt idx="245">
                  <c:v>0.89444</c:v>
                </c:pt>
                <c:pt idx="246">
                  <c:v>0.88316</c:v>
                </c:pt>
                <c:pt idx="247">
                  <c:v>0.87121</c:v>
                </c:pt>
                <c:pt idx="248">
                  <c:v>0.85857</c:v>
                </c:pt>
                <c:pt idx="249">
                  <c:v>0.84524</c:v>
                </c:pt>
                <c:pt idx="250">
                  <c:v>0.83119</c:v>
                </c:pt>
                <c:pt idx="251">
                  <c:v>0.81642</c:v>
                </c:pt>
                <c:pt idx="252">
                  <c:v>0.8009</c:v>
                </c:pt>
                <c:pt idx="253">
                  <c:v>0.78463</c:v>
                </c:pt>
                <c:pt idx="254">
                  <c:v>0.76759</c:v>
                </c:pt>
                <c:pt idx="255">
                  <c:v>0.74976</c:v>
                </c:pt>
                <c:pt idx="256">
                  <c:v>0.73112</c:v>
                </c:pt>
                <c:pt idx="257">
                  <c:v>0.71167</c:v>
                </c:pt>
                <c:pt idx="258">
                  <c:v>0.69139</c:v>
                </c:pt>
                <c:pt idx="259">
                  <c:v>0.67025</c:v>
                </c:pt>
                <c:pt idx="260">
                  <c:v>0.64825</c:v>
                </c:pt>
                <c:pt idx="261">
                  <c:v>0.62537</c:v>
                </c:pt>
                <c:pt idx="262">
                  <c:v>0.60159</c:v>
                </c:pt>
                <c:pt idx="263">
                  <c:v>0.57689</c:v>
                </c:pt>
                <c:pt idx="264">
                  <c:v>0.55126</c:v>
                </c:pt>
                <c:pt idx="265">
                  <c:v>0.52468</c:v>
                </c:pt>
                <c:pt idx="266">
                  <c:v>0.49714</c:v>
                </c:pt>
                <c:pt idx="267">
                  <c:v>0.46861</c:v>
                </c:pt>
                <c:pt idx="268">
                  <c:v>0.43908</c:v>
                </c:pt>
                <c:pt idx="269">
                  <c:v>0.40853</c:v>
                </c:pt>
                <c:pt idx="270">
                  <c:v>0.37694</c:v>
                </c:pt>
                <c:pt idx="271">
                  <c:v>0.3443</c:v>
                </c:pt>
                <c:pt idx="272">
                  <c:v>0.31059</c:v>
                </c:pt>
                <c:pt idx="273">
                  <c:v>0.27578</c:v>
                </c:pt>
                <c:pt idx="274">
                  <c:v>0.23987</c:v>
                </c:pt>
                <c:pt idx="275">
                  <c:v>0.20282</c:v>
                </c:pt>
                <c:pt idx="276">
                  <c:v>0.16463</c:v>
                </c:pt>
                <c:pt idx="277">
                  <c:v>0.12527</c:v>
                </c:pt>
                <c:pt idx="278">
                  <c:v>0.08473</c:v>
                </c:pt>
                <c:pt idx="279">
                  <c:v>0.04298</c:v>
                </c:pt>
                <c:pt idx="280">
                  <c:v>0</c:v>
                </c:pt>
              </c:numCache>
            </c:numRef>
          </c:yVal>
          <c:smooth val="0"/>
        </c:ser>
        <c:ser>
          <c:idx val="2"/>
          <c:order val="2"/>
          <c:tx>
            <c:strRef>
              <c:f>Sheet1!$D$1</c:f>
              <c:strCache>
                <c:ptCount val="1"/>
                <c:pt idx="0">
                  <c:v>α=β=2</c:v>
                </c:pt>
              </c:strCache>
            </c:strRef>
          </c:tx>
          <c:spPr>
            <a:solidFill>
              <a:srgbClr val="333333"/>
            </a:solidFill>
            <a:ln w="31750" cap="flat">
              <a:solidFill>
                <a:srgbClr val="333333"/>
              </a:solidFill>
              <a:prstDash val="solid"/>
              <a:round/>
            </a:ln>
            <a:effectLst/>
          </c:spPr>
          <c:marker>
            <c:symbol val="none"/>
            <c:size val="6"/>
            <c:spPr>
              <a:solidFill>
                <a:srgbClr val="333333"/>
              </a:solidFill>
              <a:ln w="9525" cap="flat">
                <a:solidFill>
                  <a:srgbClr val="333333"/>
                </a:solidFill>
                <a:prstDash val="solid"/>
                <a:round/>
              </a:ln>
              <a:effectLst/>
            </c:spPr>
          </c:marker>
          <c:xVal>
            <c:numRef>
              <c:f>Sheet1!$A$2:$A$282</c:f>
              <c:numCache>
                <c:formatCode>General</c:formatCode>
                <c:ptCount val="281"/>
                <c:pt idx="0">
                  <c:v>0</c:v>
                </c:pt>
                <c:pt idx="1">
                  <c:v>2.5</c:v>
                </c:pt>
                <c:pt idx="2">
                  <c:v>5</c:v>
                </c:pt>
                <c:pt idx="3">
                  <c:v>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pt idx="41">
                  <c:v>102.5</c:v>
                </c:pt>
                <c:pt idx="42">
                  <c:v>105</c:v>
                </c:pt>
                <c:pt idx="43">
                  <c:v>107.5</c:v>
                </c:pt>
                <c:pt idx="44">
                  <c:v>110</c:v>
                </c:pt>
                <c:pt idx="45">
                  <c:v>112.5</c:v>
                </c:pt>
                <c:pt idx="46">
                  <c:v>115</c:v>
                </c:pt>
                <c:pt idx="47">
                  <c:v>117.5</c:v>
                </c:pt>
                <c:pt idx="48">
                  <c:v>120</c:v>
                </c:pt>
                <c:pt idx="49">
                  <c:v>122.5</c:v>
                </c:pt>
                <c:pt idx="50">
                  <c:v>125</c:v>
                </c:pt>
                <c:pt idx="51">
                  <c:v>127.5</c:v>
                </c:pt>
                <c:pt idx="52">
                  <c:v>130</c:v>
                </c:pt>
                <c:pt idx="53">
                  <c:v>132.5</c:v>
                </c:pt>
                <c:pt idx="54">
                  <c:v>135</c:v>
                </c:pt>
                <c:pt idx="55">
                  <c:v>137.5</c:v>
                </c:pt>
                <c:pt idx="56">
                  <c:v>140</c:v>
                </c:pt>
                <c:pt idx="57">
                  <c:v>142.5</c:v>
                </c:pt>
                <c:pt idx="58">
                  <c:v>145</c:v>
                </c:pt>
                <c:pt idx="59">
                  <c:v>147.5</c:v>
                </c:pt>
                <c:pt idx="60">
                  <c:v>150</c:v>
                </c:pt>
                <c:pt idx="61">
                  <c:v>152.5</c:v>
                </c:pt>
                <c:pt idx="62">
                  <c:v>155</c:v>
                </c:pt>
                <c:pt idx="63">
                  <c:v>157.5</c:v>
                </c:pt>
                <c:pt idx="64">
                  <c:v>160</c:v>
                </c:pt>
                <c:pt idx="65">
                  <c:v>162.5</c:v>
                </c:pt>
                <c:pt idx="66">
                  <c:v>165</c:v>
                </c:pt>
                <c:pt idx="67">
                  <c:v>167.5</c:v>
                </c:pt>
                <c:pt idx="68">
                  <c:v>170</c:v>
                </c:pt>
                <c:pt idx="69">
                  <c:v>172.5</c:v>
                </c:pt>
                <c:pt idx="70">
                  <c:v>175</c:v>
                </c:pt>
                <c:pt idx="71">
                  <c:v>177.5</c:v>
                </c:pt>
                <c:pt idx="72">
                  <c:v>180</c:v>
                </c:pt>
                <c:pt idx="73">
                  <c:v>182.5</c:v>
                </c:pt>
                <c:pt idx="74">
                  <c:v>185</c:v>
                </c:pt>
                <c:pt idx="75">
                  <c:v>187.5</c:v>
                </c:pt>
                <c:pt idx="76">
                  <c:v>190</c:v>
                </c:pt>
                <c:pt idx="77">
                  <c:v>192.5</c:v>
                </c:pt>
                <c:pt idx="78">
                  <c:v>195</c:v>
                </c:pt>
                <c:pt idx="79">
                  <c:v>197.5</c:v>
                </c:pt>
                <c:pt idx="80">
                  <c:v>200</c:v>
                </c:pt>
                <c:pt idx="81">
                  <c:v>202.5</c:v>
                </c:pt>
                <c:pt idx="82">
                  <c:v>205</c:v>
                </c:pt>
                <c:pt idx="83">
                  <c:v>207.5</c:v>
                </c:pt>
                <c:pt idx="84">
                  <c:v>210</c:v>
                </c:pt>
                <c:pt idx="85">
                  <c:v>212.5</c:v>
                </c:pt>
                <c:pt idx="86">
                  <c:v>215</c:v>
                </c:pt>
                <c:pt idx="87">
                  <c:v>217.5</c:v>
                </c:pt>
                <c:pt idx="88">
                  <c:v>220</c:v>
                </c:pt>
                <c:pt idx="89">
                  <c:v>222.5</c:v>
                </c:pt>
                <c:pt idx="90">
                  <c:v>225</c:v>
                </c:pt>
                <c:pt idx="91">
                  <c:v>227.5</c:v>
                </c:pt>
                <c:pt idx="92">
                  <c:v>230</c:v>
                </c:pt>
                <c:pt idx="93">
                  <c:v>232.5</c:v>
                </c:pt>
                <c:pt idx="94">
                  <c:v>235</c:v>
                </c:pt>
                <c:pt idx="95">
                  <c:v>237.5</c:v>
                </c:pt>
                <c:pt idx="96">
                  <c:v>240</c:v>
                </c:pt>
                <c:pt idx="97">
                  <c:v>242.5</c:v>
                </c:pt>
                <c:pt idx="98">
                  <c:v>245</c:v>
                </c:pt>
                <c:pt idx="99">
                  <c:v>247.5</c:v>
                </c:pt>
                <c:pt idx="100">
                  <c:v>250</c:v>
                </c:pt>
                <c:pt idx="101">
                  <c:v>252.5</c:v>
                </c:pt>
                <c:pt idx="102">
                  <c:v>255</c:v>
                </c:pt>
                <c:pt idx="103">
                  <c:v>257.5</c:v>
                </c:pt>
                <c:pt idx="104">
                  <c:v>260</c:v>
                </c:pt>
                <c:pt idx="105">
                  <c:v>262.5</c:v>
                </c:pt>
                <c:pt idx="106">
                  <c:v>265</c:v>
                </c:pt>
                <c:pt idx="107">
                  <c:v>267.5</c:v>
                </c:pt>
                <c:pt idx="108">
                  <c:v>270</c:v>
                </c:pt>
                <c:pt idx="109">
                  <c:v>272.5</c:v>
                </c:pt>
                <c:pt idx="110">
                  <c:v>275</c:v>
                </c:pt>
                <c:pt idx="111">
                  <c:v>277.5</c:v>
                </c:pt>
                <c:pt idx="112">
                  <c:v>280</c:v>
                </c:pt>
                <c:pt idx="113">
                  <c:v>282.5</c:v>
                </c:pt>
                <c:pt idx="114">
                  <c:v>285</c:v>
                </c:pt>
                <c:pt idx="115">
                  <c:v>287.5</c:v>
                </c:pt>
                <c:pt idx="116">
                  <c:v>290</c:v>
                </c:pt>
                <c:pt idx="117">
                  <c:v>292.5</c:v>
                </c:pt>
                <c:pt idx="118">
                  <c:v>295</c:v>
                </c:pt>
                <c:pt idx="119">
                  <c:v>297.5</c:v>
                </c:pt>
                <c:pt idx="120">
                  <c:v>300</c:v>
                </c:pt>
                <c:pt idx="121">
                  <c:v>302.5</c:v>
                </c:pt>
                <c:pt idx="122">
                  <c:v>305</c:v>
                </c:pt>
                <c:pt idx="123">
                  <c:v>307.5</c:v>
                </c:pt>
                <c:pt idx="124">
                  <c:v>310</c:v>
                </c:pt>
                <c:pt idx="125">
                  <c:v>312.5</c:v>
                </c:pt>
                <c:pt idx="126">
                  <c:v>315</c:v>
                </c:pt>
                <c:pt idx="127">
                  <c:v>317.5</c:v>
                </c:pt>
                <c:pt idx="128">
                  <c:v>320</c:v>
                </c:pt>
                <c:pt idx="129">
                  <c:v>322.5</c:v>
                </c:pt>
                <c:pt idx="130">
                  <c:v>325</c:v>
                </c:pt>
                <c:pt idx="131">
                  <c:v>327.5</c:v>
                </c:pt>
                <c:pt idx="132">
                  <c:v>330</c:v>
                </c:pt>
                <c:pt idx="133">
                  <c:v>332.5</c:v>
                </c:pt>
                <c:pt idx="134">
                  <c:v>335</c:v>
                </c:pt>
                <c:pt idx="135">
                  <c:v>337.5</c:v>
                </c:pt>
                <c:pt idx="136">
                  <c:v>340</c:v>
                </c:pt>
                <c:pt idx="137">
                  <c:v>342.5</c:v>
                </c:pt>
                <c:pt idx="138">
                  <c:v>345</c:v>
                </c:pt>
                <c:pt idx="139">
                  <c:v>347.5</c:v>
                </c:pt>
                <c:pt idx="140">
                  <c:v>350</c:v>
                </c:pt>
                <c:pt idx="141">
                  <c:v>352.5</c:v>
                </c:pt>
                <c:pt idx="142">
                  <c:v>355</c:v>
                </c:pt>
                <c:pt idx="143">
                  <c:v>357.5</c:v>
                </c:pt>
                <c:pt idx="144">
                  <c:v>360</c:v>
                </c:pt>
                <c:pt idx="145">
                  <c:v>362.5</c:v>
                </c:pt>
                <c:pt idx="146">
                  <c:v>365</c:v>
                </c:pt>
                <c:pt idx="147">
                  <c:v>367.5</c:v>
                </c:pt>
                <c:pt idx="148">
                  <c:v>370</c:v>
                </c:pt>
                <c:pt idx="149">
                  <c:v>372.5</c:v>
                </c:pt>
                <c:pt idx="150">
                  <c:v>375</c:v>
                </c:pt>
                <c:pt idx="151">
                  <c:v>377.5</c:v>
                </c:pt>
                <c:pt idx="152">
                  <c:v>380</c:v>
                </c:pt>
                <c:pt idx="153">
                  <c:v>382.5</c:v>
                </c:pt>
                <c:pt idx="154">
                  <c:v>385</c:v>
                </c:pt>
                <c:pt idx="155">
                  <c:v>387.5</c:v>
                </c:pt>
                <c:pt idx="156">
                  <c:v>390</c:v>
                </c:pt>
                <c:pt idx="157">
                  <c:v>392.5</c:v>
                </c:pt>
                <c:pt idx="158">
                  <c:v>395</c:v>
                </c:pt>
                <c:pt idx="159">
                  <c:v>397.5</c:v>
                </c:pt>
                <c:pt idx="160">
                  <c:v>400</c:v>
                </c:pt>
                <c:pt idx="161">
                  <c:v>402.5</c:v>
                </c:pt>
                <c:pt idx="162">
                  <c:v>405</c:v>
                </c:pt>
                <c:pt idx="163">
                  <c:v>407.5</c:v>
                </c:pt>
                <c:pt idx="164">
                  <c:v>410</c:v>
                </c:pt>
                <c:pt idx="165">
                  <c:v>412.5</c:v>
                </c:pt>
                <c:pt idx="166">
                  <c:v>415</c:v>
                </c:pt>
                <c:pt idx="167">
                  <c:v>417.5</c:v>
                </c:pt>
                <c:pt idx="168">
                  <c:v>420</c:v>
                </c:pt>
                <c:pt idx="169">
                  <c:v>422.5</c:v>
                </c:pt>
                <c:pt idx="170">
                  <c:v>425</c:v>
                </c:pt>
                <c:pt idx="171">
                  <c:v>427.5</c:v>
                </c:pt>
                <c:pt idx="172">
                  <c:v>430</c:v>
                </c:pt>
                <c:pt idx="173">
                  <c:v>432.5</c:v>
                </c:pt>
                <c:pt idx="174">
                  <c:v>435</c:v>
                </c:pt>
                <c:pt idx="175">
                  <c:v>437.5</c:v>
                </c:pt>
                <c:pt idx="176">
                  <c:v>440</c:v>
                </c:pt>
                <c:pt idx="177">
                  <c:v>442.5</c:v>
                </c:pt>
                <c:pt idx="178">
                  <c:v>445</c:v>
                </c:pt>
                <c:pt idx="179">
                  <c:v>447.5</c:v>
                </c:pt>
                <c:pt idx="180">
                  <c:v>450</c:v>
                </c:pt>
                <c:pt idx="181">
                  <c:v>452.5</c:v>
                </c:pt>
                <c:pt idx="182">
                  <c:v>455</c:v>
                </c:pt>
                <c:pt idx="183">
                  <c:v>457.5</c:v>
                </c:pt>
                <c:pt idx="184">
                  <c:v>460</c:v>
                </c:pt>
                <c:pt idx="185">
                  <c:v>462.5</c:v>
                </c:pt>
                <c:pt idx="186">
                  <c:v>465</c:v>
                </c:pt>
                <c:pt idx="187">
                  <c:v>467.5</c:v>
                </c:pt>
                <c:pt idx="188">
                  <c:v>470</c:v>
                </c:pt>
                <c:pt idx="189">
                  <c:v>472.5</c:v>
                </c:pt>
                <c:pt idx="190">
                  <c:v>475</c:v>
                </c:pt>
                <c:pt idx="191">
                  <c:v>477.5</c:v>
                </c:pt>
                <c:pt idx="192">
                  <c:v>480</c:v>
                </c:pt>
                <c:pt idx="193">
                  <c:v>482.5</c:v>
                </c:pt>
                <c:pt idx="194">
                  <c:v>485</c:v>
                </c:pt>
                <c:pt idx="195">
                  <c:v>487.5</c:v>
                </c:pt>
                <c:pt idx="196">
                  <c:v>490</c:v>
                </c:pt>
                <c:pt idx="197">
                  <c:v>492.5</c:v>
                </c:pt>
                <c:pt idx="198">
                  <c:v>495</c:v>
                </c:pt>
                <c:pt idx="199">
                  <c:v>497.5</c:v>
                </c:pt>
                <c:pt idx="200">
                  <c:v>500</c:v>
                </c:pt>
                <c:pt idx="201">
                  <c:v>502.5</c:v>
                </c:pt>
                <c:pt idx="202">
                  <c:v>505</c:v>
                </c:pt>
                <c:pt idx="203">
                  <c:v>507.5</c:v>
                </c:pt>
                <c:pt idx="204">
                  <c:v>510</c:v>
                </c:pt>
                <c:pt idx="205">
                  <c:v>512.5</c:v>
                </c:pt>
                <c:pt idx="206">
                  <c:v>515</c:v>
                </c:pt>
                <c:pt idx="207">
                  <c:v>517.5</c:v>
                </c:pt>
                <c:pt idx="208">
                  <c:v>520</c:v>
                </c:pt>
                <c:pt idx="209">
                  <c:v>522.5</c:v>
                </c:pt>
                <c:pt idx="210">
                  <c:v>525</c:v>
                </c:pt>
                <c:pt idx="211">
                  <c:v>527.5</c:v>
                </c:pt>
                <c:pt idx="212">
                  <c:v>530</c:v>
                </c:pt>
                <c:pt idx="213">
                  <c:v>532.5</c:v>
                </c:pt>
                <c:pt idx="214">
                  <c:v>535</c:v>
                </c:pt>
                <c:pt idx="215">
                  <c:v>537.5</c:v>
                </c:pt>
                <c:pt idx="216">
                  <c:v>540</c:v>
                </c:pt>
                <c:pt idx="217">
                  <c:v>542.5</c:v>
                </c:pt>
                <c:pt idx="218">
                  <c:v>545</c:v>
                </c:pt>
                <c:pt idx="219">
                  <c:v>547.5</c:v>
                </c:pt>
                <c:pt idx="220">
                  <c:v>550</c:v>
                </c:pt>
                <c:pt idx="221">
                  <c:v>552.5</c:v>
                </c:pt>
                <c:pt idx="222">
                  <c:v>555</c:v>
                </c:pt>
                <c:pt idx="223">
                  <c:v>557.5</c:v>
                </c:pt>
                <c:pt idx="224">
                  <c:v>560</c:v>
                </c:pt>
                <c:pt idx="225">
                  <c:v>562.5</c:v>
                </c:pt>
                <c:pt idx="226">
                  <c:v>565</c:v>
                </c:pt>
                <c:pt idx="227">
                  <c:v>567.5</c:v>
                </c:pt>
                <c:pt idx="228">
                  <c:v>570</c:v>
                </c:pt>
                <c:pt idx="229">
                  <c:v>572.5</c:v>
                </c:pt>
                <c:pt idx="230">
                  <c:v>575</c:v>
                </c:pt>
                <c:pt idx="231">
                  <c:v>577.5</c:v>
                </c:pt>
                <c:pt idx="232">
                  <c:v>580</c:v>
                </c:pt>
                <c:pt idx="233">
                  <c:v>582.5</c:v>
                </c:pt>
                <c:pt idx="234">
                  <c:v>585</c:v>
                </c:pt>
                <c:pt idx="235">
                  <c:v>587.5</c:v>
                </c:pt>
                <c:pt idx="236">
                  <c:v>590</c:v>
                </c:pt>
                <c:pt idx="237">
                  <c:v>592.5</c:v>
                </c:pt>
                <c:pt idx="238">
                  <c:v>595</c:v>
                </c:pt>
                <c:pt idx="239">
                  <c:v>597.5</c:v>
                </c:pt>
                <c:pt idx="240">
                  <c:v>600</c:v>
                </c:pt>
                <c:pt idx="241">
                  <c:v>602.5</c:v>
                </c:pt>
                <c:pt idx="242">
                  <c:v>605</c:v>
                </c:pt>
                <c:pt idx="243">
                  <c:v>607.5</c:v>
                </c:pt>
                <c:pt idx="244">
                  <c:v>610</c:v>
                </c:pt>
                <c:pt idx="245">
                  <c:v>612.5</c:v>
                </c:pt>
                <c:pt idx="246">
                  <c:v>615</c:v>
                </c:pt>
                <c:pt idx="247">
                  <c:v>617.5</c:v>
                </c:pt>
                <c:pt idx="248">
                  <c:v>620</c:v>
                </c:pt>
                <c:pt idx="249">
                  <c:v>622.5</c:v>
                </c:pt>
                <c:pt idx="250">
                  <c:v>625</c:v>
                </c:pt>
                <c:pt idx="251">
                  <c:v>627.5</c:v>
                </c:pt>
                <c:pt idx="252">
                  <c:v>630</c:v>
                </c:pt>
                <c:pt idx="253">
                  <c:v>632.5</c:v>
                </c:pt>
                <c:pt idx="254">
                  <c:v>635</c:v>
                </c:pt>
                <c:pt idx="255">
                  <c:v>637.5</c:v>
                </c:pt>
                <c:pt idx="256">
                  <c:v>640</c:v>
                </c:pt>
                <c:pt idx="257">
                  <c:v>642.5</c:v>
                </c:pt>
                <c:pt idx="258">
                  <c:v>645</c:v>
                </c:pt>
                <c:pt idx="259">
                  <c:v>647.5</c:v>
                </c:pt>
                <c:pt idx="260">
                  <c:v>650</c:v>
                </c:pt>
                <c:pt idx="261">
                  <c:v>652.5</c:v>
                </c:pt>
                <c:pt idx="262">
                  <c:v>655</c:v>
                </c:pt>
                <c:pt idx="263">
                  <c:v>657.5</c:v>
                </c:pt>
                <c:pt idx="264">
                  <c:v>660</c:v>
                </c:pt>
                <c:pt idx="265">
                  <c:v>662.5</c:v>
                </c:pt>
                <c:pt idx="266">
                  <c:v>665</c:v>
                </c:pt>
                <c:pt idx="267">
                  <c:v>667.5</c:v>
                </c:pt>
                <c:pt idx="268">
                  <c:v>670</c:v>
                </c:pt>
                <c:pt idx="269">
                  <c:v>672.5</c:v>
                </c:pt>
                <c:pt idx="270">
                  <c:v>675</c:v>
                </c:pt>
                <c:pt idx="271">
                  <c:v>677.5</c:v>
                </c:pt>
                <c:pt idx="272">
                  <c:v>680</c:v>
                </c:pt>
                <c:pt idx="273">
                  <c:v>682.5</c:v>
                </c:pt>
                <c:pt idx="274">
                  <c:v>685</c:v>
                </c:pt>
                <c:pt idx="275">
                  <c:v>687.5</c:v>
                </c:pt>
                <c:pt idx="276">
                  <c:v>690</c:v>
                </c:pt>
                <c:pt idx="277">
                  <c:v>692.5</c:v>
                </c:pt>
                <c:pt idx="278">
                  <c:v>695</c:v>
                </c:pt>
                <c:pt idx="279">
                  <c:v>697.5</c:v>
                </c:pt>
                <c:pt idx="280">
                  <c:v>700</c:v>
                </c:pt>
              </c:numCache>
            </c:numRef>
          </c:xVal>
          <c:yVal>
            <c:numRef>
              <c:f>Sheet1!$D$2:$D$282</c:f>
              <c:numCache>
                <c:formatCode>General</c:formatCode>
                <c:ptCount val="281"/>
                <c:pt idx="0">
                  <c:v>0</c:v>
                </c:pt>
                <c:pt idx="1">
                  <c:v>0.00869</c:v>
                </c:pt>
                <c:pt idx="2">
                  <c:v>0.01731</c:v>
                </c:pt>
                <c:pt idx="3">
                  <c:v>0.02588</c:v>
                </c:pt>
                <c:pt idx="4">
                  <c:v>0.03438</c:v>
                </c:pt>
                <c:pt idx="5">
                  <c:v>0.04282</c:v>
                </c:pt>
                <c:pt idx="6">
                  <c:v>0.05119</c:v>
                </c:pt>
                <c:pt idx="7">
                  <c:v>0.05951</c:v>
                </c:pt>
                <c:pt idx="8">
                  <c:v>0.06776</c:v>
                </c:pt>
                <c:pt idx="9">
                  <c:v>0.07595</c:v>
                </c:pt>
                <c:pt idx="10">
                  <c:v>0.08408</c:v>
                </c:pt>
                <c:pt idx="11">
                  <c:v>0.09214</c:v>
                </c:pt>
                <c:pt idx="12">
                  <c:v>0.10015</c:v>
                </c:pt>
                <c:pt idx="13">
                  <c:v>0.10809</c:v>
                </c:pt>
                <c:pt idx="14">
                  <c:v>0.11597</c:v>
                </c:pt>
                <c:pt idx="15">
                  <c:v>0.12378</c:v>
                </c:pt>
                <c:pt idx="16">
                  <c:v>0.13154</c:v>
                </c:pt>
                <c:pt idx="17">
                  <c:v>0.13923</c:v>
                </c:pt>
                <c:pt idx="18">
                  <c:v>0.14686</c:v>
                </c:pt>
                <c:pt idx="19">
                  <c:v>0.15443</c:v>
                </c:pt>
                <c:pt idx="20">
                  <c:v>0.16193</c:v>
                </c:pt>
                <c:pt idx="21">
                  <c:v>0.16937</c:v>
                </c:pt>
                <c:pt idx="22">
                  <c:v>0.17675</c:v>
                </c:pt>
                <c:pt idx="23">
                  <c:v>0.18407</c:v>
                </c:pt>
                <c:pt idx="24">
                  <c:v>0.19133</c:v>
                </c:pt>
                <c:pt idx="25">
                  <c:v>0.19852</c:v>
                </c:pt>
                <c:pt idx="26">
                  <c:v>0.20565</c:v>
                </c:pt>
                <c:pt idx="27">
                  <c:v>0.21272</c:v>
                </c:pt>
                <c:pt idx="28">
                  <c:v>0.21973</c:v>
                </c:pt>
                <c:pt idx="29">
                  <c:v>0.22667</c:v>
                </c:pt>
                <c:pt idx="30">
                  <c:v>0.23355</c:v>
                </c:pt>
                <c:pt idx="31">
                  <c:v>0.24037</c:v>
                </c:pt>
                <c:pt idx="32">
                  <c:v>0.24713</c:v>
                </c:pt>
                <c:pt idx="33">
                  <c:v>0.25383</c:v>
                </c:pt>
                <c:pt idx="34">
                  <c:v>0.26046</c:v>
                </c:pt>
                <c:pt idx="35">
                  <c:v>0.26703</c:v>
                </c:pt>
                <c:pt idx="36">
                  <c:v>0.27354</c:v>
                </c:pt>
                <c:pt idx="37">
                  <c:v>0.27998</c:v>
                </c:pt>
                <c:pt idx="38">
                  <c:v>0.28637</c:v>
                </c:pt>
                <c:pt idx="39">
                  <c:v>0.29269</c:v>
                </c:pt>
                <c:pt idx="40">
                  <c:v>0.29895</c:v>
                </c:pt>
                <c:pt idx="41">
                  <c:v>0.30514</c:v>
                </c:pt>
                <c:pt idx="42">
                  <c:v>0.31128</c:v>
                </c:pt>
                <c:pt idx="43">
                  <c:v>0.31735</c:v>
                </c:pt>
                <c:pt idx="44">
                  <c:v>0.32336</c:v>
                </c:pt>
                <c:pt idx="45">
                  <c:v>0.32931</c:v>
                </c:pt>
                <c:pt idx="46">
                  <c:v>0.3352</c:v>
                </c:pt>
                <c:pt idx="47">
                  <c:v>0.34102</c:v>
                </c:pt>
                <c:pt idx="48">
                  <c:v>0.34678</c:v>
                </c:pt>
                <c:pt idx="49">
                  <c:v>0.35248</c:v>
                </c:pt>
                <c:pt idx="50">
                  <c:v>0.35811</c:v>
                </c:pt>
                <c:pt idx="51">
                  <c:v>0.36369</c:v>
                </c:pt>
                <c:pt idx="52">
                  <c:v>0.3692</c:v>
                </c:pt>
                <c:pt idx="53">
                  <c:v>0.37465</c:v>
                </c:pt>
                <c:pt idx="54">
                  <c:v>0.38004</c:v>
                </c:pt>
                <c:pt idx="55">
                  <c:v>0.38536</c:v>
                </c:pt>
                <c:pt idx="56">
                  <c:v>0.39062</c:v>
                </c:pt>
                <c:pt idx="57">
                  <c:v>0.39583</c:v>
                </c:pt>
                <c:pt idx="58">
                  <c:v>0.40096</c:v>
                </c:pt>
                <c:pt idx="59">
                  <c:v>0.40604</c:v>
                </c:pt>
                <c:pt idx="60">
                  <c:v>0.41105</c:v>
                </c:pt>
                <c:pt idx="61">
                  <c:v>0.416</c:v>
                </c:pt>
                <c:pt idx="62">
                  <c:v>0.42089</c:v>
                </c:pt>
                <c:pt idx="63">
                  <c:v>0.42572</c:v>
                </c:pt>
                <c:pt idx="64">
                  <c:v>0.43048</c:v>
                </c:pt>
                <c:pt idx="65">
                  <c:v>0.43519</c:v>
                </c:pt>
                <c:pt idx="66">
                  <c:v>0.43983</c:v>
                </c:pt>
                <c:pt idx="67">
                  <c:v>0.4444</c:v>
                </c:pt>
                <c:pt idx="68">
                  <c:v>0.44892</c:v>
                </c:pt>
                <c:pt idx="69">
                  <c:v>0.45337</c:v>
                </c:pt>
                <c:pt idx="70">
                  <c:v>0.45776</c:v>
                </c:pt>
                <c:pt idx="71">
                  <c:v>0.46209</c:v>
                </c:pt>
                <c:pt idx="72">
                  <c:v>0.46636</c:v>
                </c:pt>
                <c:pt idx="73">
                  <c:v>0.47056</c:v>
                </c:pt>
                <c:pt idx="74">
                  <c:v>0.4747</c:v>
                </c:pt>
                <c:pt idx="75">
                  <c:v>0.47878</c:v>
                </c:pt>
                <c:pt idx="76">
                  <c:v>0.4828</c:v>
                </c:pt>
                <c:pt idx="77">
                  <c:v>0.48676</c:v>
                </c:pt>
                <c:pt idx="78">
                  <c:v>0.49065</c:v>
                </c:pt>
                <c:pt idx="79">
                  <c:v>0.49448</c:v>
                </c:pt>
                <c:pt idx="80">
                  <c:v>0.49825</c:v>
                </c:pt>
                <c:pt idx="81">
                  <c:v>0.50195</c:v>
                </c:pt>
                <c:pt idx="82">
                  <c:v>0.5056</c:v>
                </c:pt>
                <c:pt idx="83">
                  <c:v>0.50918</c:v>
                </c:pt>
                <c:pt idx="84">
                  <c:v>0.5127</c:v>
                </c:pt>
                <c:pt idx="85">
                  <c:v>0.51615</c:v>
                </c:pt>
                <c:pt idx="86">
                  <c:v>0.51955</c:v>
                </c:pt>
                <c:pt idx="87">
                  <c:v>0.52288</c:v>
                </c:pt>
                <c:pt idx="88">
                  <c:v>0.52615</c:v>
                </c:pt>
                <c:pt idx="89">
                  <c:v>0.52936</c:v>
                </c:pt>
                <c:pt idx="90">
                  <c:v>0.5325</c:v>
                </c:pt>
                <c:pt idx="91">
                  <c:v>0.53558</c:v>
                </c:pt>
                <c:pt idx="92">
                  <c:v>0.5386</c:v>
                </c:pt>
                <c:pt idx="93">
                  <c:v>0.54156</c:v>
                </c:pt>
                <c:pt idx="94">
                  <c:v>0.54446</c:v>
                </c:pt>
                <c:pt idx="95">
                  <c:v>0.54729</c:v>
                </c:pt>
                <c:pt idx="96">
                  <c:v>0.55006</c:v>
                </c:pt>
                <c:pt idx="97">
                  <c:v>0.55277</c:v>
                </c:pt>
                <c:pt idx="98">
                  <c:v>0.55542</c:v>
                </c:pt>
                <c:pt idx="99">
                  <c:v>0.558</c:v>
                </c:pt>
                <c:pt idx="100">
                  <c:v>0.56053</c:v>
                </c:pt>
                <c:pt idx="101">
                  <c:v>0.56299</c:v>
                </c:pt>
                <c:pt idx="102">
                  <c:v>0.56538</c:v>
                </c:pt>
                <c:pt idx="103">
                  <c:v>0.56772</c:v>
                </c:pt>
                <c:pt idx="104">
                  <c:v>0.56999</c:v>
                </c:pt>
                <c:pt idx="105">
                  <c:v>0.5722</c:v>
                </c:pt>
                <c:pt idx="106">
                  <c:v>0.57435</c:v>
                </c:pt>
                <c:pt idx="107">
                  <c:v>0.57644</c:v>
                </c:pt>
                <c:pt idx="108">
                  <c:v>0.57846</c:v>
                </c:pt>
                <c:pt idx="109">
                  <c:v>0.58043</c:v>
                </c:pt>
                <c:pt idx="110">
                  <c:v>0.58233</c:v>
                </c:pt>
                <c:pt idx="111">
                  <c:v>0.58416</c:v>
                </c:pt>
                <c:pt idx="112">
                  <c:v>0.58594</c:v>
                </c:pt>
                <c:pt idx="113">
                  <c:v>0.58765</c:v>
                </c:pt>
                <c:pt idx="114">
                  <c:v>0.5893</c:v>
                </c:pt>
                <c:pt idx="115">
                  <c:v>0.59089</c:v>
                </c:pt>
                <c:pt idx="116">
                  <c:v>0.59241</c:v>
                </c:pt>
                <c:pt idx="117">
                  <c:v>0.59388</c:v>
                </c:pt>
                <c:pt idx="118">
                  <c:v>0.59528</c:v>
                </c:pt>
                <c:pt idx="119">
                  <c:v>0.59662</c:v>
                </c:pt>
                <c:pt idx="120">
                  <c:v>0.5979</c:v>
                </c:pt>
                <c:pt idx="121">
                  <c:v>0.59911</c:v>
                </c:pt>
                <c:pt idx="122">
                  <c:v>0.60026</c:v>
                </c:pt>
                <c:pt idx="123">
                  <c:v>0.60135</c:v>
                </c:pt>
                <c:pt idx="124">
                  <c:v>0.60238</c:v>
                </c:pt>
                <c:pt idx="125">
                  <c:v>0.60334</c:v>
                </c:pt>
                <c:pt idx="126">
                  <c:v>0.60425</c:v>
                </c:pt>
                <c:pt idx="127">
                  <c:v>0.60509</c:v>
                </c:pt>
                <c:pt idx="128">
                  <c:v>0.60587</c:v>
                </c:pt>
                <c:pt idx="129">
                  <c:v>0.60658</c:v>
                </c:pt>
                <c:pt idx="130">
                  <c:v>0.60724</c:v>
                </c:pt>
                <c:pt idx="131">
                  <c:v>0.60783</c:v>
                </c:pt>
                <c:pt idx="132">
                  <c:v>0.60836</c:v>
                </c:pt>
                <c:pt idx="133">
                  <c:v>0.60883</c:v>
                </c:pt>
                <c:pt idx="134">
                  <c:v>0.60923</c:v>
                </c:pt>
                <c:pt idx="135">
                  <c:v>0.60957</c:v>
                </c:pt>
                <c:pt idx="136">
                  <c:v>0.60985</c:v>
                </c:pt>
                <c:pt idx="137">
                  <c:v>0.61007</c:v>
                </c:pt>
                <c:pt idx="138">
                  <c:v>0.61023</c:v>
                </c:pt>
                <c:pt idx="139">
                  <c:v>0.61032</c:v>
                </c:pt>
                <c:pt idx="140">
                  <c:v>0.61035</c:v>
                </c:pt>
                <c:pt idx="141">
                  <c:v>0.61032</c:v>
                </c:pt>
                <c:pt idx="142">
                  <c:v>0.61023</c:v>
                </c:pt>
                <c:pt idx="143">
                  <c:v>0.61007</c:v>
                </c:pt>
                <c:pt idx="144">
                  <c:v>0.60985</c:v>
                </c:pt>
                <c:pt idx="145">
                  <c:v>0.60957</c:v>
                </c:pt>
                <c:pt idx="146">
                  <c:v>0.60923</c:v>
                </c:pt>
                <c:pt idx="147">
                  <c:v>0.60883</c:v>
                </c:pt>
                <c:pt idx="148">
                  <c:v>0.60836</c:v>
                </c:pt>
                <c:pt idx="149">
                  <c:v>0.60783</c:v>
                </c:pt>
                <c:pt idx="150">
                  <c:v>0.60724</c:v>
                </c:pt>
                <c:pt idx="151">
                  <c:v>0.60658</c:v>
                </c:pt>
                <c:pt idx="152">
                  <c:v>0.60587</c:v>
                </c:pt>
                <c:pt idx="153">
                  <c:v>0.60509</c:v>
                </c:pt>
                <c:pt idx="154">
                  <c:v>0.60425</c:v>
                </c:pt>
                <c:pt idx="155">
                  <c:v>0.60334</c:v>
                </c:pt>
                <c:pt idx="156">
                  <c:v>0.60238</c:v>
                </c:pt>
                <c:pt idx="157">
                  <c:v>0.60135</c:v>
                </c:pt>
                <c:pt idx="158">
                  <c:v>0.60026</c:v>
                </c:pt>
                <c:pt idx="159">
                  <c:v>0.59911</c:v>
                </c:pt>
                <c:pt idx="160">
                  <c:v>0.5979</c:v>
                </c:pt>
                <c:pt idx="161">
                  <c:v>0.59662</c:v>
                </c:pt>
                <c:pt idx="162">
                  <c:v>0.59528</c:v>
                </c:pt>
                <c:pt idx="163">
                  <c:v>0.59388</c:v>
                </c:pt>
                <c:pt idx="164">
                  <c:v>0.59241</c:v>
                </c:pt>
                <c:pt idx="165">
                  <c:v>0.59089</c:v>
                </c:pt>
                <c:pt idx="166">
                  <c:v>0.5893</c:v>
                </c:pt>
                <c:pt idx="167">
                  <c:v>0.58765</c:v>
                </c:pt>
                <c:pt idx="168">
                  <c:v>0.58594</c:v>
                </c:pt>
                <c:pt idx="169">
                  <c:v>0.58416</c:v>
                </c:pt>
                <c:pt idx="170">
                  <c:v>0.58233</c:v>
                </c:pt>
                <c:pt idx="171">
                  <c:v>0.58043</c:v>
                </c:pt>
                <c:pt idx="172">
                  <c:v>0.57846</c:v>
                </c:pt>
                <c:pt idx="173">
                  <c:v>0.57644</c:v>
                </c:pt>
                <c:pt idx="174">
                  <c:v>0.57435</c:v>
                </c:pt>
                <c:pt idx="175">
                  <c:v>0.5722</c:v>
                </c:pt>
                <c:pt idx="176">
                  <c:v>0.56999</c:v>
                </c:pt>
                <c:pt idx="177">
                  <c:v>0.56772</c:v>
                </c:pt>
                <c:pt idx="178">
                  <c:v>0.56538</c:v>
                </c:pt>
                <c:pt idx="179">
                  <c:v>0.56299</c:v>
                </c:pt>
                <c:pt idx="180">
                  <c:v>0.56053</c:v>
                </c:pt>
                <c:pt idx="181">
                  <c:v>0.558</c:v>
                </c:pt>
                <c:pt idx="182">
                  <c:v>0.55542</c:v>
                </c:pt>
                <c:pt idx="183">
                  <c:v>0.55277</c:v>
                </c:pt>
                <c:pt idx="184">
                  <c:v>0.55006</c:v>
                </c:pt>
                <c:pt idx="185">
                  <c:v>0.54729</c:v>
                </c:pt>
                <c:pt idx="186">
                  <c:v>0.54446</c:v>
                </c:pt>
                <c:pt idx="187">
                  <c:v>0.54156</c:v>
                </c:pt>
                <c:pt idx="188">
                  <c:v>0.5386</c:v>
                </c:pt>
                <c:pt idx="189">
                  <c:v>0.53558</c:v>
                </c:pt>
                <c:pt idx="190">
                  <c:v>0.5325</c:v>
                </c:pt>
                <c:pt idx="191">
                  <c:v>0.52936</c:v>
                </c:pt>
                <c:pt idx="192">
                  <c:v>0.52615</c:v>
                </c:pt>
                <c:pt idx="193">
                  <c:v>0.52288</c:v>
                </c:pt>
                <c:pt idx="194">
                  <c:v>0.51955</c:v>
                </c:pt>
                <c:pt idx="195">
                  <c:v>0.51615</c:v>
                </c:pt>
                <c:pt idx="196">
                  <c:v>0.5127</c:v>
                </c:pt>
                <c:pt idx="197">
                  <c:v>0.50918</c:v>
                </c:pt>
                <c:pt idx="198">
                  <c:v>0.5056</c:v>
                </c:pt>
                <c:pt idx="199">
                  <c:v>0.50195</c:v>
                </c:pt>
                <c:pt idx="200">
                  <c:v>0.49825</c:v>
                </c:pt>
                <c:pt idx="201">
                  <c:v>0.49448</c:v>
                </c:pt>
                <c:pt idx="202">
                  <c:v>0.49065</c:v>
                </c:pt>
                <c:pt idx="203">
                  <c:v>0.48676</c:v>
                </c:pt>
                <c:pt idx="204">
                  <c:v>0.4828</c:v>
                </c:pt>
                <c:pt idx="205">
                  <c:v>0.47878</c:v>
                </c:pt>
                <c:pt idx="206">
                  <c:v>0.4747</c:v>
                </c:pt>
                <c:pt idx="207">
                  <c:v>0.47056</c:v>
                </c:pt>
                <c:pt idx="208">
                  <c:v>0.46636</c:v>
                </c:pt>
                <c:pt idx="209">
                  <c:v>0.46209</c:v>
                </c:pt>
                <c:pt idx="210">
                  <c:v>0.45776</c:v>
                </c:pt>
                <c:pt idx="211">
                  <c:v>0.45337</c:v>
                </c:pt>
                <c:pt idx="212">
                  <c:v>0.44892</c:v>
                </c:pt>
                <c:pt idx="213">
                  <c:v>0.4444</c:v>
                </c:pt>
                <c:pt idx="214">
                  <c:v>0.43983</c:v>
                </c:pt>
                <c:pt idx="215">
                  <c:v>0.43519</c:v>
                </c:pt>
                <c:pt idx="216">
                  <c:v>0.43048</c:v>
                </c:pt>
                <c:pt idx="217">
                  <c:v>0.42572</c:v>
                </c:pt>
                <c:pt idx="218">
                  <c:v>0.42089</c:v>
                </c:pt>
                <c:pt idx="219">
                  <c:v>0.416</c:v>
                </c:pt>
                <c:pt idx="220">
                  <c:v>0.41105</c:v>
                </c:pt>
                <c:pt idx="221">
                  <c:v>0.40604</c:v>
                </c:pt>
                <c:pt idx="222">
                  <c:v>0.40096</c:v>
                </c:pt>
                <c:pt idx="223">
                  <c:v>0.39583</c:v>
                </c:pt>
                <c:pt idx="224">
                  <c:v>0.39062</c:v>
                </c:pt>
                <c:pt idx="225">
                  <c:v>0.38536</c:v>
                </c:pt>
                <c:pt idx="226">
                  <c:v>0.38004</c:v>
                </c:pt>
                <c:pt idx="227">
                  <c:v>0.37465</c:v>
                </c:pt>
                <c:pt idx="228">
                  <c:v>0.3692</c:v>
                </c:pt>
                <c:pt idx="229">
                  <c:v>0.36369</c:v>
                </c:pt>
                <c:pt idx="230">
                  <c:v>0.35811</c:v>
                </c:pt>
                <c:pt idx="231">
                  <c:v>0.35248</c:v>
                </c:pt>
                <c:pt idx="232">
                  <c:v>0.34678</c:v>
                </c:pt>
                <c:pt idx="233">
                  <c:v>0.34102</c:v>
                </c:pt>
                <c:pt idx="234">
                  <c:v>0.3352</c:v>
                </c:pt>
                <c:pt idx="235">
                  <c:v>0.32931</c:v>
                </c:pt>
                <c:pt idx="236">
                  <c:v>0.32336</c:v>
                </c:pt>
                <c:pt idx="237">
                  <c:v>0.31735</c:v>
                </c:pt>
                <c:pt idx="238">
                  <c:v>0.31128</c:v>
                </c:pt>
                <c:pt idx="239">
                  <c:v>0.30514</c:v>
                </c:pt>
                <c:pt idx="240">
                  <c:v>0.29895</c:v>
                </c:pt>
                <c:pt idx="241">
                  <c:v>0.29269</c:v>
                </c:pt>
                <c:pt idx="242">
                  <c:v>0.28637</c:v>
                </c:pt>
                <c:pt idx="243">
                  <c:v>0.27998</c:v>
                </c:pt>
                <c:pt idx="244">
                  <c:v>0.27354</c:v>
                </c:pt>
                <c:pt idx="245">
                  <c:v>0.26703</c:v>
                </c:pt>
                <c:pt idx="246">
                  <c:v>0.26046</c:v>
                </c:pt>
                <c:pt idx="247">
                  <c:v>0.25383</c:v>
                </c:pt>
                <c:pt idx="248">
                  <c:v>0.24713</c:v>
                </c:pt>
                <c:pt idx="249">
                  <c:v>0.24037</c:v>
                </c:pt>
                <c:pt idx="250">
                  <c:v>0.23355</c:v>
                </c:pt>
                <c:pt idx="251">
                  <c:v>0.22667</c:v>
                </c:pt>
                <c:pt idx="252">
                  <c:v>0.21973</c:v>
                </c:pt>
                <c:pt idx="253">
                  <c:v>0.21272</c:v>
                </c:pt>
                <c:pt idx="254">
                  <c:v>0.20565</c:v>
                </c:pt>
                <c:pt idx="255">
                  <c:v>0.19852</c:v>
                </c:pt>
                <c:pt idx="256">
                  <c:v>0.19133</c:v>
                </c:pt>
                <c:pt idx="257">
                  <c:v>0.18407</c:v>
                </c:pt>
                <c:pt idx="258">
                  <c:v>0.17675</c:v>
                </c:pt>
                <c:pt idx="259">
                  <c:v>0.16937</c:v>
                </c:pt>
                <c:pt idx="260">
                  <c:v>0.16193</c:v>
                </c:pt>
                <c:pt idx="261">
                  <c:v>0.15443</c:v>
                </c:pt>
                <c:pt idx="262">
                  <c:v>0.14686</c:v>
                </c:pt>
                <c:pt idx="263">
                  <c:v>0.13923</c:v>
                </c:pt>
                <c:pt idx="264">
                  <c:v>0.13154</c:v>
                </c:pt>
                <c:pt idx="265">
                  <c:v>0.12378</c:v>
                </c:pt>
                <c:pt idx="266">
                  <c:v>0.11597</c:v>
                </c:pt>
                <c:pt idx="267">
                  <c:v>0.10809</c:v>
                </c:pt>
                <c:pt idx="268">
                  <c:v>0.10015</c:v>
                </c:pt>
                <c:pt idx="269">
                  <c:v>0.09214</c:v>
                </c:pt>
                <c:pt idx="270">
                  <c:v>0.08408</c:v>
                </c:pt>
                <c:pt idx="271">
                  <c:v>0.07595</c:v>
                </c:pt>
                <c:pt idx="272">
                  <c:v>0.06776</c:v>
                </c:pt>
                <c:pt idx="273">
                  <c:v>0.05951</c:v>
                </c:pt>
                <c:pt idx="274">
                  <c:v>0.05119</c:v>
                </c:pt>
                <c:pt idx="275">
                  <c:v>0.04282</c:v>
                </c:pt>
                <c:pt idx="276">
                  <c:v>0.03438</c:v>
                </c:pt>
                <c:pt idx="277">
                  <c:v>0.02588</c:v>
                </c:pt>
                <c:pt idx="278">
                  <c:v>0.01731</c:v>
                </c:pt>
                <c:pt idx="279">
                  <c:v>0.00869</c:v>
                </c:pt>
                <c:pt idx="28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70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Miles de 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NORMAL media 50 000, desviación 25 000</a:t>
            </a:r>
          </a:p>
        </c:rich>
      </c:tx>
      <c:layout/>
      <c:overlay val="0"/>
    </c:title>
    <c:autoTitleDeleted val="0"/>
    <c:plotArea>
      <c:layout/>
      <c:scatterChart>
        <c:scatterStyle val="lineMarker"/>
        <c:varyColors val="0"/>
        <c:ser>
          <c:idx val="0"/>
          <c:order val="0"/>
          <c:tx>
            <c:strRef>
              <c:f>Sheet1!$B$1</c:f>
              <c:strCache>
                <c:ptCount val="1"/>
                <c:pt idx="0">
                  <c:v>NORMAL 50 / 25</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Sheet1!$A$2:$A$242</c:f>
              <c:numCache>
                <c:formatCode>General</c:formatCode>
                <c:ptCount val="241"/>
                <c:pt idx="0">
                  <c:v>-40</c:v>
                </c:pt>
                <c:pt idx="1">
                  <c:v>-39.25</c:v>
                </c:pt>
                <c:pt idx="2">
                  <c:v>-38.5</c:v>
                </c:pt>
                <c:pt idx="3">
                  <c:v>-37.75</c:v>
                </c:pt>
                <c:pt idx="4">
                  <c:v>-37</c:v>
                </c:pt>
                <c:pt idx="5">
                  <c:v>-36.25</c:v>
                </c:pt>
                <c:pt idx="6">
                  <c:v>-35.5</c:v>
                </c:pt>
                <c:pt idx="7">
                  <c:v>-34.75</c:v>
                </c:pt>
                <c:pt idx="8">
                  <c:v>-34</c:v>
                </c:pt>
                <c:pt idx="9">
                  <c:v>-33.25</c:v>
                </c:pt>
                <c:pt idx="10">
                  <c:v>-32.5</c:v>
                </c:pt>
                <c:pt idx="11">
                  <c:v>-31.75</c:v>
                </c:pt>
                <c:pt idx="12">
                  <c:v>-31</c:v>
                </c:pt>
                <c:pt idx="13">
                  <c:v>-30.25</c:v>
                </c:pt>
                <c:pt idx="14">
                  <c:v>-29.5</c:v>
                </c:pt>
                <c:pt idx="15">
                  <c:v>-28.75</c:v>
                </c:pt>
                <c:pt idx="16">
                  <c:v>-28</c:v>
                </c:pt>
                <c:pt idx="17">
                  <c:v>-27.25</c:v>
                </c:pt>
                <c:pt idx="18">
                  <c:v>-26.5</c:v>
                </c:pt>
                <c:pt idx="19">
                  <c:v>-25.75</c:v>
                </c:pt>
                <c:pt idx="20">
                  <c:v>-25</c:v>
                </c:pt>
                <c:pt idx="21">
                  <c:v>-24.25</c:v>
                </c:pt>
                <c:pt idx="22">
                  <c:v>-23.5</c:v>
                </c:pt>
                <c:pt idx="23">
                  <c:v>-22.75</c:v>
                </c:pt>
                <c:pt idx="24">
                  <c:v>-22</c:v>
                </c:pt>
                <c:pt idx="25">
                  <c:v>-21.25</c:v>
                </c:pt>
                <c:pt idx="26">
                  <c:v>-20.5</c:v>
                </c:pt>
                <c:pt idx="27">
                  <c:v>-19.75</c:v>
                </c:pt>
                <c:pt idx="28">
                  <c:v>-19</c:v>
                </c:pt>
                <c:pt idx="29">
                  <c:v>-18.25</c:v>
                </c:pt>
                <c:pt idx="30">
                  <c:v>-17.5</c:v>
                </c:pt>
                <c:pt idx="31">
                  <c:v>-16.75</c:v>
                </c:pt>
                <c:pt idx="32">
                  <c:v>-16</c:v>
                </c:pt>
                <c:pt idx="33">
                  <c:v>-15.25</c:v>
                </c:pt>
                <c:pt idx="34">
                  <c:v>-14.5</c:v>
                </c:pt>
                <c:pt idx="35">
                  <c:v>-13.75</c:v>
                </c:pt>
                <c:pt idx="36">
                  <c:v>-13</c:v>
                </c:pt>
                <c:pt idx="37">
                  <c:v>-12.25</c:v>
                </c:pt>
                <c:pt idx="38">
                  <c:v>-11.5</c:v>
                </c:pt>
                <c:pt idx="39">
                  <c:v>-10.75</c:v>
                </c:pt>
                <c:pt idx="40">
                  <c:v>-10</c:v>
                </c:pt>
                <c:pt idx="41">
                  <c:v>-9.25</c:v>
                </c:pt>
                <c:pt idx="42">
                  <c:v>-8.5</c:v>
                </c:pt>
                <c:pt idx="43">
                  <c:v>-7.75</c:v>
                </c:pt>
                <c:pt idx="44">
                  <c:v>-7</c:v>
                </c:pt>
                <c:pt idx="45">
                  <c:v>-6.25</c:v>
                </c:pt>
                <c:pt idx="46">
                  <c:v>-5.5</c:v>
                </c:pt>
                <c:pt idx="47">
                  <c:v>-4.75</c:v>
                </c:pt>
                <c:pt idx="48">
                  <c:v>-4</c:v>
                </c:pt>
                <c:pt idx="49">
                  <c:v>-3.25</c:v>
                </c:pt>
                <c:pt idx="50">
                  <c:v>-2.5</c:v>
                </c:pt>
                <c:pt idx="51">
                  <c:v>-1.75</c:v>
                </c:pt>
                <c:pt idx="52">
                  <c:v>-1</c:v>
                </c:pt>
                <c:pt idx="53">
                  <c:v>-0.25</c:v>
                </c:pt>
                <c:pt idx="54">
                  <c:v>0.5</c:v>
                </c:pt>
                <c:pt idx="55">
                  <c:v>1.25</c:v>
                </c:pt>
                <c:pt idx="56">
                  <c:v>2</c:v>
                </c:pt>
                <c:pt idx="57">
                  <c:v>2.75</c:v>
                </c:pt>
                <c:pt idx="58">
                  <c:v>3.5</c:v>
                </c:pt>
                <c:pt idx="59">
                  <c:v>4.25</c:v>
                </c:pt>
                <c:pt idx="60">
                  <c:v>5</c:v>
                </c:pt>
                <c:pt idx="61">
                  <c:v>5.75</c:v>
                </c:pt>
                <c:pt idx="62">
                  <c:v>6.5</c:v>
                </c:pt>
                <c:pt idx="63">
                  <c:v>7.25</c:v>
                </c:pt>
                <c:pt idx="64">
                  <c:v>8</c:v>
                </c:pt>
                <c:pt idx="65">
                  <c:v>8.75</c:v>
                </c:pt>
                <c:pt idx="66">
                  <c:v>9.5</c:v>
                </c:pt>
                <c:pt idx="67">
                  <c:v>10.25</c:v>
                </c:pt>
                <c:pt idx="68">
                  <c:v>11</c:v>
                </c:pt>
                <c:pt idx="69">
                  <c:v>11.75</c:v>
                </c:pt>
                <c:pt idx="70">
                  <c:v>12.5</c:v>
                </c:pt>
                <c:pt idx="71">
                  <c:v>13.25</c:v>
                </c:pt>
                <c:pt idx="72">
                  <c:v>14</c:v>
                </c:pt>
                <c:pt idx="73">
                  <c:v>14.75</c:v>
                </c:pt>
                <c:pt idx="74">
                  <c:v>15.5</c:v>
                </c:pt>
                <c:pt idx="75">
                  <c:v>16.25</c:v>
                </c:pt>
                <c:pt idx="76">
                  <c:v>17</c:v>
                </c:pt>
                <c:pt idx="77">
                  <c:v>17.75</c:v>
                </c:pt>
                <c:pt idx="78">
                  <c:v>18.5</c:v>
                </c:pt>
                <c:pt idx="79">
                  <c:v>19.25</c:v>
                </c:pt>
                <c:pt idx="80">
                  <c:v>20</c:v>
                </c:pt>
                <c:pt idx="81">
                  <c:v>20.75</c:v>
                </c:pt>
                <c:pt idx="82">
                  <c:v>21.5</c:v>
                </c:pt>
                <c:pt idx="83">
                  <c:v>22.25</c:v>
                </c:pt>
                <c:pt idx="84">
                  <c:v>23</c:v>
                </c:pt>
                <c:pt idx="85">
                  <c:v>23.75</c:v>
                </c:pt>
                <c:pt idx="86">
                  <c:v>24.5</c:v>
                </c:pt>
                <c:pt idx="87">
                  <c:v>25.25</c:v>
                </c:pt>
                <c:pt idx="88">
                  <c:v>26</c:v>
                </c:pt>
                <c:pt idx="89">
                  <c:v>26.75</c:v>
                </c:pt>
                <c:pt idx="90">
                  <c:v>27.5</c:v>
                </c:pt>
                <c:pt idx="91">
                  <c:v>28.25</c:v>
                </c:pt>
                <c:pt idx="92">
                  <c:v>29</c:v>
                </c:pt>
                <c:pt idx="93">
                  <c:v>29.75</c:v>
                </c:pt>
                <c:pt idx="94">
                  <c:v>30.5</c:v>
                </c:pt>
                <c:pt idx="95">
                  <c:v>31.25</c:v>
                </c:pt>
                <c:pt idx="96">
                  <c:v>32</c:v>
                </c:pt>
                <c:pt idx="97">
                  <c:v>32.75</c:v>
                </c:pt>
                <c:pt idx="98">
                  <c:v>33.5</c:v>
                </c:pt>
                <c:pt idx="99">
                  <c:v>34.25</c:v>
                </c:pt>
                <c:pt idx="100">
                  <c:v>35</c:v>
                </c:pt>
                <c:pt idx="101">
                  <c:v>35.75</c:v>
                </c:pt>
                <c:pt idx="102">
                  <c:v>36.5</c:v>
                </c:pt>
                <c:pt idx="103">
                  <c:v>37.25</c:v>
                </c:pt>
                <c:pt idx="104">
                  <c:v>38</c:v>
                </c:pt>
                <c:pt idx="105">
                  <c:v>38.75</c:v>
                </c:pt>
                <c:pt idx="106">
                  <c:v>39.5</c:v>
                </c:pt>
                <c:pt idx="107">
                  <c:v>40.25</c:v>
                </c:pt>
                <c:pt idx="108">
                  <c:v>41</c:v>
                </c:pt>
                <c:pt idx="109">
                  <c:v>41.75</c:v>
                </c:pt>
                <c:pt idx="110">
                  <c:v>42.5</c:v>
                </c:pt>
                <c:pt idx="111">
                  <c:v>43.25</c:v>
                </c:pt>
                <c:pt idx="112">
                  <c:v>44</c:v>
                </c:pt>
                <c:pt idx="113">
                  <c:v>44.75</c:v>
                </c:pt>
                <c:pt idx="114">
                  <c:v>45.5</c:v>
                </c:pt>
                <c:pt idx="115">
                  <c:v>46.25</c:v>
                </c:pt>
                <c:pt idx="116">
                  <c:v>47</c:v>
                </c:pt>
                <c:pt idx="117">
                  <c:v>47.75</c:v>
                </c:pt>
                <c:pt idx="118">
                  <c:v>48.5</c:v>
                </c:pt>
                <c:pt idx="119">
                  <c:v>49.25</c:v>
                </c:pt>
                <c:pt idx="120">
                  <c:v>50</c:v>
                </c:pt>
                <c:pt idx="121">
                  <c:v>50.75</c:v>
                </c:pt>
                <c:pt idx="122">
                  <c:v>51.5</c:v>
                </c:pt>
                <c:pt idx="123">
                  <c:v>52.25</c:v>
                </c:pt>
                <c:pt idx="124">
                  <c:v>53</c:v>
                </c:pt>
                <c:pt idx="125">
                  <c:v>53.75</c:v>
                </c:pt>
                <c:pt idx="126">
                  <c:v>54.5</c:v>
                </c:pt>
                <c:pt idx="127">
                  <c:v>55.25</c:v>
                </c:pt>
                <c:pt idx="128">
                  <c:v>56</c:v>
                </c:pt>
                <c:pt idx="129">
                  <c:v>56.75</c:v>
                </c:pt>
                <c:pt idx="130">
                  <c:v>57.5</c:v>
                </c:pt>
                <c:pt idx="131">
                  <c:v>58.25</c:v>
                </c:pt>
                <c:pt idx="132">
                  <c:v>59</c:v>
                </c:pt>
                <c:pt idx="133">
                  <c:v>59.75</c:v>
                </c:pt>
                <c:pt idx="134">
                  <c:v>60.5</c:v>
                </c:pt>
                <c:pt idx="135">
                  <c:v>61.25</c:v>
                </c:pt>
                <c:pt idx="136">
                  <c:v>62</c:v>
                </c:pt>
                <c:pt idx="137">
                  <c:v>62.75</c:v>
                </c:pt>
                <c:pt idx="138">
                  <c:v>63.5</c:v>
                </c:pt>
                <c:pt idx="139">
                  <c:v>64.25</c:v>
                </c:pt>
                <c:pt idx="140">
                  <c:v>65</c:v>
                </c:pt>
                <c:pt idx="141">
                  <c:v>65.75</c:v>
                </c:pt>
                <c:pt idx="142">
                  <c:v>66.5</c:v>
                </c:pt>
                <c:pt idx="143">
                  <c:v>67.25</c:v>
                </c:pt>
                <c:pt idx="144">
                  <c:v>68</c:v>
                </c:pt>
                <c:pt idx="145">
                  <c:v>68.75</c:v>
                </c:pt>
                <c:pt idx="146">
                  <c:v>69.5</c:v>
                </c:pt>
                <c:pt idx="147">
                  <c:v>70.25</c:v>
                </c:pt>
                <c:pt idx="148">
                  <c:v>71</c:v>
                </c:pt>
                <c:pt idx="149">
                  <c:v>71.75</c:v>
                </c:pt>
                <c:pt idx="150">
                  <c:v>72.5</c:v>
                </c:pt>
                <c:pt idx="151">
                  <c:v>73.25</c:v>
                </c:pt>
                <c:pt idx="152">
                  <c:v>74</c:v>
                </c:pt>
                <c:pt idx="153">
                  <c:v>74.75</c:v>
                </c:pt>
                <c:pt idx="154">
                  <c:v>75.5</c:v>
                </c:pt>
                <c:pt idx="155">
                  <c:v>76.25</c:v>
                </c:pt>
                <c:pt idx="156">
                  <c:v>77</c:v>
                </c:pt>
                <c:pt idx="157">
                  <c:v>77.75</c:v>
                </c:pt>
                <c:pt idx="158">
                  <c:v>78.5</c:v>
                </c:pt>
                <c:pt idx="159">
                  <c:v>79.25</c:v>
                </c:pt>
                <c:pt idx="160">
                  <c:v>80</c:v>
                </c:pt>
                <c:pt idx="161">
                  <c:v>80.75</c:v>
                </c:pt>
                <c:pt idx="162">
                  <c:v>81.5</c:v>
                </c:pt>
                <c:pt idx="163">
                  <c:v>82.25</c:v>
                </c:pt>
                <c:pt idx="164">
                  <c:v>83</c:v>
                </c:pt>
                <c:pt idx="165">
                  <c:v>83.75</c:v>
                </c:pt>
                <c:pt idx="166">
                  <c:v>84.5</c:v>
                </c:pt>
                <c:pt idx="167">
                  <c:v>85.25</c:v>
                </c:pt>
                <c:pt idx="168">
                  <c:v>86</c:v>
                </c:pt>
                <c:pt idx="169">
                  <c:v>86.75</c:v>
                </c:pt>
                <c:pt idx="170">
                  <c:v>87.5</c:v>
                </c:pt>
                <c:pt idx="171">
                  <c:v>88.25</c:v>
                </c:pt>
                <c:pt idx="172">
                  <c:v>89</c:v>
                </c:pt>
                <c:pt idx="173">
                  <c:v>89.75</c:v>
                </c:pt>
                <c:pt idx="174">
                  <c:v>90.5</c:v>
                </c:pt>
                <c:pt idx="175">
                  <c:v>91.25</c:v>
                </c:pt>
                <c:pt idx="176">
                  <c:v>92</c:v>
                </c:pt>
                <c:pt idx="177">
                  <c:v>92.75</c:v>
                </c:pt>
                <c:pt idx="178">
                  <c:v>93.5</c:v>
                </c:pt>
                <c:pt idx="179">
                  <c:v>94.25</c:v>
                </c:pt>
                <c:pt idx="180">
                  <c:v>95</c:v>
                </c:pt>
                <c:pt idx="181">
                  <c:v>95.75</c:v>
                </c:pt>
                <c:pt idx="182">
                  <c:v>96.5</c:v>
                </c:pt>
                <c:pt idx="183">
                  <c:v>97.25</c:v>
                </c:pt>
                <c:pt idx="184">
                  <c:v>98</c:v>
                </c:pt>
                <c:pt idx="185">
                  <c:v>98.75</c:v>
                </c:pt>
                <c:pt idx="186">
                  <c:v>99.5</c:v>
                </c:pt>
                <c:pt idx="187">
                  <c:v>100.25</c:v>
                </c:pt>
                <c:pt idx="188">
                  <c:v>101</c:v>
                </c:pt>
                <c:pt idx="189">
                  <c:v>101.75</c:v>
                </c:pt>
                <c:pt idx="190">
                  <c:v>102.5</c:v>
                </c:pt>
                <c:pt idx="191">
                  <c:v>103.25</c:v>
                </c:pt>
                <c:pt idx="192">
                  <c:v>104</c:v>
                </c:pt>
                <c:pt idx="193">
                  <c:v>104.75</c:v>
                </c:pt>
                <c:pt idx="194">
                  <c:v>105.5</c:v>
                </c:pt>
                <c:pt idx="195">
                  <c:v>106.25</c:v>
                </c:pt>
                <c:pt idx="196">
                  <c:v>107</c:v>
                </c:pt>
                <c:pt idx="197">
                  <c:v>107.75</c:v>
                </c:pt>
                <c:pt idx="198">
                  <c:v>108.5</c:v>
                </c:pt>
                <c:pt idx="199">
                  <c:v>109.25</c:v>
                </c:pt>
                <c:pt idx="200">
                  <c:v>110</c:v>
                </c:pt>
                <c:pt idx="201">
                  <c:v>110.75</c:v>
                </c:pt>
                <c:pt idx="202">
                  <c:v>111.5</c:v>
                </c:pt>
                <c:pt idx="203">
                  <c:v>112.25</c:v>
                </c:pt>
                <c:pt idx="204">
                  <c:v>113</c:v>
                </c:pt>
                <c:pt idx="205">
                  <c:v>113.75</c:v>
                </c:pt>
                <c:pt idx="206">
                  <c:v>114.5</c:v>
                </c:pt>
                <c:pt idx="207">
                  <c:v>115.25</c:v>
                </c:pt>
                <c:pt idx="208">
                  <c:v>116</c:v>
                </c:pt>
                <c:pt idx="209">
                  <c:v>116.75</c:v>
                </c:pt>
                <c:pt idx="210">
                  <c:v>117.5</c:v>
                </c:pt>
                <c:pt idx="211">
                  <c:v>118.25</c:v>
                </c:pt>
                <c:pt idx="212">
                  <c:v>119</c:v>
                </c:pt>
                <c:pt idx="213">
                  <c:v>119.75</c:v>
                </c:pt>
                <c:pt idx="214">
                  <c:v>120.5</c:v>
                </c:pt>
                <c:pt idx="215">
                  <c:v>121.25</c:v>
                </c:pt>
                <c:pt idx="216">
                  <c:v>122</c:v>
                </c:pt>
                <c:pt idx="217">
                  <c:v>122.75</c:v>
                </c:pt>
                <c:pt idx="218">
                  <c:v>123.5</c:v>
                </c:pt>
                <c:pt idx="219">
                  <c:v>124.25</c:v>
                </c:pt>
                <c:pt idx="220">
                  <c:v>125</c:v>
                </c:pt>
                <c:pt idx="221">
                  <c:v>125.75</c:v>
                </c:pt>
                <c:pt idx="222">
                  <c:v>126.5</c:v>
                </c:pt>
                <c:pt idx="223">
                  <c:v>127.25</c:v>
                </c:pt>
                <c:pt idx="224">
                  <c:v>128</c:v>
                </c:pt>
                <c:pt idx="225">
                  <c:v>128.75</c:v>
                </c:pt>
                <c:pt idx="226">
                  <c:v>129.5</c:v>
                </c:pt>
                <c:pt idx="227">
                  <c:v>130.25</c:v>
                </c:pt>
                <c:pt idx="228">
                  <c:v>131</c:v>
                </c:pt>
                <c:pt idx="229">
                  <c:v>131.75</c:v>
                </c:pt>
                <c:pt idx="230">
                  <c:v>132.5</c:v>
                </c:pt>
                <c:pt idx="231">
                  <c:v>133.25</c:v>
                </c:pt>
                <c:pt idx="232">
                  <c:v>134</c:v>
                </c:pt>
                <c:pt idx="233">
                  <c:v>134.75</c:v>
                </c:pt>
                <c:pt idx="234">
                  <c:v>135.5</c:v>
                </c:pt>
                <c:pt idx="235">
                  <c:v>136.25</c:v>
                </c:pt>
                <c:pt idx="236">
                  <c:v>137</c:v>
                </c:pt>
                <c:pt idx="237">
                  <c:v>137.75</c:v>
                </c:pt>
                <c:pt idx="238">
                  <c:v>138.5</c:v>
                </c:pt>
                <c:pt idx="239">
                  <c:v>139.25</c:v>
                </c:pt>
                <c:pt idx="240">
                  <c:v>140</c:v>
                </c:pt>
              </c:numCache>
            </c:numRef>
          </c:xVal>
          <c:yVal>
            <c:numRef>
              <c:f>Sheet1!$B$2:$B$242</c:f>
              <c:numCache>
                <c:formatCode>General</c:formatCode>
                <c:ptCount val="241"/>
                <c:pt idx="0">
                  <c:v>0.00153</c:v>
                </c:pt>
                <c:pt idx="1">
                  <c:v>0.00171</c:v>
                </c:pt>
                <c:pt idx="2">
                  <c:v>0.0019</c:v>
                </c:pt>
                <c:pt idx="3">
                  <c:v>0.00211</c:v>
                </c:pt>
                <c:pt idx="4">
                  <c:v>0.00235</c:v>
                </c:pt>
                <c:pt idx="5">
                  <c:v>0.0026</c:v>
                </c:pt>
                <c:pt idx="6">
                  <c:v>0.00289</c:v>
                </c:pt>
                <c:pt idx="7">
                  <c:v>0.0032</c:v>
                </c:pt>
                <c:pt idx="8">
                  <c:v>0.00354</c:v>
                </c:pt>
                <c:pt idx="9">
                  <c:v>0.00391</c:v>
                </c:pt>
                <c:pt idx="10">
                  <c:v>0.00432</c:v>
                </c:pt>
                <c:pt idx="11">
                  <c:v>0.00477</c:v>
                </c:pt>
                <c:pt idx="12">
                  <c:v>0.00525</c:v>
                </c:pt>
                <c:pt idx="13">
                  <c:v>0.00579</c:v>
                </c:pt>
                <c:pt idx="14">
                  <c:v>0.00637</c:v>
                </c:pt>
                <c:pt idx="15">
                  <c:v>0.007</c:v>
                </c:pt>
                <c:pt idx="16">
                  <c:v>0.00769</c:v>
                </c:pt>
                <c:pt idx="17">
                  <c:v>0.00845</c:v>
                </c:pt>
                <c:pt idx="18">
                  <c:v>0.00926</c:v>
                </c:pt>
                <c:pt idx="19">
                  <c:v>0.01015</c:v>
                </c:pt>
                <c:pt idx="20">
                  <c:v>0.01111</c:v>
                </c:pt>
                <c:pt idx="21">
                  <c:v>0.01215</c:v>
                </c:pt>
                <c:pt idx="22">
                  <c:v>0.01328</c:v>
                </c:pt>
                <c:pt idx="23">
                  <c:v>0.01449</c:v>
                </c:pt>
                <c:pt idx="24">
                  <c:v>0.01581</c:v>
                </c:pt>
                <c:pt idx="25">
                  <c:v>0.01723</c:v>
                </c:pt>
                <c:pt idx="26">
                  <c:v>0.01876</c:v>
                </c:pt>
                <c:pt idx="27">
                  <c:v>0.0204</c:v>
                </c:pt>
                <c:pt idx="28">
                  <c:v>0.02217</c:v>
                </c:pt>
                <c:pt idx="29">
                  <c:v>0.02408</c:v>
                </c:pt>
                <c:pt idx="30">
                  <c:v>0.02612</c:v>
                </c:pt>
                <c:pt idx="31">
                  <c:v>0.02831</c:v>
                </c:pt>
                <c:pt idx="32">
                  <c:v>0.03066</c:v>
                </c:pt>
                <c:pt idx="33">
                  <c:v>0.03317</c:v>
                </c:pt>
                <c:pt idx="34">
                  <c:v>0.03586</c:v>
                </c:pt>
                <c:pt idx="35">
                  <c:v>0.03873</c:v>
                </c:pt>
                <c:pt idx="36">
                  <c:v>0.04179</c:v>
                </c:pt>
                <c:pt idx="37">
                  <c:v>0.04505</c:v>
                </c:pt>
                <c:pt idx="38">
                  <c:v>0.04852</c:v>
                </c:pt>
                <c:pt idx="39">
                  <c:v>0.05221</c:v>
                </c:pt>
                <c:pt idx="40">
                  <c:v>0.05613</c:v>
                </c:pt>
                <c:pt idx="41">
                  <c:v>0.0603</c:v>
                </c:pt>
                <c:pt idx="42">
                  <c:v>0.06471</c:v>
                </c:pt>
                <c:pt idx="43">
                  <c:v>0.06939</c:v>
                </c:pt>
                <c:pt idx="44">
                  <c:v>0.07433</c:v>
                </c:pt>
                <c:pt idx="45">
                  <c:v>0.07956</c:v>
                </c:pt>
                <c:pt idx="46">
                  <c:v>0.08508</c:v>
                </c:pt>
                <c:pt idx="47">
                  <c:v>0.0909</c:v>
                </c:pt>
                <c:pt idx="48">
                  <c:v>0.09702</c:v>
                </c:pt>
                <c:pt idx="49">
                  <c:v>0.10347</c:v>
                </c:pt>
                <c:pt idx="50">
                  <c:v>0.11025</c:v>
                </c:pt>
                <c:pt idx="51">
                  <c:v>0.11737</c:v>
                </c:pt>
                <c:pt idx="52">
                  <c:v>0.12483</c:v>
                </c:pt>
                <c:pt idx="53">
                  <c:v>0.13265</c:v>
                </c:pt>
                <c:pt idx="54">
                  <c:v>0.14083</c:v>
                </c:pt>
                <c:pt idx="55">
                  <c:v>0.14938</c:v>
                </c:pt>
                <c:pt idx="56">
                  <c:v>0.15831</c:v>
                </c:pt>
                <c:pt idx="57">
                  <c:v>0.16762</c:v>
                </c:pt>
                <c:pt idx="58">
                  <c:v>0.17732</c:v>
                </c:pt>
                <c:pt idx="59">
                  <c:v>0.18741</c:v>
                </c:pt>
                <c:pt idx="60">
                  <c:v>0.1979</c:v>
                </c:pt>
                <c:pt idx="61">
                  <c:v>0.20879</c:v>
                </c:pt>
                <c:pt idx="62">
                  <c:v>0.22007</c:v>
                </c:pt>
                <c:pt idx="63">
                  <c:v>0.23176</c:v>
                </c:pt>
                <c:pt idx="64">
                  <c:v>0.24385</c:v>
                </c:pt>
                <c:pt idx="65">
                  <c:v>0.25634</c:v>
                </c:pt>
                <c:pt idx="66">
                  <c:v>0.26923</c:v>
                </c:pt>
                <c:pt idx="67">
                  <c:v>0.28251</c:v>
                </c:pt>
                <c:pt idx="68">
                  <c:v>0.29618</c:v>
                </c:pt>
                <c:pt idx="69">
                  <c:v>0.31023</c:v>
                </c:pt>
                <c:pt idx="70">
                  <c:v>0.32465</c:v>
                </c:pt>
                <c:pt idx="71">
                  <c:v>0.33944</c:v>
                </c:pt>
                <c:pt idx="72">
                  <c:v>0.35459</c:v>
                </c:pt>
                <c:pt idx="73">
                  <c:v>0.37007</c:v>
                </c:pt>
                <c:pt idx="74">
                  <c:v>0.38589</c:v>
                </c:pt>
                <c:pt idx="75">
                  <c:v>0.40202</c:v>
                </c:pt>
                <c:pt idx="76">
                  <c:v>0.41845</c:v>
                </c:pt>
                <c:pt idx="77">
                  <c:v>0.43516</c:v>
                </c:pt>
                <c:pt idx="78">
                  <c:v>0.45212</c:v>
                </c:pt>
                <c:pt idx="79">
                  <c:v>0.46933</c:v>
                </c:pt>
                <c:pt idx="80">
                  <c:v>0.48675</c:v>
                </c:pt>
                <c:pt idx="81">
                  <c:v>0.50437</c:v>
                </c:pt>
                <c:pt idx="82">
                  <c:v>0.52215</c:v>
                </c:pt>
                <c:pt idx="83">
                  <c:v>0.54007</c:v>
                </c:pt>
                <c:pt idx="84">
                  <c:v>0.55811</c:v>
                </c:pt>
                <c:pt idx="85">
                  <c:v>0.57623</c:v>
                </c:pt>
                <c:pt idx="86">
                  <c:v>0.5944</c:v>
                </c:pt>
                <c:pt idx="87">
                  <c:v>0.6126</c:v>
                </c:pt>
                <c:pt idx="88">
                  <c:v>0.63078</c:v>
                </c:pt>
                <c:pt idx="89">
                  <c:v>0.64892</c:v>
                </c:pt>
                <c:pt idx="90">
                  <c:v>0.66698</c:v>
                </c:pt>
                <c:pt idx="91">
                  <c:v>0.68492</c:v>
                </c:pt>
                <c:pt idx="92">
                  <c:v>0.70272</c:v>
                </c:pt>
                <c:pt idx="93">
                  <c:v>0.72033</c:v>
                </c:pt>
                <c:pt idx="94">
                  <c:v>0.73771</c:v>
                </c:pt>
                <c:pt idx="95">
                  <c:v>0.75484</c:v>
                </c:pt>
                <c:pt idx="96">
                  <c:v>0.77167</c:v>
                </c:pt>
                <c:pt idx="97">
                  <c:v>0.78816</c:v>
                </c:pt>
                <c:pt idx="98">
                  <c:v>0.80429</c:v>
                </c:pt>
                <c:pt idx="99">
                  <c:v>0.82</c:v>
                </c:pt>
                <c:pt idx="100">
                  <c:v>0.83527</c:v>
                </c:pt>
                <c:pt idx="101">
                  <c:v>0.85006</c:v>
                </c:pt>
                <c:pt idx="102">
                  <c:v>0.86433</c:v>
                </c:pt>
                <c:pt idx="103">
                  <c:v>0.87805</c:v>
                </c:pt>
                <c:pt idx="104">
                  <c:v>0.89119</c:v>
                </c:pt>
                <c:pt idx="105">
                  <c:v>0.90371</c:v>
                </c:pt>
                <c:pt idx="106">
                  <c:v>0.91558</c:v>
                </c:pt>
                <c:pt idx="107">
                  <c:v>0.92677</c:v>
                </c:pt>
                <c:pt idx="108">
                  <c:v>0.93725</c:v>
                </c:pt>
                <c:pt idx="109">
                  <c:v>0.94701</c:v>
                </c:pt>
                <c:pt idx="110">
                  <c:v>0.956</c:v>
                </c:pt>
                <c:pt idx="111">
                  <c:v>0.96421</c:v>
                </c:pt>
                <c:pt idx="112">
                  <c:v>0.97161</c:v>
                </c:pt>
                <c:pt idx="113">
                  <c:v>0.97819</c:v>
                </c:pt>
                <c:pt idx="114">
                  <c:v>0.98393</c:v>
                </c:pt>
                <c:pt idx="115">
                  <c:v>0.98881</c:v>
                </c:pt>
                <c:pt idx="116">
                  <c:v>0.99283</c:v>
                </c:pt>
                <c:pt idx="117">
                  <c:v>0.99596</c:v>
                </c:pt>
                <c:pt idx="118">
                  <c:v>0.9982</c:v>
                </c:pt>
                <c:pt idx="119">
                  <c:v>0.99955</c:v>
                </c:pt>
                <c:pt idx="120">
                  <c:v>1</c:v>
                </c:pt>
                <c:pt idx="121">
                  <c:v>0.99955</c:v>
                </c:pt>
                <c:pt idx="122">
                  <c:v>0.9982</c:v>
                </c:pt>
                <c:pt idx="123">
                  <c:v>0.99596</c:v>
                </c:pt>
                <c:pt idx="124">
                  <c:v>0.99283</c:v>
                </c:pt>
                <c:pt idx="125">
                  <c:v>0.98881</c:v>
                </c:pt>
                <c:pt idx="126">
                  <c:v>0.98393</c:v>
                </c:pt>
                <c:pt idx="127">
                  <c:v>0.97819</c:v>
                </c:pt>
                <c:pt idx="128">
                  <c:v>0.97161</c:v>
                </c:pt>
                <c:pt idx="129">
                  <c:v>0.96421</c:v>
                </c:pt>
                <c:pt idx="130">
                  <c:v>0.956</c:v>
                </c:pt>
                <c:pt idx="131">
                  <c:v>0.94701</c:v>
                </c:pt>
                <c:pt idx="132">
                  <c:v>0.93725</c:v>
                </c:pt>
                <c:pt idx="133">
                  <c:v>0.92677</c:v>
                </c:pt>
                <c:pt idx="134">
                  <c:v>0.91558</c:v>
                </c:pt>
                <c:pt idx="135">
                  <c:v>0.90371</c:v>
                </c:pt>
                <c:pt idx="136">
                  <c:v>0.89119</c:v>
                </c:pt>
                <c:pt idx="137">
                  <c:v>0.87805</c:v>
                </c:pt>
                <c:pt idx="138">
                  <c:v>0.86433</c:v>
                </c:pt>
                <c:pt idx="139">
                  <c:v>0.85006</c:v>
                </c:pt>
                <c:pt idx="140">
                  <c:v>0.83527</c:v>
                </c:pt>
                <c:pt idx="141">
                  <c:v>0.82</c:v>
                </c:pt>
                <c:pt idx="142">
                  <c:v>0.80429</c:v>
                </c:pt>
                <c:pt idx="143">
                  <c:v>0.78816</c:v>
                </c:pt>
                <c:pt idx="144">
                  <c:v>0.77167</c:v>
                </c:pt>
                <c:pt idx="145">
                  <c:v>0.75484</c:v>
                </c:pt>
                <c:pt idx="146">
                  <c:v>0.73771</c:v>
                </c:pt>
                <c:pt idx="147">
                  <c:v>0.72033</c:v>
                </c:pt>
                <c:pt idx="148">
                  <c:v>0.70272</c:v>
                </c:pt>
                <c:pt idx="149">
                  <c:v>0.68492</c:v>
                </c:pt>
                <c:pt idx="150">
                  <c:v>0.66698</c:v>
                </c:pt>
                <c:pt idx="151">
                  <c:v>0.64892</c:v>
                </c:pt>
                <c:pt idx="152">
                  <c:v>0.63078</c:v>
                </c:pt>
                <c:pt idx="153">
                  <c:v>0.6126</c:v>
                </c:pt>
                <c:pt idx="154">
                  <c:v>0.5944</c:v>
                </c:pt>
                <c:pt idx="155">
                  <c:v>0.57623</c:v>
                </c:pt>
                <c:pt idx="156">
                  <c:v>0.55811</c:v>
                </c:pt>
                <c:pt idx="157">
                  <c:v>0.54007</c:v>
                </c:pt>
                <c:pt idx="158">
                  <c:v>0.52215</c:v>
                </c:pt>
                <c:pt idx="159">
                  <c:v>0.50437</c:v>
                </c:pt>
                <c:pt idx="160">
                  <c:v>0.48675</c:v>
                </c:pt>
                <c:pt idx="161">
                  <c:v>0.46933</c:v>
                </c:pt>
                <c:pt idx="162">
                  <c:v>0.45212</c:v>
                </c:pt>
                <c:pt idx="163">
                  <c:v>0.43516</c:v>
                </c:pt>
                <c:pt idx="164">
                  <c:v>0.41845</c:v>
                </c:pt>
                <c:pt idx="165">
                  <c:v>0.40202</c:v>
                </c:pt>
                <c:pt idx="166">
                  <c:v>0.38589</c:v>
                </c:pt>
                <c:pt idx="167">
                  <c:v>0.37007</c:v>
                </c:pt>
                <c:pt idx="168">
                  <c:v>0.35459</c:v>
                </c:pt>
                <c:pt idx="169">
                  <c:v>0.33944</c:v>
                </c:pt>
                <c:pt idx="170">
                  <c:v>0.32465</c:v>
                </c:pt>
                <c:pt idx="171">
                  <c:v>0.31023</c:v>
                </c:pt>
                <c:pt idx="172">
                  <c:v>0.29618</c:v>
                </c:pt>
                <c:pt idx="173">
                  <c:v>0.28251</c:v>
                </c:pt>
                <c:pt idx="174">
                  <c:v>0.26923</c:v>
                </c:pt>
                <c:pt idx="175">
                  <c:v>0.25634</c:v>
                </c:pt>
                <c:pt idx="176">
                  <c:v>0.24385</c:v>
                </c:pt>
                <c:pt idx="177">
                  <c:v>0.23176</c:v>
                </c:pt>
                <c:pt idx="178">
                  <c:v>0.22007</c:v>
                </c:pt>
                <c:pt idx="179">
                  <c:v>0.20879</c:v>
                </c:pt>
                <c:pt idx="180">
                  <c:v>0.1979</c:v>
                </c:pt>
                <c:pt idx="181">
                  <c:v>0.18741</c:v>
                </c:pt>
                <c:pt idx="182">
                  <c:v>0.17732</c:v>
                </c:pt>
                <c:pt idx="183">
                  <c:v>0.16762</c:v>
                </c:pt>
                <c:pt idx="184">
                  <c:v>0.15831</c:v>
                </c:pt>
                <c:pt idx="185">
                  <c:v>0.14938</c:v>
                </c:pt>
                <c:pt idx="186">
                  <c:v>0.14083</c:v>
                </c:pt>
                <c:pt idx="187">
                  <c:v>0.13265</c:v>
                </c:pt>
                <c:pt idx="188">
                  <c:v>0.12483</c:v>
                </c:pt>
                <c:pt idx="189">
                  <c:v>0.11737</c:v>
                </c:pt>
                <c:pt idx="190">
                  <c:v>0.11025</c:v>
                </c:pt>
                <c:pt idx="191">
                  <c:v>0.10347</c:v>
                </c:pt>
                <c:pt idx="192">
                  <c:v>0.09702</c:v>
                </c:pt>
                <c:pt idx="193">
                  <c:v>0.0909</c:v>
                </c:pt>
                <c:pt idx="194">
                  <c:v>0.08508</c:v>
                </c:pt>
                <c:pt idx="195">
                  <c:v>0.07956</c:v>
                </c:pt>
                <c:pt idx="196">
                  <c:v>0.07433</c:v>
                </c:pt>
                <c:pt idx="197">
                  <c:v>0.06939</c:v>
                </c:pt>
                <c:pt idx="198">
                  <c:v>0.06471</c:v>
                </c:pt>
                <c:pt idx="199">
                  <c:v>0.0603</c:v>
                </c:pt>
                <c:pt idx="200">
                  <c:v>0.05613</c:v>
                </c:pt>
                <c:pt idx="201">
                  <c:v>0.05221</c:v>
                </c:pt>
                <c:pt idx="202">
                  <c:v>0.04852</c:v>
                </c:pt>
                <c:pt idx="203">
                  <c:v>0.04505</c:v>
                </c:pt>
                <c:pt idx="204">
                  <c:v>0.04179</c:v>
                </c:pt>
                <c:pt idx="205">
                  <c:v>0.03873</c:v>
                </c:pt>
                <c:pt idx="206">
                  <c:v>0.03586</c:v>
                </c:pt>
                <c:pt idx="207">
                  <c:v>0.03317</c:v>
                </c:pt>
                <c:pt idx="208">
                  <c:v>0.03066</c:v>
                </c:pt>
                <c:pt idx="209">
                  <c:v>0.02831</c:v>
                </c:pt>
                <c:pt idx="210">
                  <c:v>0.02612</c:v>
                </c:pt>
                <c:pt idx="211">
                  <c:v>0.02408</c:v>
                </c:pt>
                <c:pt idx="212">
                  <c:v>0.02217</c:v>
                </c:pt>
                <c:pt idx="213">
                  <c:v>0.0204</c:v>
                </c:pt>
                <c:pt idx="214">
                  <c:v>0.01876</c:v>
                </c:pt>
                <c:pt idx="215">
                  <c:v>0.01723</c:v>
                </c:pt>
                <c:pt idx="216">
                  <c:v>0.01581</c:v>
                </c:pt>
                <c:pt idx="217">
                  <c:v>0.01449</c:v>
                </c:pt>
                <c:pt idx="218">
                  <c:v>0.01328</c:v>
                </c:pt>
                <c:pt idx="219">
                  <c:v>0.01215</c:v>
                </c:pt>
                <c:pt idx="220">
                  <c:v>0.01111</c:v>
                </c:pt>
                <c:pt idx="221">
                  <c:v>0.01015</c:v>
                </c:pt>
                <c:pt idx="222">
                  <c:v>0.00926</c:v>
                </c:pt>
                <c:pt idx="223">
                  <c:v>0.00845</c:v>
                </c:pt>
                <c:pt idx="224">
                  <c:v>0.00769</c:v>
                </c:pt>
                <c:pt idx="225">
                  <c:v>0.007</c:v>
                </c:pt>
                <c:pt idx="226">
                  <c:v>0.00637</c:v>
                </c:pt>
                <c:pt idx="227">
                  <c:v>0.00579</c:v>
                </c:pt>
                <c:pt idx="228">
                  <c:v>0.00525</c:v>
                </c:pt>
                <c:pt idx="229">
                  <c:v>0.00477</c:v>
                </c:pt>
                <c:pt idx="230">
                  <c:v>0.00432</c:v>
                </c:pt>
                <c:pt idx="231">
                  <c:v>0.00391</c:v>
                </c:pt>
                <c:pt idx="232">
                  <c:v>0.00354</c:v>
                </c:pt>
                <c:pt idx="233">
                  <c:v>0.0032</c:v>
                </c:pt>
                <c:pt idx="234">
                  <c:v>0.00289</c:v>
                </c:pt>
                <c:pt idx="235">
                  <c:v>0.0026</c:v>
                </c:pt>
                <c:pt idx="236">
                  <c:v>0.00235</c:v>
                </c:pt>
                <c:pt idx="237">
                  <c:v>0.00211</c:v>
                </c:pt>
                <c:pt idx="238">
                  <c:v>0.0019</c:v>
                </c:pt>
                <c:pt idx="239">
                  <c:v>0.00171</c:v>
                </c:pt>
                <c:pt idx="240">
                  <c:v>0.00153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40"/>
          <c:min val="-4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Miles de 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2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Ajuste de precios con tope contractual ±600 miles de S/</a:t>
            </a:r>
          </a:p>
        </c:rich>
      </c:tx>
      <c:layout/>
      <c:overlay val="0"/>
    </c:title>
    <c:autoTitleDeleted val="0"/>
    <c:plotArea>
      <c:layout/>
      <c:scatterChart>
        <c:scatterStyle val="lineMarker"/>
        <c:varyColors val="0"/>
        <c:ser>
          <c:idx val="0"/>
          <c:order val="0"/>
          <c:tx>
            <c:strRef>
              <c:f>Sheet1!$B$1</c:f>
              <c:strCache>
                <c:ptCount val="1"/>
                <c:pt idx="0">
                  <c:v>NORMAL_TRUNCADA 0 / 400 / −600 / 600</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Sheet1!$A$2:$A$322</c:f>
              <c:numCache>
                <c:formatCode>General</c:formatCode>
                <c:ptCount val="321"/>
                <c:pt idx="0">
                  <c:v>-800</c:v>
                </c:pt>
                <c:pt idx="1">
                  <c:v>-795</c:v>
                </c:pt>
                <c:pt idx="2">
                  <c:v>-790</c:v>
                </c:pt>
                <c:pt idx="3">
                  <c:v>-785</c:v>
                </c:pt>
                <c:pt idx="4">
                  <c:v>-780</c:v>
                </c:pt>
                <c:pt idx="5">
                  <c:v>-775</c:v>
                </c:pt>
                <c:pt idx="6">
                  <c:v>-770</c:v>
                </c:pt>
                <c:pt idx="7">
                  <c:v>-765</c:v>
                </c:pt>
                <c:pt idx="8">
                  <c:v>-760</c:v>
                </c:pt>
                <c:pt idx="9">
                  <c:v>-755</c:v>
                </c:pt>
                <c:pt idx="10">
                  <c:v>-750</c:v>
                </c:pt>
                <c:pt idx="11">
                  <c:v>-745</c:v>
                </c:pt>
                <c:pt idx="12">
                  <c:v>-740</c:v>
                </c:pt>
                <c:pt idx="13">
                  <c:v>-735</c:v>
                </c:pt>
                <c:pt idx="14">
                  <c:v>-730</c:v>
                </c:pt>
                <c:pt idx="15">
                  <c:v>-725</c:v>
                </c:pt>
                <c:pt idx="16">
                  <c:v>-720</c:v>
                </c:pt>
                <c:pt idx="17">
                  <c:v>-715</c:v>
                </c:pt>
                <c:pt idx="18">
                  <c:v>-710</c:v>
                </c:pt>
                <c:pt idx="19">
                  <c:v>-705</c:v>
                </c:pt>
                <c:pt idx="20">
                  <c:v>-700</c:v>
                </c:pt>
                <c:pt idx="21">
                  <c:v>-695</c:v>
                </c:pt>
                <c:pt idx="22">
                  <c:v>-690</c:v>
                </c:pt>
                <c:pt idx="23">
                  <c:v>-685</c:v>
                </c:pt>
                <c:pt idx="24">
                  <c:v>-680</c:v>
                </c:pt>
                <c:pt idx="25">
                  <c:v>-675</c:v>
                </c:pt>
                <c:pt idx="26">
                  <c:v>-670</c:v>
                </c:pt>
                <c:pt idx="27">
                  <c:v>-665</c:v>
                </c:pt>
                <c:pt idx="28">
                  <c:v>-660</c:v>
                </c:pt>
                <c:pt idx="29">
                  <c:v>-655</c:v>
                </c:pt>
                <c:pt idx="30">
                  <c:v>-650</c:v>
                </c:pt>
                <c:pt idx="31">
                  <c:v>-645</c:v>
                </c:pt>
                <c:pt idx="32">
                  <c:v>-640</c:v>
                </c:pt>
                <c:pt idx="33">
                  <c:v>-635</c:v>
                </c:pt>
                <c:pt idx="34">
                  <c:v>-630</c:v>
                </c:pt>
                <c:pt idx="35">
                  <c:v>-625</c:v>
                </c:pt>
                <c:pt idx="36">
                  <c:v>-620</c:v>
                </c:pt>
                <c:pt idx="37">
                  <c:v>-615</c:v>
                </c:pt>
                <c:pt idx="38">
                  <c:v>-610</c:v>
                </c:pt>
                <c:pt idx="39">
                  <c:v>-605</c:v>
                </c:pt>
                <c:pt idx="40">
                  <c:v>-600</c:v>
                </c:pt>
                <c:pt idx="41">
                  <c:v>-595</c:v>
                </c:pt>
                <c:pt idx="42">
                  <c:v>-590</c:v>
                </c:pt>
                <c:pt idx="43">
                  <c:v>-585</c:v>
                </c:pt>
                <c:pt idx="44">
                  <c:v>-580</c:v>
                </c:pt>
                <c:pt idx="45">
                  <c:v>-575</c:v>
                </c:pt>
                <c:pt idx="46">
                  <c:v>-570</c:v>
                </c:pt>
                <c:pt idx="47">
                  <c:v>-565</c:v>
                </c:pt>
                <c:pt idx="48">
                  <c:v>-560</c:v>
                </c:pt>
                <c:pt idx="49">
                  <c:v>-555</c:v>
                </c:pt>
                <c:pt idx="50">
                  <c:v>-550</c:v>
                </c:pt>
                <c:pt idx="51">
                  <c:v>-545</c:v>
                </c:pt>
                <c:pt idx="52">
                  <c:v>-540</c:v>
                </c:pt>
                <c:pt idx="53">
                  <c:v>-535</c:v>
                </c:pt>
                <c:pt idx="54">
                  <c:v>-530</c:v>
                </c:pt>
                <c:pt idx="55">
                  <c:v>-525</c:v>
                </c:pt>
                <c:pt idx="56">
                  <c:v>-520</c:v>
                </c:pt>
                <c:pt idx="57">
                  <c:v>-515</c:v>
                </c:pt>
                <c:pt idx="58">
                  <c:v>-510</c:v>
                </c:pt>
                <c:pt idx="59">
                  <c:v>-505</c:v>
                </c:pt>
                <c:pt idx="60">
                  <c:v>-500</c:v>
                </c:pt>
                <c:pt idx="61">
                  <c:v>-495</c:v>
                </c:pt>
                <c:pt idx="62">
                  <c:v>-490</c:v>
                </c:pt>
                <c:pt idx="63">
                  <c:v>-485</c:v>
                </c:pt>
                <c:pt idx="64">
                  <c:v>-480</c:v>
                </c:pt>
                <c:pt idx="65">
                  <c:v>-475</c:v>
                </c:pt>
                <c:pt idx="66">
                  <c:v>-470</c:v>
                </c:pt>
                <c:pt idx="67">
                  <c:v>-465</c:v>
                </c:pt>
                <c:pt idx="68">
                  <c:v>-460</c:v>
                </c:pt>
                <c:pt idx="69">
                  <c:v>-455</c:v>
                </c:pt>
                <c:pt idx="70">
                  <c:v>-450</c:v>
                </c:pt>
                <c:pt idx="71">
                  <c:v>-445</c:v>
                </c:pt>
                <c:pt idx="72">
                  <c:v>-440</c:v>
                </c:pt>
                <c:pt idx="73">
                  <c:v>-435</c:v>
                </c:pt>
                <c:pt idx="74">
                  <c:v>-430</c:v>
                </c:pt>
                <c:pt idx="75">
                  <c:v>-425</c:v>
                </c:pt>
                <c:pt idx="76">
                  <c:v>-420</c:v>
                </c:pt>
                <c:pt idx="77">
                  <c:v>-415</c:v>
                </c:pt>
                <c:pt idx="78">
                  <c:v>-410</c:v>
                </c:pt>
                <c:pt idx="79">
                  <c:v>-405</c:v>
                </c:pt>
                <c:pt idx="80">
                  <c:v>-400</c:v>
                </c:pt>
                <c:pt idx="81">
                  <c:v>-395</c:v>
                </c:pt>
                <c:pt idx="82">
                  <c:v>-390</c:v>
                </c:pt>
                <c:pt idx="83">
                  <c:v>-385</c:v>
                </c:pt>
                <c:pt idx="84">
                  <c:v>-380</c:v>
                </c:pt>
                <c:pt idx="85">
                  <c:v>-375</c:v>
                </c:pt>
                <c:pt idx="86">
                  <c:v>-370</c:v>
                </c:pt>
                <c:pt idx="87">
                  <c:v>-365</c:v>
                </c:pt>
                <c:pt idx="88">
                  <c:v>-360</c:v>
                </c:pt>
                <c:pt idx="89">
                  <c:v>-355</c:v>
                </c:pt>
                <c:pt idx="90">
                  <c:v>-350</c:v>
                </c:pt>
                <c:pt idx="91">
                  <c:v>-345</c:v>
                </c:pt>
                <c:pt idx="92">
                  <c:v>-340</c:v>
                </c:pt>
                <c:pt idx="93">
                  <c:v>-335</c:v>
                </c:pt>
                <c:pt idx="94">
                  <c:v>-330</c:v>
                </c:pt>
                <c:pt idx="95">
                  <c:v>-325</c:v>
                </c:pt>
                <c:pt idx="96">
                  <c:v>-320</c:v>
                </c:pt>
                <c:pt idx="97">
                  <c:v>-315</c:v>
                </c:pt>
                <c:pt idx="98">
                  <c:v>-310</c:v>
                </c:pt>
                <c:pt idx="99">
                  <c:v>-305</c:v>
                </c:pt>
                <c:pt idx="100">
                  <c:v>-300</c:v>
                </c:pt>
                <c:pt idx="101">
                  <c:v>-295</c:v>
                </c:pt>
                <c:pt idx="102">
                  <c:v>-290</c:v>
                </c:pt>
                <c:pt idx="103">
                  <c:v>-285</c:v>
                </c:pt>
                <c:pt idx="104">
                  <c:v>-280</c:v>
                </c:pt>
                <c:pt idx="105">
                  <c:v>-275</c:v>
                </c:pt>
                <c:pt idx="106">
                  <c:v>-270</c:v>
                </c:pt>
                <c:pt idx="107">
                  <c:v>-265</c:v>
                </c:pt>
                <c:pt idx="108">
                  <c:v>-260</c:v>
                </c:pt>
                <c:pt idx="109">
                  <c:v>-255</c:v>
                </c:pt>
                <c:pt idx="110">
                  <c:v>-250</c:v>
                </c:pt>
                <c:pt idx="111">
                  <c:v>-245</c:v>
                </c:pt>
                <c:pt idx="112">
                  <c:v>-240</c:v>
                </c:pt>
                <c:pt idx="113">
                  <c:v>-235</c:v>
                </c:pt>
                <c:pt idx="114">
                  <c:v>-230</c:v>
                </c:pt>
                <c:pt idx="115">
                  <c:v>-225</c:v>
                </c:pt>
                <c:pt idx="116">
                  <c:v>-220</c:v>
                </c:pt>
                <c:pt idx="117">
                  <c:v>-215</c:v>
                </c:pt>
                <c:pt idx="118">
                  <c:v>-210</c:v>
                </c:pt>
                <c:pt idx="119">
                  <c:v>-205</c:v>
                </c:pt>
                <c:pt idx="120">
                  <c:v>-200</c:v>
                </c:pt>
                <c:pt idx="121">
                  <c:v>-195</c:v>
                </c:pt>
                <c:pt idx="122">
                  <c:v>-190</c:v>
                </c:pt>
                <c:pt idx="123">
                  <c:v>-185</c:v>
                </c:pt>
                <c:pt idx="124">
                  <c:v>-180</c:v>
                </c:pt>
                <c:pt idx="125">
                  <c:v>-175</c:v>
                </c:pt>
                <c:pt idx="126">
                  <c:v>-170</c:v>
                </c:pt>
                <c:pt idx="127">
                  <c:v>-165</c:v>
                </c:pt>
                <c:pt idx="128">
                  <c:v>-160</c:v>
                </c:pt>
                <c:pt idx="129">
                  <c:v>-155</c:v>
                </c:pt>
                <c:pt idx="130">
                  <c:v>-150</c:v>
                </c:pt>
                <c:pt idx="131">
                  <c:v>-145</c:v>
                </c:pt>
                <c:pt idx="132">
                  <c:v>-140</c:v>
                </c:pt>
                <c:pt idx="133">
                  <c:v>-135</c:v>
                </c:pt>
                <c:pt idx="134">
                  <c:v>-130</c:v>
                </c:pt>
                <c:pt idx="135">
                  <c:v>-125</c:v>
                </c:pt>
                <c:pt idx="136">
                  <c:v>-120</c:v>
                </c:pt>
                <c:pt idx="137">
                  <c:v>-115</c:v>
                </c:pt>
                <c:pt idx="138">
                  <c:v>-110</c:v>
                </c:pt>
                <c:pt idx="139">
                  <c:v>-105</c:v>
                </c:pt>
                <c:pt idx="140">
                  <c:v>-100</c:v>
                </c:pt>
                <c:pt idx="141">
                  <c:v>-95</c:v>
                </c:pt>
                <c:pt idx="142">
                  <c:v>-90</c:v>
                </c:pt>
                <c:pt idx="143">
                  <c:v>-85</c:v>
                </c:pt>
                <c:pt idx="144">
                  <c:v>-80</c:v>
                </c:pt>
                <c:pt idx="145">
                  <c:v>-75</c:v>
                </c:pt>
                <c:pt idx="146">
                  <c:v>-70</c:v>
                </c:pt>
                <c:pt idx="147">
                  <c:v>-65</c:v>
                </c:pt>
                <c:pt idx="148">
                  <c:v>-60</c:v>
                </c:pt>
                <c:pt idx="149">
                  <c:v>-55</c:v>
                </c:pt>
                <c:pt idx="150">
                  <c:v>-50</c:v>
                </c:pt>
                <c:pt idx="151">
                  <c:v>-45</c:v>
                </c:pt>
                <c:pt idx="152">
                  <c:v>-40</c:v>
                </c:pt>
                <c:pt idx="153">
                  <c:v>-35</c:v>
                </c:pt>
                <c:pt idx="154">
                  <c:v>-30</c:v>
                </c:pt>
                <c:pt idx="155">
                  <c:v>-25</c:v>
                </c:pt>
                <c:pt idx="156">
                  <c:v>-20</c:v>
                </c:pt>
                <c:pt idx="157">
                  <c:v>-15</c:v>
                </c:pt>
                <c:pt idx="158">
                  <c:v>-10</c:v>
                </c:pt>
                <c:pt idx="159">
                  <c:v>-5</c:v>
                </c:pt>
                <c:pt idx="160">
                  <c:v>0</c:v>
                </c:pt>
                <c:pt idx="161">
                  <c:v>5</c:v>
                </c:pt>
                <c:pt idx="162">
                  <c:v>10</c:v>
                </c:pt>
                <c:pt idx="163">
                  <c:v>15</c:v>
                </c:pt>
                <c:pt idx="164">
                  <c:v>20</c:v>
                </c:pt>
                <c:pt idx="165">
                  <c:v>25</c:v>
                </c:pt>
                <c:pt idx="166">
                  <c:v>30</c:v>
                </c:pt>
                <c:pt idx="167">
                  <c:v>35</c:v>
                </c:pt>
                <c:pt idx="168">
                  <c:v>40</c:v>
                </c:pt>
                <c:pt idx="169">
                  <c:v>45</c:v>
                </c:pt>
                <c:pt idx="170">
                  <c:v>50</c:v>
                </c:pt>
                <c:pt idx="171">
                  <c:v>55</c:v>
                </c:pt>
                <c:pt idx="172">
                  <c:v>60</c:v>
                </c:pt>
                <c:pt idx="173">
                  <c:v>65</c:v>
                </c:pt>
                <c:pt idx="174">
                  <c:v>70</c:v>
                </c:pt>
                <c:pt idx="175">
                  <c:v>75</c:v>
                </c:pt>
                <c:pt idx="176">
                  <c:v>80</c:v>
                </c:pt>
                <c:pt idx="177">
                  <c:v>85</c:v>
                </c:pt>
                <c:pt idx="178">
                  <c:v>90</c:v>
                </c:pt>
                <c:pt idx="179">
                  <c:v>95</c:v>
                </c:pt>
                <c:pt idx="180">
                  <c:v>100</c:v>
                </c:pt>
                <c:pt idx="181">
                  <c:v>105</c:v>
                </c:pt>
                <c:pt idx="182">
                  <c:v>110</c:v>
                </c:pt>
                <c:pt idx="183">
                  <c:v>115</c:v>
                </c:pt>
                <c:pt idx="184">
                  <c:v>120</c:v>
                </c:pt>
                <c:pt idx="185">
                  <c:v>125</c:v>
                </c:pt>
                <c:pt idx="186">
                  <c:v>130</c:v>
                </c:pt>
                <c:pt idx="187">
                  <c:v>135</c:v>
                </c:pt>
                <c:pt idx="188">
                  <c:v>140</c:v>
                </c:pt>
                <c:pt idx="189">
                  <c:v>145</c:v>
                </c:pt>
                <c:pt idx="190">
                  <c:v>150</c:v>
                </c:pt>
                <c:pt idx="191">
                  <c:v>155</c:v>
                </c:pt>
                <c:pt idx="192">
                  <c:v>160</c:v>
                </c:pt>
                <c:pt idx="193">
                  <c:v>165</c:v>
                </c:pt>
                <c:pt idx="194">
                  <c:v>170</c:v>
                </c:pt>
                <c:pt idx="195">
                  <c:v>175</c:v>
                </c:pt>
                <c:pt idx="196">
                  <c:v>180</c:v>
                </c:pt>
                <c:pt idx="197">
                  <c:v>185</c:v>
                </c:pt>
                <c:pt idx="198">
                  <c:v>190</c:v>
                </c:pt>
                <c:pt idx="199">
                  <c:v>195</c:v>
                </c:pt>
                <c:pt idx="200">
                  <c:v>200</c:v>
                </c:pt>
                <c:pt idx="201">
                  <c:v>205</c:v>
                </c:pt>
                <c:pt idx="202">
                  <c:v>210</c:v>
                </c:pt>
                <c:pt idx="203">
                  <c:v>215</c:v>
                </c:pt>
                <c:pt idx="204">
                  <c:v>220</c:v>
                </c:pt>
                <c:pt idx="205">
                  <c:v>225</c:v>
                </c:pt>
                <c:pt idx="206">
                  <c:v>230</c:v>
                </c:pt>
                <c:pt idx="207">
                  <c:v>235</c:v>
                </c:pt>
                <c:pt idx="208">
                  <c:v>240</c:v>
                </c:pt>
                <c:pt idx="209">
                  <c:v>245</c:v>
                </c:pt>
                <c:pt idx="210">
                  <c:v>250</c:v>
                </c:pt>
                <c:pt idx="211">
                  <c:v>255</c:v>
                </c:pt>
                <c:pt idx="212">
                  <c:v>260</c:v>
                </c:pt>
                <c:pt idx="213">
                  <c:v>265</c:v>
                </c:pt>
                <c:pt idx="214">
                  <c:v>270</c:v>
                </c:pt>
                <c:pt idx="215">
                  <c:v>275</c:v>
                </c:pt>
                <c:pt idx="216">
                  <c:v>280</c:v>
                </c:pt>
                <c:pt idx="217">
                  <c:v>285</c:v>
                </c:pt>
                <c:pt idx="218">
                  <c:v>290</c:v>
                </c:pt>
                <c:pt idx="219">
                  <c:v>295</c:v>
                </c:pt>
                <c:pt idx="220">
                  <c:v>300</c:v>
                </c:pt>
                <c:pt idx="221">
                  <c:v>305</c:v>
                </c:pt>
                <c:pt idx="222">
                  <c:v>310</c:v>
                </c:pt>
                <c:pt idx="223">
                  <c:v>315</c:v>
                </c:pt>
                <c:pt idx="224">
                  <c:v>320</c:v>
                </c:pt>
                <c:pt idx="225">
                  <c:v>325</c:v>
                </c:pt>
                <c:pt idx="226">
                  <c:v>330</c:v>
                </c:pt>
                <c:pt idx="227">
                  <c:v>335</c:v>
                </c:pt>
                <c:pt idx="228">
                  <c:v>340</c:v>
                </c:pt>
                <c:pt idx="229">
                  <c:v>345</c:v>
                </c:pt>
                <c:pt idx="230">
                  <c:v>350</c:v>
                </c:pt>
                <c:pt idx="231">
                  <c:v>355</c:v>
                </c:pt>
                <c:pt idx="232">
                  <c:v>360</c:v>
                </c:pt>
                <c:pt idx="233">
                  <c:v>365</c:v>
                </c:pt>
                <c:pt idx="234">
                  <c:v>370</c:v>
                </c:pt>
                <c:pt idx="235">
                  <c:v>375</c:v>
                </c:pt>
                <c:pt idx="236">
                  <c:v>380</c:v>
                </c:pt>
                <c:pt idx="237">
                  <c:v>385</c:v>
                </c:pt>
                <c:pt idx="238">
                  <c:v>390</c:v>
                </c:pt>
                <c:pt idx="239">
                  <c:v>395</c:v>
                </c:pt>
                <c:pt idx="240">
                  <c:v>400</c:v>
                </c:pt>
                <c:pt idx="241">
                  <c:v>405</c:v>
                </c:pt>
                <c:pt idx="242">
                  <c:v>410</c:v>
                </c:pt>
                <c:pt idx="243">
                  <c:v>415</c:v>
                </c:pt>
                <c:pt idx="244">
                  <c:v>420</c:v>
                </c:pt>
                <c:pt idx="245">
                  <c:v>425</c:v>
                </c:pt>
                <c:pt idx="246">
                  <c:v>430</c:v>
                </c:pt>
                <c:pt idx="247">
                  <c:v>435</c:v>
                </c:pt>
                <c:pt idx="248">
                  <c:v>440</c:v>
                </c:pt>
                <c:pt idx="249">
                  <c:v>445</c:v>
                </c:pt>
                <c:pt idx="250">
                  <c:v>450</c:v>
                </c:pt>
                <c:pt idx="251">
                  <c:v>455</c:v>
                </c:pt>
                <c:pt idx="252">
                  <c:v>460</c:v>
                </c:pt>
                <c:pt idx="253">
                  <c:v>465</c:v>
                </c:pt>
                <c:pt idx="254">
                  <c:v>470</c:v>
                </c:pt>
                <c:pt idx="255">
                  <c:v>475</c:v>
                </c:pt>
                <c:pt idx="256">
                  <c:v>480</c:v>
                </c:pt>
                <c:pt idx="257">
                  <c:v>485</c:v>
                </c:pt>
                <c:pt idx="258">
                  <c:v>490</c:v>
                </c:pt>
                <c:pt idx="259">
                  <c:v>495</c:v>
                </c:pt>
                <c:pt idx="260">
                  <c:v>500</c:v>
                </c:pt>
                <c:pt idx="261">
                  <c:v>505</c:v>
                </c:pt>
                <c:pt idx="262">
                  <c:v>510</c:v>
                </c:pt>
                <c:pt idx="263">
                  <c:v>515</c:v>
                </c:pt>
                <c:pt idx="264">
                  <c:v>520</c:v>
                </c:pt>
                <c:pt idx="265">
                  <c:v>525</c:v>
                </c:pt>
                <c:pt idx="266">
                  <c:v>530</c:v>
                </c:pt>
                <c:pt idx="267">
                  <c:v>535</c:v>
                </c:pt>
                <c:pt idx="268">
                  <c:v>540</c:v>
                </c:pt>
                <c:pt idx="269">
                  <c:v>545</c:v>
                </c:pt>
                <c:pt idx="270">
                  <c:v>550</c:v>
                </c:pt>
                <c:pt idx="271">
                  <c:v>555</c:v>
                </c:pt>
                <c:pt idx="272">
                  <c:v>560</c:v>
                </c:pt>
                <c:pt idx="273">
                  <c:v>565</c:v>
                </c:pt>
                <c:pt idx="274">
                  <c:v>570</c:v>
                </c:pt>
                <c:pt idx="275">
                  <c:v>575</c:v>
                </c:pt>
                <c:pt idx="276">
                  <c:v>580</c:v>
                </c:pt>
                <c:pt idx="277">
                  <c:v>585</c:v>
                </c:pt>
                <c:pt idx="278">
                  <c:v>590</c:v>
                </c:pt>
                <c:pt idx="279">
                  <c:v>595</c:v>
                </c:pt>
                <c:pt idx="280">
                  <c:v>600</c:v>
                </c:pt>
                <c:pt idx="281">
                  <c:v>605</c:v>
                </c:pt>
                <c:pt idx="282">
                  <c:v>610</c:v>
                </c:pt>
                <c:pt idx="283">
                  <c:v>615</c:v>
                </c:pt>
                <c:pt idx="284">
                  <c:v>620</c:v>
                </c:pt>
                <c:pt idx="285">
                  <c:v>625</c:v>
                </c:pt>
                <c:pt idx="286">
                  <c:v>630</c:v>
                </c:pt>
                <c:pt idx="287">
                  <c:v>635</c:v>
                </c:pt>
                <c:pt idx="288">
                  <c:v>640</c:v>
                </c:pt>
                <c:pt idx="289">
                  <c:v>645</c:v>
                </c:pt>
                <c:pt idx="290">
                  <c:v>650</c:v>
                </c:pt>
                <c:pt idx="291">
                  <c:v>655</c:v>
                </c:pt>
                <c:pt idx="292">
                  <c:v>660</c:v>
                </c:pt>
                <c:pt idx="293">
                  <c:v>665</c:v>
                </c:pt>
                <c:pt idx="294">
                  <c:v>670</c:v>
                </c:pt>
                <c:pt idx="295">
                  <c:v>675</c:v>
                </c:pt>
                <c:pt idx="296">
                  <c:v>680</c:v>
                </c:pt>
                <c:pt idx="297">
                  <c:v>685</c:v>
                </c:pt>
                <c:pt idx="298">
                  <c:v>690</c:v>
                </c:pt>
                <c:pt idx="299">
                  <c:v>695</c:v>
                </c:pt>
                <c:pt idx="300">
                  <c:v>700</c:v>
                </c:pt>
                <c:pt idx="301">
                  <c:v>705</c:v>
                </c:pt>
                <c:pt idx="302">
                  <c:v>710</c:v>
                </c:pt>
                <c:pt idx="303">
                  <c:v>715</c:v>
                </c:pt>
                <c:pt idx="304">
                  <c:v>720</c:v>
                </c:pt>
                <c:pt idx="305">
                  <c:v>725</c:v>
                </c:pt>
                <c:pt idx="306">
                  <c:v>730</c:v>
                </c:pt>
                <c:pt idx="307">
                  <c:v>735</c:v>
                </c:pt>
                <c:pt idx="308">
                  <c:v>740</c:v>
                </c:pt>
                <c:pt idx="309">
                  <c:v>745</c:v>
                </c:pt>
                <c:pt idx="310">
                  <c:v>750</c:v>
                </c:pt>
                <c:pt idx="311">
                  <c:v>755</c:v>
                </c:pt>
                <c:pt idx="312">
                  <c:v>760</c:v>
                </c:pt>
                <c:pt idx="313">
                  <c:v>765</c:v>
                </c:pt>
                <c:pt idx="314">
                  <c:v>770</c:v>
                </c:pt>
                <c:pt idx="315">
                  <c:v>775</c:v>
                </c:pt>
                <c:pt idx="316">
                  <c:v>780</c:v>
                </c:pt>
                <c:pt idx="317">
                  <c:v>785</c:v>
                </c:pt>
                <c:pt idx="318">
                  <c:v>790</c:v>
                </c:pt>
                <c:pt idx="319">
                  <c:v>795</c:v>
                </c:pt>
                <c:pt idx="320">
                  <c:v>800</c:v>
                </c:pt>
              </c:numCache>
            </c:numRef>
          </c:xVal>
          <c:yVal>
            <c:numRef>
              <c:f>Sheet1!$B$2:$B$322</c:f>
              <c:numCache>
                <c:formatCode>General</c:formatCode>
                <c:ptCount val="3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0.32465</c:v>
                </c:pt>
                <c:pt idx="41">
                  <c:v>0.33077</c:v>
                </c:pt>
                <c:pt idx="42">
                  <c:v>0.33695</c:v>
                </c:pt>
                <c:pt idx="43">
                  <c:v>0.3432</c:v>
                </c:pt>
                <c:pt idx="44">
                  <c:v>0.3495</c:v>
                </c:pt>
                <c:pt idx="45">
                  <c:v>0.35587</c:v>
                </c:pt>
                <c:pt idx="46">
                  <c:v>0.36229</c:v>
                </c:pt>
                <c:pt idx="47">
                  <c:v>0.36877</c:v>
                </c:pt>
                <c:pt idx="48">
                  <c:v>0.37531</c:v>
                </c:pt>
                <c:pt idx="49">
                  <c:v>0.38191</c:v>
                </c:pt>
                <c:pt idx="50">
                  <c:v>0.38856</c:v>
                </c:pt>
                <c:pt idx="51">
                  <c:v>0.39526</c:v>
                </c:pt>
                <c:pt idx="52">
                  <c:v>0.40202</c:v>
                </c:pt>
                <c:pt idx="53">
                  <c:v>0.40883</c:v>
                </c:pt>
                <c:pt idx="54">
                  <c:v>0.41569</c:v>
                </c:pt>
                <c:pt idx="55">
                  <c:v>0.4226</c:v>
                </c:pt>
                <c:pt idx="56">
                  <c:v>0.42956</c:v>
                </c:pt>
                <c:pt idx="57">
                  <c:v>0.43656</c:v>
                </c:pt>
                <c:pt idx="58">
                  <c:v>0.44361</c:v>
                </c:pt>
                <c:pt idx="59">
                  <c:v>0.4507</c:v>
                </c:pt>
                <c:pt idx="60">
                  <c:v>0.45783</c:v>
                </c:pt>
                <c:pt idx="61">
                  <c:v>0.46501</c:v>
                </c:pt>
                <c:pt idx="62">
                  <c:v>0.47222</c:v>
                </c:pt>
                <c:pt idx="63">
                  <c:v>0.47947</c:v>
                </c:pt>
                <c:pt idx="64">
                  <c:v>0.48675</c:v>
                </c:pt>
                <c:pt idx="65">
                  <c:v>0.49407</c:v>
                </c:pt>
                <c:pt idx="66">
                  <c:v>0.50142</c:v>
                </c:pt>
                <c:pt idx="67">
                  <c:v>0.5088</c:v>
                </c:pt>
                <c:pt idx="68">
                  <c:v>0.51621</c:v>
                </c:pt>
                <c:pt idx="69">
                  <c:v>0.52364</c:v>
                </c:pt>
                <c:pt idx="70">
                  <c:v>0.5311</c:v>
                </c:pt>
                <c:pt idx="71">
                  <c:v>0.53858</c:v>
                </c:pt>
                <c:pt idx="72">
                  <c:v>0.54607</c:v>
                </c:pt>
                <c:pt idx="73">
                  <c:v>0.55359</c:v>
                </c:pt>
                <c:pt idx="74">
                  <c:v>0.56112</c:v>
                </c:pt>
                <c:pt idx="75">
                  <c:v>0.56867</c:v>
                </c:pt>
                <c:pt idx="76">
                  <c:v>0.57623</c:v>
                </c:pt>
                <c:pt idx="77">
                  <c:v>0.5838</c:v>
                </c:pt>
                <c:pt idx="78">
                  <c:v>0.59137</c:v>
                </c:pt>
                <c:pt idx="79">
                  <c:v>0.59895</c:v>
                </c:pt>
                <c:pt idx="80">
                  <c:v>0.60653</c:v>
                </c:pt>
                <c:pt idx="81">
                  <c:v>0.61411</c:v>
                </c:pt>
                <c:pt idx="82">
                  <c:v>0.62169</c:v>
                </c:pt>
                <c:pt idx="83">
                  <c:v>0.62926</c:v>
                </c:pt>
                <c:pt idx="84">
                  <c:v>0.63683</c:v>
                </c:pt>
                <c:pt idx="85">
                  <c:v>0.64439</c:v>
                </c:pt>
                <c:pt idx="86">
                  <c:v>0.65193</c:v>
                </c:pt>
                <c:pt idx="87">
                  <c:v>0.65946</c:v>
                </c:pt>
                <c:pt idx="88">
                  <c:v>0.66698</c:v>
                </c:pt>
                <c:pt idx="89">
                  <c:v>0.67447</c:v>
                </c:pt>
                <c:pt idx="90">
                  <c:v>0.68194</c:v>
                </c:pt>
                <c:pt idx="91">
                  <c:v>0.68939</c:v>
                </c:pt>
                <c:pt idx="92">
                  <c:v>0.6968</c:v>
                </c:pt>
                <c:pt idx="93">
                  <c:v>0.70419</c:v>
                </c:pt>
                <c:pt idx="94">
                  <c:v>0.71155</c:v>
                </c:pt>
                <c:pt idx="95">
                  <c:v>0.71887</c:v>
                </c:pt>
                <c:pt idx="96">
                  <c:v>0.72615</c:v>
                </c:pt>
                <c:pt idx="97">
                  <c:v>0.73339</c:v>
                </c:pt>
                <c:pt idx="98">
                  <c:v>0.74059</c:v>
                </c:pt>
                <c:pt idx="99">
                  <c:v>0.74774</c:v>
                </c:pt>
                <c:pt idx="100">
                  <c:v>0.75484</c:v>
                </c:pt>
                <c:pt idx="101">
                  <c:v>0.76189</c:v>
                </c:pt>
                <c:pt idx="102">
                  <c:v>0.76889</c:v>
                </c:pt>
                <c:pt idx="103">
                  <c:v>0.77583</c:v>
                </c:pt>
                <c:pt idx="104">
                  <c:v>0.7827</c:v>
                </c:pt>
                <c:pt idx="105">
                  <c:v>0.78952</c:v>
                </c:pt>
                <c:pt idx="106">
                  <c:v>0.79627</c:v>
                </c:pt>
                <c:pt idx="107">
                  <c:v>0.80296</c:v>
                </c:pt>
                <c:pt idx="108">
                  <c:v>0.80957</c:v>
                </c:pt>
                <c:pt idx="109">
                  <c:v>0.81611</c:v>
                </c:pt>
                <c:pt idx="110">
                  <c:v>0.82258</c:v>
                </c:pt>
                <c:pt idx="111">
                  <c:v>0.82896</c:v>
                </c:pt>
                <c:pt idx="112">
                  <c:v>0.83527</c:v>
                </c:pt>
                <c:pt idx="113">
                  <c:v>0.84149</c:v>
                </c:pt>
                <c:pt idx="114">
                  <c:v>0.84763</c:v>
                </c:pt>
                <c:pt idx="115">
                  <c:v>0.85368</c:v>
                </c:pt>
                <c:pt idx="116">
                  <c:v>0.85963</c:v>
                </c:pt>
                <c:pt idx="117">
                  <c:v>0.8655</c:v>
                </c:pt>
                <c:pt idx="118">
                  <c:v>0.87126</c:v>
                </c:pt>
                <c:pt idx="119">
                  <c:v>0.87693</c:v>
                </c:pt>
                <c:pt idx="120">
                  <c:v>0.8825</c:v>
                </c:pt>
                <c:pt idx="121">
                  <c:v>0.88796</c:v>
                </c:pt>
                <c:pt idx="122">
                  <c:v>0.89332</c:v>
                </c:pt>
                <c:pt idx="123">
                  <c:v>0.89857</c:v>
                </c:pt>
                <c:pt idx="124">
                  <c:v>0.90371</c:v>
                </c:pt>
                <c:pt idx="125">
                  <c:v>0.90873</c:v>
                </c:pt>
                <c:pt idx="126">
                  <c:v>0.91365</c:v>
                </c:pt>
                <c:pt idx="127">
                  <c:v>0.91844</c:v>
                </c:pt>
                <c:pt idx="128">
                  <c:v>0.92312</c:v>
                </c:pt>
                <c:pt idx="129">
                  <c:v>0.92767</c:v>
                </c:pt>
                <c:pt idx="130">
                  <c:v>0.9321</c:v>
                </c:pt>
                <c:pt idx="131">
                  <c:v>0.93641</c:v>
                </c:pt>
                <c:pt idx="132">
                  <c:v>0.94059</c:v>
                </c:pt>
                <c:pt idx="133">
                  <c:v>0.94464</c:v>
                </c:pt>
                <c:pt idx="134">
                  <c:v>0.94856</c:v>
                </c:pt>
                <c:pt idx="135">
                  <c:v>0.95234</c:v>
                </c:pt>
                <c:pt idx="136">
                  <c:v>0.956</c:v>
                </c:pt>
                <c:pt idx="137">
                  <c:v>0.95951</c:v>
                </c:pt>
                <c:pt idx="138">
                  <c:v>0.96289</c:v>
                </c:pt>
                <c:pt idx="139">
                  <c:v>0.96613</c:v>
                </c:pt>
                <c:pt idx="140">
                  <c:v>0.96923</c:v>
                </c:pt>
                <c:pt idx="141">
                  <c:v>0.97219</c:v>
                </c:pt>
                <c:pt idx="142">
                  <c:v>0.97501</c:v>
                </c:pt>
                <c:pt idx="143">
                  <c:v>0.97767</c:v>
                </c:pt>
                <c:pt idx="144">
                  <c:v>0.9802</c:v>
                </c:pt>
                <c:pt idx="145">
                  <c:v>0.98258</c:v>
                </c:pt>
                <c:pt idx="146">
                  <c:v>0.9848</c:v>
                </c:pt>
                <c:pt idx="147">
                  <c:v>0.98688</c:v>
                </c:pt>
                <c:pt idx="148">
                  <c:v>0.98881</c:v>
                </c:pt>
                <c:pt idx="149">
                  <c:v>0.99059</c:v>
                </c:pt>
                <c:pt idx="150">
                  <c:v>0.99222</c:v>
                </c:pt>
                <c:pt idx="151">
                  <c:v>0.99369</c:v>
                </c:pt>
                <c:pt idx="152">
                  <c:v>0.99501</c:v>
                </c:pt>
                <c:pt idx="153">
                  <c:v>0.99618</c:v>
                </c:pt>
                <c:pt idx="154">
                  <c:v>0.99719</c:v>
                </c:pt>
                <c:pt idx="155">
                  <c:v>0.99805</c:v>
                </c:pt>
                <c:pt idx="156">
                  <c:v>0.99875</c:v>
                </c:pt>
                <c:pt idx="157">
                  <c:v>0.9993</c:v>
                </c:pt>
                <c:pt idx="158">
                  <c:v>0.99969</c:v>
                </c:pt>
                <c:pt idx="159">
                  <c:v>0.99992</c:v>
                </c:pt>
                <c:pt idx="160">
                  <c:v>1</c:v>
                </c:pt>
                <c:pt idx="161">
                  <c:v>0.99992</c:v>
                </c:pt>
                <c:pt idx="162">
                  <c:v>0.99969</c:v>
                </c:pt>
                <c:pt idx="163">
                  <c:v>0.9993</c:v>
                </c:pt>
                <c:pt idx="164">
                  <c:v>0.99875</c:v>
                </c:pt>
                <c:pt idx="165">
                  <c:v>0.99805</c:v>
                </c:pt>
                <c:pt idx="166">
                  <c:v>0.99719</c:v>
                </c:pt>
                <c:pt idx="167">
                  <c:v>0.99618</c:v>
                </c:pt>
                <c:pt idx="168">
                  <c:v>0.99501</c:v>
                </c:pt>
                <c:pt idx="169">
                  <c:v>0.99369</c:v>
                </c:pt>
                <c:pt idx="170">
                  <c:v>0.99222</c:v>
                </c:pt>
                <c:pt idx="171">
                  <c:v>0.99059</c:v>
                </c:pt>
                <c:pt idx="172">
                  <c:v>0.98881</c:v>
                </c:pt>
                <c:pt idx="173">
                  <c:v>0.98688</c:v>
                </c:pt>
                <c:pt idx="174">
                  <c:v>0.9848</c:v>
                </c:pt>
                <c:pt idx="175">
                  <c:v>0.98258</c:v>
                </c:pt>
                <c:pt idx="176">
                  <c:v>0.9802</c:v>
                </c:pt>
                <c:pt idx="177">
                  <c:v>0.97767</c:v>
                </c:pt>
                <c:pt idx="178">
                  <c:v>0.97501</c:v>
                </c:pt>
                <c:pt idx="179">
                  <c:v>0.97219</c:v>
                </c:pt>
                <c:pt idx="180">
                  <c:v>0.96923</c:v>
                </c:pt>
                <c:pt idx="181">
                  <c:v>0.96613</c:v>
                </c:pt>
                <c:pt idx="182">
                  <c:v>0.96289</c:v>
                </c:pt>
                <c:pt idx="183">
                  <c:v>0.95951</c:v>
                </c:pt>
                <c:pt idx="184">
                  <c:v>0.956</c:v>
                </c:pt>
                <c:pt idx="185">
                  <c:v>0.95234</c:v>
                </c:pt>
                <c:pt idx="186">
                  <c:v>0.94856</c:v>
                </c:pt>
                <c:pt idx="187">
                  <c:v>0.94464</c:v>
                </c:pt>
                <c:pt idx="188">
                  <c:v>0.94059</c:v>
                </c:pt>
                <c:pt idx="189">
                  <c:v>0.93641</c:v>
                </c:pt>
                <c:pt idx="190">
                  <c:v>0.9321</c:v>
                </c:pt>
                <c:pt idx="191">
                  <c:v>0.92767</c:v>
                </c:pt>
                <c:pt idx="192">
                  <c:v>0.92312</c:v>
                </c:pt>
                <c:pt idx="193">
                  <c:v>0.91844</c:v>
                </c:pt>
                <c:pt idx="194">
                  <c:v>0.91365</c:v>
                </c:pt>
                <c:pt idx="195">
                  <c:v>0.90873</c:v>
                </c:pt>
                <c:pt idx="196">
                  <c:v>0.90371</c:v>
                </c:pt>
                <c:pt idx="197">
                  <c:v>0.89857</c:v>
                </c:pt>
                <c:pt idx="198">
                  <c:v>0.89332</c:v>
                </c:pt>
                <c:pt idx="199">
                  <c:v>0.88796</c:v>
                </c:pt>
                <c:pt idx="200">
                  <c:v>0.8825</c:v>
                </c:pt>
                <c:pt idx="201">
                  <c:v>0.87693</c:v>
                </c:pt>
                <c:pt idx="202">
                  <c:v>0.87126</c:v>
                </c:pt>
                <c:pt idx="203">
                  <c:v>0.8655</c:v>
                </c:pt>
                <c:pt idx="204">
                  <c:v>0.85963</c:v>
                </c:pt>
                <c:pt idx="205">
                  <c:v>0.85368</c:v>
                </c:pt>
                <c:pt idx="206">
                  <c:v>0.84763</c:v>
                </c:pt>
                <c:pt idx="207">
                  <c:v>0.84149</c:v>
                </c:pt>
                <c:pt idx="208">
                  <c:v>0.83527</c:v>
                </c:pt>
                <c:pt idx="209">
                  <c:v>0.82896</c:v>
                </c:pt>
                <c:pt idx="210">
                  <c:v>0.82258</c:v>
                </c:pt>
                <c:pt idx="211">
                  <c:v>0.81611</c:v>
                </c:pt>
                <c:pt idx="212">
                  <c:v>0.80957</c:v>
                </c:pt>
                <c:pt idx="213">
                  <c:v>0.80296</c:v>
                </c:pt>
                <c:pt idx="214">
                  <c:v>0.79627</c:v>
                </c:pt>
                <c:pt idx="215">
                  <c:v>0.78952</c:v>
                </c:pt>
                <c:pt idx="216">
                  <c:v>0.7827</c:v>
                </c:pt>
                <c:pt idx="217">
                  <c:v>0.77583</c:v>
                </c:pt>
                <c:pt idx="218">
                  <c:v>0.76889</c:v>
                </c:pt>
                <c:pt idx="219">
                  <c:v>0.76189</c:v>
                </c:pt>
                <c:pt idx="220">
                  <c:v>0.75484</c:v>
                </c:pt>
                <c:pt idx="221">
                  <c:v>0.74774</c:v>
                </c:pt>
                <c:pt idx="222">
                  <c:v>0.74059</c:v>
                </c:pt>
                <c:pt idx="223">
                  <c:v>0.73339</c:v>
                </c:pt>
                <c:pt idx="224">
                  <c:v>0.72615</c:v>
                </c:pt>
                <c:pt idx="225">
                  <c:v>0.71887</c:v>
                </c:pt>
                <c:pt idx="226">
                  <c:v>0.71155</c:v>
                </c:pt>
                <c:pt idx="227">
                  <c:v>0.70419</c:v>
                </c:pt>
                <c:pt idx="228">
                  <c:v>0.6968</c:v>
                </c:pt>
                <c:pt idx="229">
                  <c:v>0.68939</c:v>
                </c:pt>
                <c:pt idx="230">
                  <c:v>0.68194</c:v>
                </c:pt>
                <c:pt idx="231">
                  <c:v>0.67447</c:v>
                </c:pt>
                <c:pt idx="232">
                  <c:v>0.66698</c:v>
                </c:pt>
                <c:pt idx="233">
                  <c:v>0.65946</c:v>
                </c:pt>
                <c:pt idx="234">
                  <c:v>0.65193</c:v>
                </c:pt>
                <c:pt idx="235">
                  <c:v>0.64439</c:v>
                </c:pt>
                <c:pt idx="236">
                  <c:v>0.63683</c:v>
                </c:pt>
                <c:pt idx="237">
                  <c:v>0.62926</c:v>
                </c:pt>
                <c:pt idx="238">
                  <c:v>0.62169</c:v>
                </c:pt>
                <c:pt idx="239">
                  <c:v>0.61411</c:v>
                </c:pt>
                <c:pt idx="240">
                  <c:v>0.60653</c:v>
                </c:pt>
                <c:pt idx="241">
                  <c:v>0.59895</c:v>
                </c:pt>
                <c:pt idx="242">
                  <c:v>0.59137</c:v>
                </c:pt>
                <c:pt idx="243">
                  <c:v>0.5838</c:v>
                </c:pt>
                <c:pt idx="244">
                  <c:v>0.57623</c:v>
                </c:pt>
                <c:pt idx="245">
                  <c:v>0.56867</c:v>
                </c:pt>
                <c:pt idx="246">
                  <c:v>0.56112</c:v>
                </c:pt>
                <c:pt idx="247">
                  <c:v>0.55359</c:v>
                </c:pt>
                <c:pt idx="248">
                  <c:v>0.54607</c:v>
                </c:pt>
                <c:pt idx="249">
                  <c:v>0.53858</c:v>
                </c:pt>
                <c:pt idx="250">
                  <c:v>0.5311</c:v>
                </c:pt>
                <c:pt idx="251">
                  <c:v>0.52364</c:v>
                </c:pt>
                <c:pt idx="252">
                  <c:v>0.51621</c:v>
                </c:pt>
                <c:pt idx="253">
                  <c:v>0.5088</c:v>
                </c:pt>
                <c:pt idx="254">
                  <c:v>0.50142</c:v>
                </c:pt>
                <c:pt idx="255">
                  <c:v>0.49407</c:v>
                </c:pt>
                <c:pt idx="256">
                  <c:v>0.48675</c:v>
                </c:pt>
                <c:pt idx="257">
                  <c:v>0.47947</c:v>
                </c:pt>
                <c:pt idx="258">
                  <c:v>0.47222</c:v>
                </c:pt>
                <c:pt idx="259">
                  <c:v>0.46501</c:v>
                </c:pt>
                <c:pt idx="260">
                  <c:v>0.45783</c:v>
                </c:pt>
                <c:pt idx="261">
                  <c:v>0.4507</c:v>
                </c:pt>
                <c:pt idx="262">
                  <c:v>0.44361</c:v>
                </c:pt>
                <c:pt idx="263">
                  <c:v>0.43656</c:v>
                </c:pt>
                <c:pt idx="264">
                  <c:v>0.42956</c:v>
                </c:pt>
                <c:pt idx="265">
                  <c:v>0.4226</c:v>
                </c:pt>
                <c:pt idx="266">
                  <c:v>0.41569</c:v>
                </c:pt>
                <c:pt idx="267">
                  <c:v>0.40883</c:v>
                </c:pt>
                <c:pt idx="268">
                  <c:v>0.40202</c:v>
                </c:pt>
                <c:pt idx="269">
                  <c:v>0.39526</c:v>
                </c:pt>
                <c:pt idx="270">
                  <c:v>0.38856</c:v>
                </c:pt>
                <c:pt idx="271">
                  <c:v>0.38191</c:v>
                </c:pt>
                <c:pt idx="272">
                  <c:v>0.37531</c:v>
                </c:pt>
                <c:pt idx="273">
                  <c:v>0.36877</c:v>
                </c:pt>
                <c:pt idx="274">
                  <c:v>0.36229</c:v>
                </c:pt>
                <c:pt idx="275">
                  <c:v>0.35587</c:v>
                </c:pt>
                <c:pt idx="276">
                  <c:v>0.3495</c:v>
                </c:pt>
                <c:pt idx="277">
                  <c:v>0.3432</c:v>
                </c:pt>
                <c:pt idx="278">
                  <c:v>0.33695</c:v>
                </c:pt>
                <c:pt idx="279">
                  <c:v>0.33077</c:v>
                </c:pt>
                <c:pt idx="280">
                  <c:v>0.32465</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numCache>
            </c:numRef>
          </c:yVal>
          <c:smooth val="0"/>
        </c:ser>
        <c:ser>
          <c:idx val="1"/>
          <c:order val="1"/>
          <c:tx>
            <c:strRef>
              <c:f>Sheet1!$C$1</c:f>
              <c:strCache>
                <c:ptCount val="1"/>
                <c:pt idx="0">
                  <c:v>NORMAL sin recorte</c:v>
                </c:pt>
              </c:strCache>
            </c:strRef>
          </c:tx>
          <c:spPr>
            <a:solidFill>
              <a:srgbClr val="EDEDED"/>
            </a:solidFill>
            <a:ln w="31750" cap="flat">
              <a:solidFill>
                <a:srgbClr val="EDEDED"/>
              </a:solidFill>
              <a:prstDash val="solid"/>
              <a:round/>
            </a:ln>
            <a:effectLst/>
          </c:spPr>
          <c:marker>
            <c:symbol val="none"/>
            <c:size val="6"/>
            <c:spPr>
              <a:solidFill>
                <a:srgbClr val="EDEDED"/>
              </a:solidFill>
              <a:ln w="9525" cap="flat">
                <a:solidFill>
                  <a:srgbClr val="EDEDED"/>
                </a:solidFill>
                <a:prstDash val="solid"/>
                <a:round/>
              </a:ln>
              <a:effectLst/>
            </c:spPr>
          </c:marker>
          <c:xVal>
            <c:numRef>
              <c:f>Sheet1!$A$2:$A$322</c:f>
              <c:numCache>
                <c:formatCode>General</c:formatCode>
                <c:ptCount val="321"/>
                <c:pt idx="0">
                  <c:v>-800</c:v>
                </c:pt>
                <c:pt idx="1">
                  <c:v>-795</c:v>
                </c:pt>
                <c:pt idx="2">
                  <c:v>-790</c:v>
                </c:pt>
                <c:pt idx="3">
                  <c:v>-785</c:v>
                </c:pt>
                <c:pt idx="4">
                  <c:v>-780</c:v>
                </c:pt>
                <c:pt idx="5">
                  <c:v>-775</c:v>
                </c:pt>
                <c:pt idx="6">
                  <c:v>-770</c:v>
                </c:pt>
                <c:pt idx="7">
                  <c:v>-765</c:v>
                </c:pt>
                <c:pt idx="8">
                  <c:v>-760</c:v>
                </c:pt>
                <c:pt idx="9">
                  <c:v>-755</c:v>
                </c:pt>
                <c:pt idx="10">
                  <c:v>-750</c:v>
                </c:pt>
                <c:pt idx="11">
                  <c:v>-745</c:v>
                </c:pt>
                <c:pt idx="12">
                  <c:v>-740</c:v>
                </c:pt>
                <c:pt idx="13">
                  <c:v>-735</c:v>
                </c:pt>
                <c:pt idx="14">
                  <c:v>-730</c:v>
                </c:pt>
                <c:pt idx="15">
                  <c:v>-725</c:v>
                </c:pt>
                <c:pt idx="16">
                  <c:v>-720</c:v>
                </c:pt>
                <c:pt idx="17">
                  <c:v>-715</c:v>
                </c:pt>
                <c:pt idx="18">
                  <c:v>-710</c:v>
                </c:pt>
                <c:pt idx="19">
                  <c:v>-705</c:v>
                </c:pt>
                <c:pt idx="20">
                  <c:v>-700</c:v>
                </c:pt>
                <c:pt idx="21">
                  <c:v>-695</c:v>
                </c:pt>
                <c:pt idx="22">
                  <c:v>-690</c:v>
                </c:pt>
                <c:pt idx="23">
                  <c:v>-685</c:v>
                </c:pt>
                <c:pt idx="24">
                  <c:v>-680</c:v>
                </c:pt>
                <c:pt idx="25">
                  <c:v>-675</c:v>
                </c:pt>
                <c:pt idx="26">
                  <c:v>-670</c:v>
                </c:pt>
                <c:pt idx="27">
                  <c:v>-665</c:v>
                </c:pt>
                <c:pt idx="28">
                  <c:v>-660</c:v>
                </c:pt>
                <c:pt idx="29">
                  <c:v>-655</c:v>
                </c:pt>
                <c:pt idx="30">
                  <c:v>-650</c:v>
                </c:pt>
                <c:pt idx="31">
                  <c:v>-645</c:v>
                </c:pt>
                <c:pt idx="32">
                  <c:v>-640</c:v>
                </c:pt>
                <c:pt idx="33">
                  <c:v>-635</c:v>
                </c:pt>
                <c:pt idx="34">
                  <c:v>-630</c:v>
                </c:pt>
                <c:pt idx="35">
                  <c:v>-625</c:v>
                </c:pt>
                <c:pt idx="36">
                  <c:v>-620</c:v>
                </c:pt>
                <c:pt idx="37">
                  <c:v>-615</c:v>
                </c:pt>
                <c:pt idx="38">
                  <c:v>-610</c:v>
                </c:pt>
                <c:pt idx="39">
                  <c:v>-605</c:v>
                </c:pt>
                <c:pt idx="40">
                  <c:v>-600</c:v>
                </c:pt>
                <c:pt idx="41">
                  <c:v>-595</c:v>
                </c:pt>
                <c:pt idx="42">
                  <c:v>-590</c:v>
                </c:pt>
                <c:pt idx="43">
                  <c:v>-585</c:v>
                </c:pt>
                <c:pt idx="44">
                  <c:v>-580</c:v>
                </c:pt>
                <c:pt idx="45">
                  <c:v>-575</c:v>
                </c:pt>
                <c:pt idx="46">
                  <c:v>-570</c:v>
                </c:pt>
                <c:pt idx="47">
                  <c:v>-565</c:v>
                </c:pt>
                <c:pt idx="48">
                  <c:v>-560</c:v>
                </c:pt>
                <c:pt idx="49">
                  <c:v>-555</c:v>
                </c:pt>
                <c:pt idx="50">
                  <c:v>-550</c:v>
                </c:pt>
                <c:pt idx="51">
                  <c:v>-545</c:v>
                </c:pt>
                <c:pt idx="52">
                  <c:v>-540</c:v>
                </c:pt>
                <c:pt idx="53">
                  <c:v>-535</c:v>
                </c:pt>
                <c:pt idx="54">
                  <c:v>-530</c:v>
                </c:pt>
                <c:pt idx="55">
                  <c:v>-525</c:v>
                </c:pt>
                <c:pt idx="56">
                  <c:v>-520</c:v>
                </c:pt>
                <c:pt idx="57">
                  <c:v>-515</c:v>
                </c:pt>
                <c:pt idx="58">
                  <c:v>-510</c:v>
                </c:pt>
                <c:pt idx="59">
                  <c:v>-505</c:v>
                </c:pt>
                <c:pt idx="60">
                  <c:v>-500</c:v>
                </c:pt>
                <c:pt idx="61">
                  <c:v>-495</c:v>
                </c:pt>
                <c:pt idx="62">
                  <c:v>-490</c:v>
                </c:pt>
                <c:pt idx="63">
                  <c:v>-485</c:v>
                </c:pt>
                <c:pt idx="64">
                  <c:v>-480</c:v>
                </c:pt>
                <c:pt idx="65">
                  <c:v>-475</c:v>
                </c:pt>
                <c:pt idx="66">
                  <c:v>-470</c:v>
                </c:pt>
                <c:pt idx="67">
                  <c:v>-465</c:v>
                </c:pt>
                <c:pt idx="68">
                  <c:v>-460</c:v>
                </c:pt>
                <c:pt idx="69">
                  <c:v>-455</c:v>
                </c:pt>
                <c:pt idx="70">
                  <c:v>-450</c:v>
                </c:pt>
                <c:pt idx="71">
                  <c:v>-445</c:v>
                </c:pt>
                <c:pt idx="72">
                  <c:v>-440</c:v>
                </c:pt>
                <c:pt idx="73">
                  <c:v>-435</c:v>
                </c:pt>
                <c:pt idx="74">
                  <c:v>-430</c:v>
                </c:pt>
                <c:pt idx="75">
                  <c:v>-425</c:v>
                </c:pt>
                <c:pt idx="76">
                  <c:v>-420</c:v>
                </c:pt>
                <c:pt idx="77">
                  <c:v>-415</c:v>
                </c:pt>
                <c:pt idx="78">
                  <c:v>-410</c:v>
                </c:pt>
                <c:pt idx="79">
                  <c:v>-405</c:v>
                </c:pt>
                <c:pt idx="80">
                  <c:v>-400</c:v>
                </c:pt>
                <c:pt idx="81">
                  <c:v>-395</c:v>
                </c:pt>
                <c:pt idx="82">
                  <c:v>-390</c:v>
                </c:pt>
                <c:pt idx="83">
                  <c:v>-385</c:v>
                </c:pt>
                <c:pt idx="84">
                  <c:v>-380</c:v>
                </c:pt>
                <c:pt idx="85">
                  <c:v>-375</c:v>
                </c:pt>
                <c:pt idx="86">
                  <c:v>-370</c:v>
                </c:pt>
                <c:pt idx="87">
                  <c:v>-365</c:v>
                </c:pt>
                <c:pt idx="88">
                  <c:v>-360</c:v>
                </c:pt>
                <c:pt idx="89">
                  <c:v>-355</c:v>
                </c:pt>
                <c:pt idx="90">
                  <c:v>-350</c:v>
                </c:pt>
                <c:pt idx="91">
                  <c:v>-345</c:v>
                </c:pt>
                <c:pt idx="92">
                  <c:v>-340</c:v>
                </c:pt>
                <c:pt idx="93">
                  <c:v>-335</c:v>
                </c:pt>
                <c:pt idx="94">
                  <c:v>-330</c:v>
                </c:pt>
                <c:pt idx="95">
                  <c:v>-325</c:v>
                </c:pt>
                <c:pt idx="96">
                  <c:v>-320</c:v>
                </c:pt>
                <c:pt idx="97">
                  <c:v>-315</c:v>
                </c:pt>
                <c:pt idx="98">
                  <c:v>-310</c:v>
                </c:pt>
                <c:pt idx="99">
                  <c:v>-305</c:v>
                </c:pt>
                <c:pt idx="100">
                  <c:v>-300</c:v>
                </c:pt>
                <c:pt idx="101">
                  <c:v>-295</c:v>
                </c:pt>
                <c:pt idx="102">
                  <c:v>-290</c:v>
                </c:pt>
                <c:pt idx="103">
                  <c:v>-285</c:v>
                </c:pt>
                <c:pt idx="104">
                  <c:v>-280</c:v>
                </c:pt>
                <c:pt idx="105">
                  <c:v>-275</c:v>
                </c:pt>
                <c:pt idx="106">
                  <c:v>-270</c:v>
                </c:pt>
                <c:pt idx="107">
                  <c:v>-265</c:v>
                </c:pt>
                <c:pt idx="108">
                  <c:v>-260</c:v>
                </c:pt>
                <c:pt idx="109">
                  <c:v>-255</c:v>
                </c:pt>
                <c:pt idx="110">
                  <c:v>-250</c:v>
                </c:pt>
                <c:pt idx="111">
                  <c:v>-245</c:v>
                </c:pt>
                <c:pt idx="112">
                  <c:v>-240</c:v>
                </c:pt>
                <c:pt idx="113">
                  <c:v>-235</c:v>
                </c:pt>
                <c:pt idx="114">
                  <c:v>-230</c:v>
                </c:pt>
                <c:pt idx="115">
                  <c:v>-225</c:v>
                </c:pt>
                <c:pt idx="116">
                  <c:v>-220</c:v>
                </c:pt>
                <c:pt idx="117">
                  <c:v>-215</c:v>
                </c:pt>
                <c:pt idx="118">
                  <c:v>-210</c:v>
                </c:pt>
                <c:pt idx="119">
                  <c:v>-205</c:v>
                </c:pt>
                <c:pt idx="120">
                  <c:v>-200</c:v>
                </c:pt>
                <c:pt idx="121">
                  <c:v>-195</c:v>
                </c:pt>
                <c:pt idx="122">
                  <c:v>-190</c:v>
                </c:pt>
                <c:pt idx="123">
                  <c:v>-185</c:v>
                </c:pt>
                <c:pt idx="124">
                  <c:v>-180</c:v>
                </c:pt>
                <c:pt idx="125">
                  <c:v>-175</c:v>
                </c:pt>
                <c:pt idx="126">
                  <c:v>-170</c:v>
                </c:pt>
                <c:pt idx="127">
                  <c:v>-165</c:v>
                </c:pt>
                <c:pt idx="128">
                  <c:v>-160</c:v>
                </c:pt>
                <c:pt idx="129">
                  <c:v>-155</c:v>
                </c:pt>
                <c:pt idx="130">
                  <c:v>-150</c:v>
                </c:pt>
                <c:pt idx="131">
                  <c:v>-145</c:v>
                </c:pt>
                <c:pt idx="132">
                  <c:v>-140</c:v>
                </c:pt>
                <c:pt idx="133">
                  <c:v>-135</c:v>
                </c:pt>
                <c:pt idx="134">
                  <c:v>-130</c:v>
                </c:pt>
                <c:pt idx="135">
                  <c:v>-125</c:v>
                </c:pt>
                <c:pt idx="136">
                  <c:v>-120</c:v>
                </c:pt>
                <c:pt idx="137">
                  <c:v>-115</c:v>
                </c:pt>
                <c:pt idx="138">
                  <c:v>-110</c:v>
                </c:pt>
                <c:pt idx="139">
                  <c:v>-105</c:v>
                </c:pt>
                <c:pt idx="140">
                  <c:v>-100</c:v>
                </c:pt>
                <c:pt idx="141">
                  <c:v>-95</c:v>
                </c:pt>
                <c:pt idx="142">
                  <c:v>-90</c:v>
                </c:pt>
                <c:pt idx="143">
                  <c:v>-85</c:v>
                </c:pt>
                <c:pt idx="144">
                  <c:v>-80</c:v>
                </c:pt>
                <c:pt idx="145">
                  <c:v>-75</c:v>
                </c:pt>
                <c:pt idx="146">
                  <c:v>-70</c:v>
                </c:pt>
                <c:pt idx="147">
                  <c:v>-65</c:v>
                </c:pt>
                <c:pt idx="148">
                  <c:v>-60</c:v>
                </c:pt>
                <c:pt idx="149">
                  <c:v>-55</c:v>
                </c:pt>
                <c:pt idx="150">
                  <c:v>-50</c:v>
                </c:pt>
                <c:pt idx="151">
                  <c:v>-45</c:v>
                </c:pt>
                <c:pt idx="152">
                  <c:v>-40</c:v>
                </c:pt>
                <c:pt idx="153">
                  <c:v>-35</c:v>
                </c:pt>
                <c:pt idx="154">
                  <c:v>-30</c:v>
                </c:pt>
                <c:pt idx="155">
                  <c:v>-25</c:v>
                </c:pt>
                <c:pt idx="156">
                  <c:v>-20</c:v>
                </c:pt>
                <c:pt idx="157">
                  <c:v>-15</c:v>
                </c:pt>
                <c:pt idx="158">
                  <c:v>-10</c:v>
                </c:pt>
                <c:pt idx="159">
                  <c:v>-5</c:v>
                </c:pt>
                <c:pt idx="160">
                  <c:v>0</c:v>
                </c:pt>
                <c:pt idx="161">
                  <c:v>5</c:v>
                </c:pt>
                <c:pt idx="162">
                  <c:v>10</c:v>
                </c:pt>
                <c:pt idx="163">
                  <c:v>15</c:v>
                </c:pt>
                <c:pt idx="164">
                  <c:v>20</c:v>
                </c:pt>
                <c:pt idx="165">
                  <c:v>25</c:v>
                </c:pt>
                <c:pt idx="166">
                  <c:v>30</c:v>
                </c:pt>
                <c:pt idx="167">
                  <c:v>35</c:v>
                </c:pt>
                <c:pt idx="168">
                  <c:v>40</c:v>
                </c:pt>
                <c:pt idx="169">
                  <c:v>45</c:v>
                </c:pt>
                <c:pt idx="170">
                  <c:v>50</c:v>
                </c:pt>
                <c:pt idx="171">
                  <c:v>55</c:v>
                </c:pt>
                <c:pt idx="172">
                  <c:v>60</c:v>
                </c:pt>
                <c:pt idx="173">
                  <c:v>65</c:v>
                </c:pt>
                <c:pt idx="174">
                  <c:v>70</c:v>
                </c:pt>
                <c:pt idx="175">
                  <c:v>75</c:v>
                </c:pt>
                <c:pt idx="176">
                  <c:v>80</c:v>
                </c:pt>
                <c:pt idx="177">
                  <c:v>85</c:v>
                </c:pt>
                <c:pt idx="178">
                  <c:v>90</c:v>
                </c:pt>
                <c:pt idx="179">
                  <c:v>95</c:v>
                </c:pt>
                <c:pt idx="180">
                  <c:v>100</c:v>
                </c:pt>
                <c:pt idx="181">
                  <c:v>105</c:v>
                </c:pt>
                <c:pt idx="182">
                  <c:v>110</c:v>
                </c:pt>
                <c:pt idx="183">
                  <c:v>115</c:v>
                </c:pt>
                <c:pt idx="184">
                  <c:v>120</c:v>
                </c:pt>
                <c:pt idx="185">
                  <c:v>125</c:v>
                </c:pt>
                <c:pt idx="186">
                  <c:v>130</c:v>
                </c:pt>
                <c:pt idx="187">
                  <c:v>135</c:v>
                </c:pt>
                <c:pt idx="188">
                  <c:v>140</c:v>
                </c:pt>
                <c:pt idx="189">
                  <c:v>145</c:v>
                </c:pt>
                <c:pt idx="190">
                  <c:v>150</c:v>
                </c:pt>
                <c:pt idx="191">
                  <c:v>155</c:v>
                </c:pt>
                <c:pt idx="192">
                  <c:v>160</c:v>
                </c:pt>
                <c:pt idx="193">
                  <c:v>165</c:v>
                </c:pt>
                <c:pt idx="194">
                  <c:v>170</c:v>
                </c:pt>
                <c:pt idx="195">
                  <c:v>175</c:v>
                </c:pt>
                <c:pt idx="196">
                  <c:v>180</c:v>
                </c:pt>
                <c:pt idx="197">
                  <c:v>185</c:v>
                </c:pt>
                <c:pt idx="198">
                  <c:v>190</c:v>
                </c:pt>
                <c:pt idx="199">
                  <c:v>195</c:v>
                </c:pt>
                <c:pt idx="200">
                  <c:v>200</c:v>
                </c:pt>
                <c:pt idx="201">
                  <c:v>205</c:v>
                </c:pt>
                <c:pt idx="202">
                  <c:v>210</c:v>
                </c:pt>
                <c:pt idx="203">
                  <c:v>215</c:v>
                </c:pt>
                <c:pt idx="204">
                  <c:v>220</c:v>
                </c:pt>
                <c:pt idx="205">
                  <c:v>225</c:v>
                </c:pt>
                <c:pt idx="206">
                  <c:v>230</c:v>
                </c:pt>
                <c:pt idx="207">
                  <c:v>235</c:v>
                </c:pt>
                <c:pt idx="208">
                  <c:v>240</c:v>
                </c:pt>
                <c:pt idx="209">
                  <c:v>245</c:v>
                </c:pt>
                <c:pt idx="210">
                  <c:v>250</c:v>
                </c:pt>
                <c:pt idx="211">
                  <c:v>255</c:v>
                </c:pt>
                <c:pt idx="212">
                  <c:v>260</c:v>
                </c:pt>
                <c:pt idx="213">
                  <c:v>265</c:v>
                </c:pt>
                <c:pt idx="214">
                  <c:v>270</c:v>
                </c:pt>
                <c:pt idx="215">
                  <c:v>275</c:v>
                </c:pt>
                <c:pt idx="216">
                  <c:v>280</c:v>
                </c:pt>
                <c:pt idx="217">
                  <c:v>285</c:v>
                </c:pt>
                <c:pt idx="218">
                  <c:v>290</c:v>
                </c:pt>
                <c:pt idx="219">
                  <c:v>295</c:v>
                </c:pt>
                <c:pt idx="220">
                  <c:v>300</c:v>
                </c:pt>
                <c:pt idx="221">
                  <c:v>305</c:v>
                </c:pt>
                <c:pt idx="222">
                  <c:v>310</c:v>
                </c:pt>
                <c:pt idx="223">
                  <c:v>315</c:v>
                </c:pt>
                <c:pt idx="224">
                  <c:v>320</c:v>
                </c:pt>
                <c:pt idx="225">
                  <c:v>325</c:v>
                </c:pt>
                <c:pt idx="226">
                  <c:v>330</c:v>
                </c:pt>
                <c:pt idx="227">
                  <c:v>335</c:v>
                </c:pt>
                <c:pt idx="228">
                  <c:v>340</c:v>
                </c:pt>
                <c:pt idx="229">
                  <c:v>345</c:v>
                </c:pt>
                <c:pt idx="230">
                  <c:v>350</c:v>
                </c:pt>
                <c:pt idx="231">
                  <c:v>355</c:v>
                </c:pt>
                <c:pt idx="232">
                  <c:v>360</c:v>
                </c:pt>
                <c:pt idx="233">
                  <c:v>365</c:v>
                </c:pt>
                <c:pt idx="234">
                  <c:v>370</c:v>
                </c:pt>
                <c:pt idx="235">
                  <c:v>375</c:v>
                </c:pt>
                <c:pt idx="236">
                  <c:v>380</c:v>
                </c:pt>
                <c:pt idx="237">
                  <c:v>385</c:v>
                </c:pt>
                <c:pt idx="238">
                  <c:v>390</c:v>
                </c:pt>
                <c:pt idx="239">
                  <c:v>395</c:v>
                </c:pt>
                <c:pt idx="240">
                  <c:v>400</c:v>
                </c:pt>
                <c:pt idx="241">
                  <c:v>405</c:v>
                </c:pt>
                <c:pt idx="242">
                  <c:v>410</c:v>
                </c:pt>
                <c:pt idx="243">
                  <c:v>415</c:v>
                </c:pt>
                <c:pt idx="244">
                  <c:v>420</c:v>
                </c:pt>
                <c:pt idx="245">
                  <c:v>425</c:v>
                </c:pt>
                <c:pt idx="246">
                  <c:v>430</c:v>
                </c:pt>
                <c:pt idx="247">
                  <c:v>435</c:v>
                </c:pt>
                <c:pt idx="248">
                  <c:v>440</c:v>
                </c:pt>
                <c:pt idx="249">
                  <c:v>445</c:v>
                </c:pt>
                <c:pt idx="250">
                  <c:v>450</c:v>
                </c:pt>
                <c:pt idx="251">
                  <c:v>455</c:v>
                </c:pt>
                <c:pt idx="252">
                  <c:v>460</c:v>
                </c:pt>
                <c:pt idx="253">
                  <c:v>465</c:v>
                </c:pt>
                <c:pt idx="254">
                  <c:v>470</c:v>
                </c:pt>
                <c:pt idx="255">
                  <c:v>475</c:v>
                </c:pt>
                <c:pt idx="256">
                  <c:v>480</c:v>
                </c:pt>
                <c:pt idx="257">
                  <c:v>485</c:v>
                </c:pt>
                <c:pt idx="258">
                  <c:v>490</c:v>
                </c:pt>
                <c:pt idx="259">
                  <c:v>495</c:v>
                </c:pt>
                <c:pt idx="260">
                  <c:v>500</c:v>
                </c:pt>
                <c:pt idx="261">
                  <c:v>505</c:v>
                </c:pt>
                <c:pt idx="262">
                  <c:v>510</c:v>
                </c:pt>
                <c:pt idx="263">
                  <c:v>515</c:v>
                </c:pt>
                <c:pt idx="264">
                  <c:v>520</c:v>
                </c:pt>
                <c:pt idx="265">
                  <c:v>525</c:v>
                </c:pt>
                <c:pt idx="266">
                  <c:v>530</c:v>
                </c:pt>
                <c:pt idx="267">
                  <c:v>535</c:v>
                </c:pt>
                <c:pt idx="268">
                  <c:v>540</c:v>
                </c:pt>
                <c:pt idx="269">
                  <c:v>545</c:v>
                </c:pt>
                <c:pt idx="270">
                  <c:v>550</c:v>
                </c:pt>
                <c:pt idx="271">
                  <c:v>555</c:v>
                </c:pt>
                <c:pt idx="272">
                  <c:v>560</c:v>
                </c:pt>
                <c:pt idx="273">
                  <c:v>565</c:v>
                </c:pt>
                <c:pt idx="274">
                  <c:v>570</c:v>
                </c:pt>
                <c:pt idx="275">
                  <c:v>575</c:v>
                </c:pt>
                <c:pt idx="276">
                  <c:v>580</c:v>
                </c:pt>
                <c:pt idx="277">
                  <c:v>585</c:v>
                </c:pt>
                <c:pt idx="278">
                  <c:v>590</c:v>
                </c:pt>
                <c:pt idx="279">
                  <c:v>595</c:v>
                </c:pt>
                <c:pt idx="280">
                  <c:v>600</c:v>
                </c:pt>
                <c:pt idx="281">
                  <c:v>605</c:v>
                </c:pt>
                <c:pt idx="282">
                  <c:v>610</c:v>
                </c:pt>
                <c:pt idx="283">
                  <c:v>615</c:v>
                </c:pt>
                <c:pt idx="284">
                  <c:v>620</c:v>
                </c:pt>
                <c:pt idx="285">
                  <c:v>625</c:v>
                </c:pt>
                <c:pt idx="286">
                  <c:v>630</c:v>
                </c:pt>
                <c:pt idx="287">
                  <c:v>635</c:v>
                </c:pt>
                <c:pt idx="288">
                  <c:v>640</c:v>
                </c:pt>
                <c:pt idx="289">
                  <c:v>645</c:v>
                </c:pt>
                <c:pt idx="290">
                  <c:v>650</c:v>
                </c:pt>
                <c:pt idx="291">
                  <c:v>655</c:v>
                </c:pt>
                <c:pt idx="292">
                  <c:v>660</c:v>
                </c:pt>
                <c:pt idx="293">
                  <c:v>665</c:v>
                </c:pt>
                <c:pt idx="294">
                  <c:v>670</c:v>
                </c:pt>
                <c:pt idx="295">
                  <c:v>675</c:v>
                </c:pt>
                <c:pt idx="296">
                  <c:v>680</c:v>
                </c:pt>
                <c:pt idx="297">
                  <c:v>685</c:v>
                </c:pt>
                <c:pt idx="298">
                  <c:v>690</c:v>
                </c:pt>
                <c:pt idx="299">
                  <c:v>695</c:v>
                </c:pt>
                <c:pt idx="300">
                  <c:v>700</c:v>
                </c:pt>
                <c:pt idx="301">
                  <c:v>705</c:v>
                </c:pt>
                <c:pt idx="302">
                  <c:v>710</c:v>
                </c:pt>
                <c:pt idx="303">
                  <c:v>715</c:v>
                </c:pt>
                <c:pt idx="304">
                  <c:v>720</c:v>
                </c:pt>
                <c:pt idx="305">
                  <c:v>725</c:v>
                </c:pt>
                <c:pt idx="306">
                  <c:v>730</c:v>
                </c:pt>
                <c:pt idx="307">
                  <c:v>735</c:v>
                </c:pt>
                <c:pt idx="308">
                  <c:v>740</c:v>
                </c:pt>
                <c:pt idx="309">
                  <c:v>745</c:v>
                </c:pt>
                <c:pt idx="310">
                  <c:v>750</c:v>
                </c:pt>
                <c:pt idx="311">
                  <c:v>755</c:v>
                </c:pt>
                <c:pt idx="312">
                  <c:v>760</c:v>
                </c:pt>
                <c:pt idx="313">
                  <c:v>765</c:v>
                </c:pt>
                <c:pt idx="314">
                  <c:v>770</c:v>
                </c:pt>
                <c:pt idx="315">
                  <c:v>775</c:v>
                </c:pt>
                <c:pt idx="316">
                  <c:v>780</c:v>
                </c:pt>
                <c:pt idx="317">
                  <c:v>785</c:v>
                </c:pt>
                <c:pt idx="318">
                  <c:v>790</c:v>
                </c:pt>
                <c:pt idx="319">
                  <c:v>795</c:v>
                </c:pt>
                <c:pt idx="320">
                  <c:v>800</c:v>
                </c:pt>
              </c:numCache>
            </c:numRef>
          </c:xVal>
          <c:yVal>
            <c:numRef>
              <c:f>Sheet1!$C$2:$C$322</c:f>
              <c:numCache>
                <c:formatCode>General</c:formatCode>
                <c:ptCount val="321"/>
                <c:pt idx="0">
                  <c:v>0.13534</c:v>
                </c:pt>
                <c:pt idx="1">
                  <c:v>0.13875</c:v>
                </c:pt>
                <c:pt idx="2">
                  <c:v>0.14223</c:v>
                </c:pt>
                <c:pt idx="3">
                  <c:v>0.14577</c:v>
                </c:pt>
                <c:pt idx="4">
                  <c:v>0.14938</c:v>
                </c:pt>
                <c:pt idx="5">
                  <c:v>0.15306</c:v>
                </c:pt>
                <c:pt idx="6">
                  <c:v>0.1568</c:v>
                </c:pt>
                <c:pt idx="7">
                  <c:v>0.1606</c:v>
                </c:pt>
                <c:pt idx="8">
                  <c:v>0.16447</c:v>
                </c:pt>
                <c:pt idx="9">
                  <c:v>0.16841</c:v>
                </c:pt>
                <c:pt idx="10">
                  <c:v>0.17242</c:v>
                </c:pt>
                <c:pt idx="11">
                  <c:v>0.1765</c:v>
                </c:pt>
                <c:pt idx="12">
                  <c:v>0.18064</c:v>
                </c:pt>
                <c:pt idx="13">
                  <c:v>0.18485</c:v>
                </c:pt>
                <c:pt idx="14">
                  <c:v>0.18913</c:v>
                </c:pt>
                <c:pt idx="15">
                  <c:v>0.19348</c:v>
                </c:pt>
                <c:pt idx="16">
                  <c:v>0.1979</c:v>
                </c:pt>
                <c:pt idx="17">
                  <c:v>0.20239</c:v>
                </c:pt>
                <c:pt idx="18">
                  <c:v>0.20694</c:v>
                </c:pt>
                <c:pt idx="19">
                  <c:v>0.21157</c:v>
                </c:pt>
                <c:pt idx="20">
                  <c:v>0.21627</c:v>
                </c:pt>
                <c:pt idx="21">
                  <c:v>0.22103</c:v>
                </c:pt>
                <c:pt idx="22">
                  <c:v>0.22587</c:v>
                </c:pt>
                <c:pt idx="23">
                  <c:v>0.23077</c:v>
                </c:pt>
                <c:pt idx="24">
                  <c:v>0.23575</c:v>
                </c:pt>
                <c:pt idx="25">
                  <c:v>0.24079</c:v>
                </c:pt>
                <c:pt idx="26">
                  <c:v>0.2459</c:v>
                </c:pt>
                <c:pt idx="27">
                  <c:v>0.25109</c:v>
                </c:pt>
                <c:pt idx="28">
                  <c:v>0.25634</c:v>
                </c:pt>
                <c:pt idx="29">
                  <c:v>0.26166</c:v>
                </c:pt>
                <c:pt idx="30">
                  <c:v>0.26705</c:v>
                </c:pt>
                <c:pt idx="31">
                  <c:v>0.27251</c:v>
                </c:pt>
                <c:pt idx="32">
                  <c:v>0.27804</c:v>
                </c:pt>
                <c:pt idx="33">
                  <c:v>0.28363</c:v>
                </c:pt>
                <c:pt idx="34">
                  <c:v>0.28929</c:v>
                </c:pt>
                <c:pt idx="35">
                  <c:v>0.29502</c:v>
                </c:pt>
                <c:pt idx="36">
                  <c:v>0.30082</c:v>
                </c:pt>
                <c:pt idx="37">
                  <c:v>0.30668</c:v>
                </c:pt>
                <c:pt idx="38">
                  <c:v>0.31261</c:v>
                </c:pt>
                <c:pt idx="39">
                  <c:v>0.3186</c:v>
                </c:pt>
                <c:pt idx="40">
                  <c:v>0.32465</c:v>
                </c:pt>
                <c:pt idx="41">
                  <c:v>0.33077</c:v>
                </c:pt>
                <c:pt idx="42">
                  <c:v>0.33695</c:v>
                </c:pt>
                <c:pt idx="43">
                  <c:v>0.3432</c:v>
                </c:pt>
                <c:pt idx="44">
                  <c:v>0.3495</c:v>
                </c:pt>
                <c:pt idx="45">
                  <c:v>0.35587</c:v>
                </c:pt>
                <c:pt idx="46">
                  <c:v>0.36229</c:v>
                </c:pt>
                <c:pt idx="47">
                  <c:v>0.36877</c:v>
                </c:pt>
                <c:pt idx="48">
                  <c:v>0.37531</c:v>
                </c:pt>
                <c:pt idx="49">
                  <c:v>0.38191</c:v>
                </c:pt>
                <c:pt idx="50">
                  <c:v>0.38856</c:v>
                </c:pt>
                <c:pt idx="51">
                  <c:v>0.39526</c:v>
                </c:pt>
                <c:pt idx="52">
                  <c:v>0.40202</c:v>
                </c:pt>
                <c:pt idx="53">
                  <c:v>0.40883</c:v>
                </c:pt>
                <c:pt idx="54">
                  <c:v>0.41569</c:v>
                </c:pt>
                <c:pt idx="55">
                  <c:v>0.4226</c:v>
                </c:pt>
                <c:pt idx="56">
                  <c:v>0.42956</c:v>
                </c:pt>
                <c:pt idx="57">
                  <c:v>0.43656</c:v>
                </c:pt>
                <c:pt idx="58">
                  <c:v>0.44361</c:v>
                </c:pt>
                <c:pt idx="59">
                  <c:v>0.4507</c:v>
                </c:pt>
                <c:pt idx="60">
                  <c:v>0.45783</c:v>
                </c:pt>
                <c:pt idx="61">
                  <c:v>0.46501</c:v>
                </c:pt>
                <c:pt idx="62">
                  <c:v>0.47222</c:v>
                </c:pt>
                <c:pt idx="63">
                  <c:v>0.47947</c:v>
                </c:pt>
                <c:pt idx="64">
                  <c:v>0.48675</c:v>
                </c:pt>
                <c:pt idx="65">
                  <c:v>0.49407</c:v>
                </c:pt>
                <c:pt idx="66">
                  <c:v>0.50142</c:v>
                </c:pt>
                <c:pt idx="67">
                  <c:v>0.5088</c:v>
                </c:pt>
                <c:pt idx="68">
                  <c:v>0.51621</c:v>
                </c:pt>
                <c:pt idx="69">
                  <c:v>0.52364</c:v>
                </c:pt>
                <c:pt idx="70">
                  <c:v>0.5311</c:v>
                </c:pt>
                <c:pt idx="71">
                  <c:v>0.53858</c:v>
                </c:pt>
                <c:pt idx="72">
                  <c:v>0.54607</c:v>
                </c:pt>
                <c:pt idx="73">
                  <c:v>0.55359</c:v>
                </c:pt>
                <c:pt idx="74">
                  <c:v>0.56112</c:v>
                </c:pt>
                <c:pt idx="75">
                  <c:v>0.56867</c:v>
                </c:pt>
                <c:pt idx="76">
                  <c:v>0.57623</c:v>
                </c:pt>
                <c:pt idx="77">
                  <c:v>0.5838</c:v>
                </c:pt>
                <c:pt idx="78">
                  <c:v>0.59137</c:v>
                </c:pt>
                <c:pt idx="79">
                  <c:v>0.59895</c:v>
                </c:pt>
                <c:pt idx="80">
                  <c:v>0.60653</c:v>
                </c:pt>
                <c:pt idx="81">
                  <c:v>0.61411</c:v>
                </c:pt>
                <c:pt idx="82">
                  <c:v>0.62169</c:v>
                </c:pt>
                <c:pt idx="83">
                  <c:v>0.62926</c:v>
                </c:pt>
                <c:pt idx="84">
                  <c:v>0.63683</c:v>
                </c:pt>
                <c:pt idx="85">
                  <c:v>0.64439</c:v>
                </c:pt>
                <c:pt idx="86">
                  <c:v>0.65193</c:v>
                </c:pt>
                <c:pt idx="87">
                  <c:v>0.65946</c:v>
                </c:pt>
                <c:pt idx="88">
                  <c:v>0.66698</c:v>
                </c:pt>
                <c:pt idx="89">
                  <c:v>0.67447</c:v>
                </c:pt>
                <c:pt idx="90">
                  <c:v>0.68194</c:v>
                </c:pt>
                <c:pt idx="91">
                  <c:v>0.68939</c:v>
                </c:pt>
                <c:pt idx="92">
                  <c:v>0.6968</c:v>
                </c:pt>
                <c:pt idx="93">
                  <c:v>0.70419</c:v>
                </c:pt>
                <c:pt idx="94">
                  <c:v>0.71155</c:v>
                </c:pt>
                <c:pt idx="95">
                  <c:v>0.71887</c:v>
                </c:pt>
                <c:pt idx="96">
                  <c:v>0.72615</c:v>
                </c:pt>
                <c:pt idx="97">
                  <c:v>0.73339</c:v>
                </c:pt>
                <c:pt idx="98">
                  <c:v>0.74059</c:v>
                </c:pt>
                <c:pt idx="99">
                  <c:v>0.74774</c:v>
                </c:pt>
                <c:pt idx="100">
                  <c:v>0.75484</c:v>
                </c:pt>
                <c:pt idx="101">
                  <c:v>0.76189</c:v>
                </c:pt>
                <c:pt idx="102">
                  <c:v>0.76889</c:v>
                </c:pt>
                <c:pt idx="103">
                  <c:v>0.77583</c:v>
                </c:pt>
                <c:pt idx="104">
                  <c:v>0.7827</c:v>
                </c:pt>
                <c:pt idx="105">
                  <c:v>0.78952</c:v>
                </c:pt>
                <c:pt idx="106">
                  <c:v>0.79627</c:v>
                </c:pt>
                <c:pt idx="107">
                  <c:v>0.80296</c:v>
                </c:pt>
                <c:pt idx="108">
                  <c:v>0.80957</c:v>
                </c:pt>
                <c:pt idx="109">
                  <c:v>0.81611</c:v>
                </c:pt>
                <c:pt idx="110">
                  <c:v>0.82258</c:v>
                </c:pt>
                <c:pt idx="111">
                  <c:v>0.82896</c:v>
                </c:pt>
                <c:pt idx="112">
                  <c:v>0.83527</c:v>
                </c:pt>
                <c:pt idx="113">
                  <c:v>0.84149</c:v>
                </c:pt>
                <c:pt idx="114">
                  <c:v>0.84763</c:v>
                </c:pt>
                <c:pt idx="115">
                  <c:v>0.85368</c:v>
                </c:pt>
                <c:pt idx="116">
                  <c:v>0.85963</c:v>
                </c:pt>
                <c:pt idx="117">
                  <c:v>0.8655</c:v>
                </c:pt>
                <c:pt idx="118">
                  <c:v>0.87126</c:v>
                </c:pt>
                <c:pt idx="119">
                  <c:v>0.87693</c:v>
                </c:pt>
                <c:pt idx="120">
                  <c:v>0.8825</c:v>
                </c:pt>
                <c:pt idx="121">
                  <c:v>0.88796</c:v>
                </c:pt>
                <c:pt idx="122">
                  <c:v>0.89332</c:v>
                </c:pt>
                <c:pt idx="123">
                  <c:v>0.89857</c:v>
                </c:pt>
                <c:pt idx="124">
                  <c:v>0.90371</c:v>
                </c:pt>
                <c:pt idx="125">
                  <c:v>0.90873</c:v>
                </c:pt>
                <c:pt idx="126">
                  <c:v>0.91365</c:v>
                </c:pt>
                <c:pt idx="127">
                  <c:v>0.91844</c:v>
                </c:pt>
                <c:pt idx="128">
                  <c:v>0.92312</c:v>
                </c:pt>
                <c:pt idx="129">
                  <c:v>0.92767</c:v>
                </c:pt>
                <c:pt idx="130">
                  <c:v>0.9321</c:v>
                </c:pt>
                <c:pt idx="131">
                  <c:v>0.93641</c:v>
                </c:pt>
                <c:pt idx="132">
                  <c:v>0.94059</c:v>
                </c:pt>
                <c:pt idx="133">
                  <c:v>0.94464</c:v>
                </c:pt>
                <c:pt idx="134">
                  <c:v>0.94856</c:v>
                </c:pt>
                <c:pt idx="135">
                  <c:v>0.95234</c:v>
                </c:pt>
                <c:pt idx="136">
                  <c:v>0.956</c:v>
                </c:pt>
                <c:pt idx="137">
                  <c:v>0.95951</c:v>
                </c:pt>
                <c:pt idx="138">
                  <c:v>0.96289</c:v>
                </c:pt>
                <c:pt idx="139">
                  <c:v>0.96613</c:v>
                </c:pt>
                <c:pt idx="140">
                  <c:v>0.96923</c:v>
                </c:pt>
                <c:pt idx="141">
                  <c:v>0.97219</c:v>
                </c:pt>
                <c:pt idx="142">
                  <c:v>0.97501</c:v>
                </c:pt>
                <c:pt idx="143">
                  <c:v>0.97767</c:v>
                </c:pt>
                <c:pt idx="144">
                  <c:v>0.9802</c:v>
                </c:pt>
                <c:pt idx="145">
                  <c:v>0.98258</c:v>
                </c:pt>
                <c:pt idx="146">
                  <c:v>0.9848</c:v>
                </c:pt>
                <c:pt idx="147">
                  <c:v>0.98688</c:v>
                </c:pt>
                <c:pt idx="148">
                  <c:v>0.98881</c:v>
                </c:pt>
                <c:pt idx="149">
                  <c:v>0.99059</c:v>
                </c:pt>
                <c:pt idx="150">
                  <c:v>0.99222</c:v>
                </c:pt>
                <c:pt idx="151">
                  <c:v>0.99369</c:v>
                </c:pt>
                <c:pt idx="152">
                  <c:v>0.99501</c:v>
                </c:pt>
                <c:pt idx="153">
                  <c:v>0.99618</c:v>
                </c:pt>
                <c:pt idx="154">
                  <c:v>0.99719</c:v>
                </c:pt>
                <c:pt idx="155">
                  <c:v>0.99805</c:v>
                </c:pt>
                <c:pt idx="156">
                  <c:v>0.99875</c:v>
                </c:pt>
                <c:pt idx="157">
                  <c:v>0.9993</c:v>
                </c:pt>
                <c:pt idx="158">
                  <c:v>0.99969</c:v>
                </c:pt>
                <c:pt idx="159">
                  <c:v>0.99992</c:v>
                </c:pt>
                <c:pt idx="160">
                  <c:v>1</c:v>
                </c:pt>
                <c:pt idx="161">
                  <c:v>0.99992</c:v>
                </c:pt>
                <c:pt idx="162">
                  <c:v>0.99969</c:v>
                </c:pt>
                <c:pt idx="163">
                  <c:v>0.9993</c:v>
                </c:pt>
                <c:pt idx="164">
                  <c:v>0.99875</c:v>
                </c:pt>
                <c:pt idx="165">
                  <c:v>0.99805</c:v>
                </c:pt>
                <c:pt idx="166">
                  <c:v>0.99719</c:v>
                </c:pt>
                <c:pt idx="167">
                  <c:v>0.99618</c:v>
                </c:pt>
                <c:pt idx="168">
                  <c:v>0.99501</c:v>
                </c:pt>
                <c:pt idx="169">
                  <c:v>0.99369</c:v>
                </c:pt>
                <c:pt idx="170">
                  <c:v>0.99222</c:v>
                </c:pt>
                <c:pt idx="171">
                  <c:v>0.99059</c:v>
                </c:pt>
                <c:pt idx="172">
                  <c:v>0.98881</c:v>
                </c:pt>
                <c:pt idx="173">
                  <c:v>0.98688</c:v>
                </c:pt>
                <c:pt idx="174">
                  <c:v>0.9848</c:v>
                </c:pt>
                <c:pt idx="175">
                  <c:v>0.98258</c:v>
                </c:pt>
                <c:pt idx="176">
                  <c:v>0.9802</c:v>
                </c:pt>
                <c:pt idx="177">
                  <c:v>0.97767</c:v>
                </c:pt>
                <c:pt idx="178">
                  <c:v>0.97501</c:v>
                </c:pt>
                <c:pt idx="179">
                  <c:v>0.97219</c:v>
                </c:pt>
                <c:pt idx="180">
                  <c:v>0.96923</c:v>
                </c:pt>
                <c:pt idx="181">
                  <c:v>0.96613</c:v>
                </c:pt>
                <c:pt idx="182">
                  <c:v>0.96289</c:v>
                </c:pt>
                <c:pt idx="183">
                  <c:v>0.95951</c:v>
                </c:pt>
                <c:pt idx="184">
                  <c:v>0.956</c:v>
                </c:pt>
                <c:pt idx="185">
                  <c:v>0.95234</c:v>
                </c:pt>
                <c:pt idx="186">
                  <c:v>0.94856</c:v>
                </c:pt>
                <c:pt idx="187">
                  <c:v>0.94464</c:v>
                </c:pt>
                <c:pt idx="188">
                  <c:v>0.94059</c:v>
                </c:pt>
                <c:pt idx="189">
                  <c:v>0.93641</c:v>
                </c:pt>
                <c:pt idx="190">
                  <c:v>0.9321</c:v>
                </c:pt>
                <c:pt idx="191">
                  <c:v>0.92767</c:v>
                </c:pt>
                <c:pt idx="192">
                  <c:v>0.92312</c:v>
                </c:pt>
                <c:pt idx="193">
                  <c:v>0.91844</c:v>
                </c:pt>
                <c:pt idx="194">
                  <c:v>0.91365</c:v>
                </c:pt>
                <c:pt idx="195">
                  <c:v>0.90873</c:v>
                </c:pt>
                <c:pt idx="196">
                  <c:v>0.90371</c:v>
                </c:pt>
                <c:pt idx="197">
                  <c:v>0.89857</c:v>
                </c:pt>
                <c:pt idx="198">
                  <c:v>0.89332</c:v>
                </c:pt>
                <c:pt idx="199">
                  <c:v>0.88796</c:v>
                </c:pt>
                <c:pt idx="200">
                  <c:v>0.8825</c:v>
                </c:pt>
                <c:pt idx="201">
                  <c:v>0.87693</c:v>
                </c:pt>
                <c:pt idx="202">
                  <c:v>0.87126</c:v>
                </c:pt>
                <c:pt idx="203">
                  <c:v>0.8655</c:v>
                </c:pt>
                <c:pt idx="204">
                  <c:v>0.85963</c:v>
                </c:pt>
                <c:pt idx="205">
                  <c:v>0.85368</c:v>
                </c:pt>
                <c:pt idx="206">
                  <c:v>0.84763</c:v>
                </c:pt>
                <c:pt idx="207">
                  <c:v>0.84149</c:v>
                </c:pt>
                <c:pt idx="208">
                  <c:v>0.83527</c:v>
                </c:pt>
                <c:pt idx="209">
                  <c:v>0.82896</c:v>
                </c:pt>
                <c:pt idx="210">
                  <c:v>0.82258</c:v>
                </c:pt>
                <c:pt idx="211">
                  <c:v>0.81611</c:v>
                </c:pt>
                <c:pt idx="212">
                  <c:v>0.80957</c:v>
                </c:pt>
                <c:pt idx="213">
                  <c:v>0.80296</c:v>
                </c:pt>
                <c:pt idx="214">
                  <c:v>0.79627</c:v>
                </c:pt>
                <c:pt idx="215">
                  <c:v>0.78952</c:v>
                </c:pt>
                <c:pt idx="216">
                  <c:v>0.7827</c:v>
                </c:pt>
                <c:pt idx="217">
                  <c:v>0.77583</c:v>
                </c:pt>
                <c:pt idx="218">
                  <c:v>0.76889</c:v>
                </c:pt>
                <c:pt idx="219">
                  <c:v>0.76189</c:v>
                </c:pt>
                <c:pt idx="220">
                  <c:v>0.75484</c:v>
                </c:pt>
                <c:pt idx="221">
                  <c:v>0.74774</c:v>
                </c:pt>
                <c:pt idx="222">
                  <c:v>0.74059</c:v>
                </c:pt>
                <c:pt idx="223">
                  <c:v>0.73339</c:v>
                </c:pt>
                <c:pt idx="224">
                  <c:v>0.72615</c:v>
                </c:pt>
                <c:pt idx="225">
                  <c:v>0.71887</c:v>
                </c:pt>
                <c:pt idx="226">
                  <c:v>0.71155</c:v>
                </c:pt>
                <c:pt idx="227">
                  <c:v>0.70419</c:v>
                </c:pt>
                <c:pt idx="228">
                  <c:v>0.6968</c:v>
                </c:pt>
                <c:pt idx="229">
                  <c:v>0.68939</c:v>
                </c:pt>
                <c:pt idx="230">
                  <c:v>0.68194</c:v>
                </c:pt>
                <c:pt idx="231">
                  <c:v>0.67447</c:v>
                </c:pt>
                <c:pt idx="232">
                  <c:v>0.66698</c:v>
                </c:pt>
                <c:pt idx="233">
                  <c:v>0.65946</c:v>
                </c:pt>
                <c:pt idx="234">
                  <c:v>0.65193</c:v>
                </c:pt>
                <c:pt idx="235">
                  <c:v>0.64439</c:v>
                </c:pt>
                <c:pt idx="236">
                  <c:v>0.63683</c:v>
                </c:pt>
                <c:pt idx="237">
                  <c:v>0.62926</c:v>
                </c:pt>
                <c:pt idx="238">
                  <c:v>0.62169</c:v>
                </c:pt>
                <c:pt idx="239">
                  <c:v>0.61411</c:v>
                </c:pt>
                <c:pt idx="240">
                  <c:v>0.60653</c:v>
                </c:pt>
                <c:pt idx="241">
                  <c:v>0.59895</c:v>
                </c:pt>
                <c:pt idx="242">
                  <c:v>0.59137</c:v>
                </c:pt>
                <c:pt idx="243">
                  <c:v>0.5838</c:v>
                </c:pt>
                <c:pt idx="244">
                  <c:v>0.57623</c:v>
                </c:pt>
                <c:pt idx="245">
                  <c:v>0.56867</c:v>
                </c:pt>
                <c:pt idx="246">
                  <c:v>0.56112</c:v>
                </c:pt>
                <c:pt idx="247">
                  <c:v>0.55359</c:v>
                </c:pt>
                <c:pt idx="248">
                  <c:v>0.54607</c:v>
                </c:pt>
                <c:pt idx="249">
                  <c:v>0.53858</c:v>
                </c:pt>
                <c:pt idx="250">
                  <c:v>0.5311</c:v>
                </c:pt>
                <c:pt idx="251">
                  <c:v>0.52364</c:v>
                </c:pt>
                <c:pt idx="252">
                  <c:v>0.51621</c:v>
                </c:pt>
                <c:pt idx="253">
                  <c:v>0.5088</c:v>
                </c:pt>
                <c:pt idx="254">
                  <c:v>0.50142</c:v>
                </c:pt>
                <c:pt idx="255">
                  <c:v>0.49407</c:v>
                </c:pt>
                <c:pt idx="256">
                  <c:v>0.48675</c:v>
                </c:pt>
                <c:pt idx="257">
                  <c:v>0.47947</c:v>
                </c:pt>
                <c:pt idx="258">
                  <c:v>0.47222</c:v>
                </c:pt>
                <c:pt idx="259">
                  <c:v>0.46501</c:v>
                </c:pt>
                <c:pt idx="260">
                  <c:v>0.45783</c:v>
                </c:pt>
                <c:pt idx="261">
                  <c:v>0.4507</c:v>
                </c:pt>
                <c:pt idx="262">
                  <c:v>0.44361</c:v>
                </c:pt>
                <c:pt idx="263">
                  <c:v>0.43656</c:v>
                </c:pt>
                <c:pt idx="264">
                  <c:v>0.42956</c:v>
                </c:pt>
                <c:pt idx="265">
                  <c:v>0.4226</c:v>
                </c:pt>
                <c:pt idx="266">
                  <c:v>0.41569</c:v>
                </c:pt>
                <c:pt idx="267">
                  <c:v>0.40883</c:v>
                </c:pt>
                <c:pt idx="268">
                  <c:v>0.40202</c:v>
                </c:pt>
                <c:pt idx="269">
                  <c:v>0.39526</c:v>
                </c:pt>
                <c:pt idx="270">
                  <c:v>0.38856</c:v>
                </c:pt>
                <c:pt idx="271">
                  <c:v>0.38191</c:v>
                </c:pt>
                <c:pt idx="272">
                  <c:v>0.37531</c:v>
                </c:pt>
                <c:pt idx="273">
                  <c:v>0.36877</c:v>
                </c:pt>
                <c:pt idx="274">
                  <c:v>0.36229</c:v>
                </c:pt>
                <c:pt idx="275">
                  <c:v>0.35587</c:v>
                </c:pt>
                <c:pt idx="276">
                  <c:v>0.3495</c:v>
                </c:pt>
                <c:pt idx="277">
                  <c:v>0.3432</c:v>
                </c:pt>
                <c:pt idx="278">
                  <c:v>0.33695</c:v>
                </c:pt>
                <c:pt idx="279">
                  <c:v>0.33077</c:v>
                </c:pt>
                <c:pt idx="280">
                  <c:v>0.32465</c:v>
                </c:pt>
                <c:pt idx="281">
                  <c:v>0.3186</c:v>
                </c:pt>
                <c:pt idx="282">
                  <c:v>0.31261</c:v>
                </c:pt>
                <c:pt idx="283">
                  <c:v>0.30668</c:v>
                </c:pt>
                <c:pt idx="284">
                  <c:v>0.30082</c:v>
                </c:pt>
                <c:pt idx="285">
                  <c:v>0.29502</c:v>
                </c:pt>
                <c:pt idx="286">
                  <c:v>0.28929</c:v>
                </c:pt>
                <c:pt idx="287">
                  <c:v>0.28363</c:v>
                </c:pt>
                <c:pt idx="288">
                  <c:v>0.27804</c:v>
                </c:pt>
                <c:pt idx="289">
                  <c:v>0.27251</c:v>
                </c:pt>
                <c:pt idx="290">
                  <c:v>0.26705</c:v>
                </c:pt>
                <c:pt idx="291">
                  <c:v>0.26166</c:v>
                </c:pt>
                <c:pt idx="292">
                  <c:v>0.25634</c:v>
                </c:pt>
                <c:pt idx="293">
                  <c:v>0.25109</c:v>
                </c:pt>
                <c:pt idx="294">
                  <c:v>0.2459</c:v>
                </c:pt>
                <c:pt idx="295">
                  <c:v>0.24079</c:v>
                </c:pt>
                <c:pt idx="296">
                  <c:v>0.23575</c:v>
                </c:pt>
                <c:pt idx="297">
                  <c:v>0.23077</c:v>
                </c:pt>
                <c:pt idx="298">
                  <c:v>0.22587</c:v>
                </c:pt>
                <c:pt idx="299">
                  <c:v>0.22103</c:v>
                </c:pt>
                <c:pt idx="300">
                  <c:v>0.21627</c:v>
                </c:pt>
                <c:pt idx="301">
                  <c:v>0.21157</c:v>
                </c:pt>
                <c:pt idx="302">
                  <c:v>0.20694</c:v>
                </c:pt>
                <c:pt idx="303">
                  <c:v>0.20239</c:v>
                </c:pt>
                <c:pt idx="304">
                  <c:v>0.1979</c:v>
                </c:pt>
                <c:pt idx="305">
                  <c:v>0.19348</c:v>
                </c:pt>
                <c:pt idx="306">
                  <c:v>0.18913</c:v>
                </c:pt>
                <c:pt idx="307">
                  <c:v>0.18485</c:v>
                </c:pt>
                <c:pt idx="308">
                  <c:v>0.18064</c:v>
                </c:pt>
                <c:pt idx="309">
                  <c:v>0.1765</c:v>
                </c:pt>
                <c:pt idx="310">
                  <c:v>0.17242</c:v>
                </c:pt>
                <c:pt idx="311">
                  <c:v>0.16841</c:v>
                </c:pt>
                <c:pt idx="312">
                  <c:v>0.16447</c:v>
                </c:pt>
                <c:pt idx="313">
                  <c:v>0.1606</c:v>
                </c:pt>
                <c:pt idx="314">
                  <c:v>0.1568</c:v>
                </c:pt>
                <c:pt idx="315">
                  <c:v>0.15306</c:v>
                </c:pt>
                <c:pt idx="316">
                  <c:v>0.14938</c:v>
                </c:pt>
                <c:pt idx="317">
                  <c:v>0.14577</c:v>
                </c:pt>
                <c:pt idx="318">
                  <c:v>0.14223</c:v>
                </c:pt>
                <c:pt idx="319">
                  <c:v>0.13875</c:v>
                </c:pt>
                <c:pt idx="320">
                  <c:v>0.13534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800"/>
          <c:min val="-80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Miles de 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20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LOGISTICA 10 / 2 frente a NORMAL equivalente</a:t>
            </a:r>
          </a:p>
        </c:rich>
      </c:tx>
      <c:layout/>
      <c:overlay val="0"/>
    </c:title>
    <c:autoTitleDeleted val="0"/>
    <c:plotArea>
      <c:layout/>
      <c:scatterChart>
        <c:scatterStyle val="lineMarker"/>
        <c:varyColors val="0"/>
        <c:ser>
          <c:idx val="0"/>
          <c:order val="0"/>
          <c:tx>
            <c:strRef>
              <c:f>Sheet1!$B$1</c:f>
              <c:strCache>
                <c:ptCount val="1"/>
                <c:pt idx="0">
                  <c:v>LOGISTICA 10 / 2</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Sheet1!$A$2:$A$242</c:f>
              <c:numCache>
                <c:formatCode>General</c:formatCode>
                <c:ptCount val="241"/>
                <c:pt idx="0">
                  <c:v>-5</c:v>
                </c:pt>
                <c:pt idx="1">
                  <c:v>-4.875</c:v>
                </c:pt>
                <c:pt idx="2">
                  <c:v>-4.75</c:v>
                </c:pt>
                <c:pt idx="3">
                  <c:v>-4.625</c:v>
                </c:pt>
                <c:pt idx="4">
                  <c:v>-4.5</c:v>
                </c:pt>
                <c:pt idx="5">
                  <c:v>-4.375</c:v>
                </c:pt>
                <c:pt idx="6">
                  <c:v>-4.25</c:v>
                </c:pt>
                <c:pt idx="7">
                  <c:v>-4.125</c:v>
                </c:pt>
                <c:pt idx="8">
                  <c:v>-4</c:v>
                </c:pt>
                <c:pt idx="9">
                  <c:v>-3.875</c:v>
                </c:pt>
                <c:pt idx="10">
                  <c:v>-3.75</c:v>
                </c:pt>
                <c:pt idx="11">
                  <c:v>-3.625</c:v>
                </c:pt>
                <c:pt idx="12">
                  <c:v>-3.5</c:v>
                </c:pt>
                <c:pt idx="13">
                  <c:v>-3.375</c:v>
                </c:pt>
                <c:pt idx="14">
                  <c:v>-3.25</c:v>
                </c:pt>
                <c:pt idx="15">
                  <c:v>-3.125</c:v>
                </c:pt>
                <c:pt idx="16">
                  <c:v>-3</c:v>
                </c:pt>
                <c:pt idx="17">
                  <c:v>-2.875</c:v>
                </c:pt>
                <c:pt idx="18">
                  <c:v>-2.75</c:v>
                </c:pt>
                <c:pt idx="19">
                  <c:v>-2.625</c:v>
                </c:pt>
                <c:pt idx="20">
                  <c:v>-2.5</c:v>
                </c:pt>
                <c:pt idx="21">
                  <c:v>-2.375</c:v>
                </c:pt>
                <c:pt idx="22">
                  <c:v>-2.25</c:v>
                </c:pt>
                <c:pt idx="23">
                  <c:v>-2.125</c:v>
                </c:pt>
                <c:pt idx="24">
                  <c:v>-2</c:v>
                </c:pt>
                <c:pt idx="25">
                  <c:v>-1.875</c:v>
                </c:pt>
                <c:pt idx="26">
                  <c:v>-1.75</c:v>
                </c:pt>
                <c:pt idx="27">
                  <c:v>-1.625</c:v>
                </c:pt>
                <c:pt idx="28">
                  <c:v>-1.5</c:v>
                </c:pt>
                <c:pt idx="29">
                  <c:v>-1.375</c:v>
                </c:pt>
                <c:pt idx="30">
                  <c:v>-1.25</c:v>
                </c:pt>
                <c:pt idx="31">
                  <c:v>-1.125</c:v>
                </c:pt>
                <c:pt idx="32">
                  <c:v>-1</c:v>
                </c:pt>
                <c:pt idx="33">
                  <c:v>-0.875</c:v>
                </c:pt>
                <c:pt idx="34">
                  <c:v>-0.75</c:v>
                </c:pt>
                <c:pt idx="35">
                  <c:v>-0.625</c:v>
                </c:pt>
                <c:pt idx="36">
                  <c:v>-0.5</c:v>
                </c:pt>
                <c:pt idx="37">
                  <c:v>-0.375</c:v>
                </c:pt>
                <c:pt idx="38">
                  <c:v>-0.25</c:v>
                </c:pt>
                <c:pt idx="39">
                  <c:v>-0.125</c:v>
                </c:pt>
                <c:pt idx="40">
                  <c:v>0</c:v>
                </c:pt>
                <c:pt idx="41">
                  <c:v>0.125</c:v>
                </c:pt>
                <c:pt idx="42">
                  <c:v>0.25</c:v>
                </c:pt>
                <c:pt idx="43">
                  <c:v>0.375</c:v>
                </c:pt>
                <c:pt idx="44">
                  <c:v>0.5</c:v>
                </c:pt>
                <c:pt idx="45">
                  <c:v>0.625</c:v>
                </c:pt>
                <c:pt idx="46">
                  <c:v>0.75</c:v>
                </c:pt>
                <c:pt idx="47">
                  <c:v>0.875</c:v>
                </c:pt>
                <c:pt idx="48">
                  <c:v>1</c:v>
                </c:pt>
                <c:pt idx="49">
                  <c:v>1.125</c:v>
                </c:pt>
                <c:pt idx="50">
                  <c:v>1.25</c:v>
                </c:pt>
                <c:pt idx="51">
                  <c:v>1.375</c:v>
                </c:pt>
                <c:pt idx="52">
                  <c:v>1.5</c:v>
                </c:pt>
                <c:pt idx="53">
                  <c:v>1.625</c:v>
                </c:pt>
                <c:pt idx="54">
                  <c:v>1.75</c:v>
                </c:pt>
                <c:pt idx="55">
                  <c:v>1.875</c:v>
                </c:pt>
                <c:pt idx="56">
                  <c:v>2</c:v>
                </c:pt>
                <c:pt idx="57">
                  <c:v>2.125</c:v>
                </c:pt>
                <c:pt idx="58">
                  <c:v>2.25</c:v>
                </c:pt>
                <c:pt idx="59">
                  <c:v>2.375</c:v>
                </c:pt>
                <c:pt idx="60">
                  <c:v>2.5</c:v>
                </c:pt>
                <c:pt idx="61">
                  <c:v>2.625</c:v>
                </c:pt>
                <c:pt idx="62">
                  <c:v>2.75</c:v>
                </c:pt>
                <c:pt idx="63">
                  <c:v>2.875</c:v>
                </c:pt>
                <c:pt idx="64">
                  <c:v>3</c:v>
                </c:pt>
                <c:pt idx="65">
                  <c:v>3.125</c:v>
                </c:pt>
                <c:pt idx="66">
                  <c:v>3.25</c:v>
                </c:pt>
                <c:pt idx="67">
                  <c:v>3.375</c:v>
                </c:pt>
                <c:pt idx="68">
                  <c:v>3.5</c:v>
                </c:pt>
                <c:pt idx="69">
                  <c:v>3.625</c:v>
                </c:pt>
                <c:pt idx="70">
                  <c:v>3.75</c:v>
                </c:pt>
                <c:pt idx="71">
                  <c:v>3.875</c:v>
                </c:pt>
                <c:pt idx="72">
                  <c:v>4</c:v>
                </c:pt>
                <c:pt idx="73">
                  <c:v>4.125</c:v>
                </c:pt>
                <c:pt idx="74">
                  <c:v>4.25</c:v>
                </c:pt>
                <c:pt idx="75">
                  <c:v>4.375</c:v>
                </c:pt>
                <c:pt idx="76">
                  <c:v>4.5</c:v>
                </c:pt>
                <c:pt idx="77">
                  <c:v>4.625</c:v>
                </c:pt>
                <c:pt idx="78">
                  <c:v>4.75</c:v>
                </c:pt>
                <c:pt idx="79">
                  <c:v>4.875</c:v>
                </c:pt>
                <c:pt idx="80">
                  <c:v>5</c:v>
                </c:pt>
                <c:pt idx="81">
                  <c:v>5.125</c:v>
                </c:pt>
                <c:pt idx="82">
                  <c:v>5.25</c:v>
                </c:pt>
                <c:pt idx="83">
                  <c:v>5.375</c:v>
                </c:pt>
                <c:pt idx="84">
                  <c:v>5.5</c:v>
                </c:pt>
                <c:pt idx="85">
                  <c:v>5.625</c:v>
                </c:pt>
                <c:pt idx="86">
                  <c:v>5.75</c:v>
                </c:pt>
                <c:pt idx="87">
                  <c:v>5.875</c:v>
                </c:pt>
                <c:pt idx="88">
                  <c:v>6</c:v>
                </c:pt>
                <c:pt idx="89">
                  <c:v>6.125</c:v>
                </c:pt>
                <c:pt idx="90">
                  <c:v>6.25</c:v>
                </c:pt>
                <c:pt idx="91">
                  <c:v>6.375</c:v>
                </c:pt>
                <c:pt idx="92">
                  <c:v>6.5</c:v>
                </c:pt>
                <c:pt idx="93">
                  <c:v>6.625</c:v>
                </c:pt>
                <c:pt idx="94">
                  <c:v>6.75</c:v>
                </c:pt>
                <c:pt idx="95">
                  <c:v>6.875</c:v>
                </c:pt>
                <c:pt idx="96">
                  <c:v>7</c:v>
                </c:pt>
                <c:pt idx="97">
                  <c:v>7.125</c:v>
                </c:pt>
                <c:pt idx="98">
                  <c:v>7.25</c:v>
                </c:pt>
                <c:pt idx="99">
                  <c:v>7.375</c:v>
                </c:pt>
                <c:pt idx="100">
                  <c:v>7.5</c:v>
                </c:pt>
                <c:pt idx="101">
                  <c:v>7.625</c:v>
                </c:pt>
                <c:pt idx="102">
                  <c:v>7.75</c:v>
                </c:pt>
                <c:pt idx="103">
                  <c:v>7.875</c:v>
                </c:pt>
                <c:pt idx="104">
                  <c:v>8</c:v>
                </c:pt>
                <c:pt idx="105">
                  <c:v>8.125</c:v>
                </c:pt>
                <c:pt idx="106">
                  <c:v>8.25</c:v>
                </c:pt>
                <c:pt idx="107">
                  <c:v>8.375</c:v>
                </c:pt>
                <c:pt idx="108">
                  <c:v>8.5</c:v>
                </c:pt>
                <c:pt idx="109">
                  <c:v>8.625</c:v>
                </c:pt>
                <c:pt idx="110">
                  <c:v>8.75</c:v>
                </c:pt>
                <c:pt idx="111">
                  <c:v>8.875</c:v>
                </c:pt>
                <c:pt idx="112">
                  <c:v>9</c:v>
                </c:pt>
                <c:pt idx="113">
                  <c:v>9.125</c:v>
                </c:pt>
                <c:pt idx="114">
                  <c:v>9.25</c:v>
                </c:pt>
                <c:pt idx="115">
                  <c:v>9.375</c:v>
                </c:pt>
                <c:pt idx="116">
                  <c:v>9.5</c:v>
                </c:pt>
                <c:pt idx="117">
                  <c:v>9.625</c:v>
                </c:pt>
                <c:pt idx="118">
                  <c:v>9.75</c:v>
                </c:pt>
                <c:pt idx="119">
                  <c:v>9.875</c:v>
                </c:pt>
                <c:pt idx="120">
                  <c:v>10</c:v>
                </c:pt>
                <c:pt idx="121">
                  <c:v>10.125</c:v>
                </c:pt>
                <c:pt idx="122">
                  <c:v>10.25</c:v>
                </c:pt>
                <c:pt idx="123">
                  <c:v>10.375</c:v>
                </c:pt>
                <c:pt idx="124">
                  <c:v>10.5</c:v>
                </c:pt>
                <c:pt idx="125">
                  <c:v>10.625</c:v>
                </c:pt>
                <c:pt idx="126">
                  <c:v>10.75</c:v>
                </c:pt>
                <c:pt idx="127">
                  <c:v>10.875</c:v>
                </c:pt>
                <c:pt idx="128">
                  <c:v>11</c:v>
                </c:pt>
                <c:pt idx="129">
                  <c:v>11.125</c:v>
                </c:pt>
                <c:pt idx="130">
                  <c:v>11.25</c:v>
                </c:pt>
                <c:pt idx="131">
                  <c:v>11.375</c:v>
                </c:pt>
                <c:pt idx="132">
                  <c:v>11.5</c:v>
                </c:pt>
                <c:pt idx="133">
                  <c:v>11.625</c:v>
                </c:pt>
                <c:pt idx="134">
                  <c:v>11.75</c:v>
                </c:pt>
                <c:pt idx="135">
                  <c:v>11.875</c:v>
                </c:pt>
                <c:pt idx="136">
                  <c:v>12</c:v>
                </c:pt>
                <c:pt idx="137">
                  <c:v>12.125</c:v>
                </c:pt>
                <c:pt idx="138">
                  <c:v>12.25</c:v>
                </c:pt>
                <c:pt idx="139">
                  <c:v>12.375</c:v>
                </c:pt>
                <c:pt idx="140">
                  <c:v>12.5</c:v>
                </c:pt>
                <c:pt idx="141">
                  <c:v>12.625</c:v>
                </c:pt>
                <c:pt idx="142">
                  <c:v>12.75</c:v>
                </c:pt>
                <c:pt idx="143">
                  <c:v>12.875</c:v>
                </c:pt>
                <c:pt idx="144">
                  <c:v>13</c:v>
                </c:pt>
                <c:pt idx="145">
                  <c:v>13.125</c:v>
                </c:pt>
                <c:pt idx="146">
                  <c:v>13.25</c:v>
                </c:pt>
                <c:pt idx="147">
                  <c:v>13.375</c:v>
                </c:pt>
                <c:pt idx="148">
                  <c:v>13.5</c:v>
                </c:pt>
                <c:pt idx="149">
                  <c:v>13.625</c:v>
                </c:pt>
                <c:pt idx="150">
                  <c:v>13.75</c:v>
                </c:pt>
                <c:pt idx="151">
                  <c:v>13.875</c:v>
                </c:pt>
                <c:pt idx="152">
                  <c:v>14</c:v>
                </c:pt>
                <c:pt idx="153">
                  <c:v>14.125</c:v>
                </c:pt>
                <c:pt idx="154">
                  <c:v>14.25</c:v>
                </c:pt>
                <c:pt idx="155">
                  <c:v>14.375</c:v>
                </c:pt>
                <c:pt idx="156">
                  <c:v>14.5</c:v>
                </c:pt>
                <c:pt idx="157">
                  <c:v>14.625</c:v>
                </c:pt>
                <c:pt idx="158">
                  <c:v>14.75</c:v>
                </c:pt>
                <c:pt idx="159">
                  <c:v>14.875</c:v>
                </c:pt>
                <c:pt idx="160">
                  <c:v>15</c:v>
                </c:pt>
                <c:pt idx="161">
                  <c:v>15.125</c:v>
                </c:pt>
                <c:pt idx="162">
                  <c:v>15.25</c:v>
                </c:pt>
                <c:pt idx="163">
                  <c:v>15.375</c:v>
                </c:pt>
                <c:pt idx="164">
                  <c:v>15.5</c:v>
                </c:pt>
                <c:pt idx="165">
                  <c:v>15.625</c:v>
                </c:pt>
                <c:pt idx="166">
                  <c:v>15.75</c:v>
                </c:pt>
                <c:pt idx="167">
                  <c:v>15.875</c:v>
                </c:pt>
                <c:pt idx="168">
                  <c:v>16</c:v>
                </c:pt>
                <c:pt idx="169">
                  <c:v>16.125</c:v>
                </c:pt>
                <c:pt idx="170">
                  <c:v>16.25</c:v>
                </c:pt>
                <c:pt idx="171">
                  <c:v>16.375</c:v>
                </c:pt>
                <c:pt idx="172">
                  <c:v>16.5</c:v>
                </c:pt>
                <c:pt idx="173">
                  <c:v>16.625</c:v>
                </c:pt>
                <c:pt idx="174">
                  <c:v>16.75</c:v>
                </c:pt>
                <c:pt idx="175">
                  <c:v>16.875</c:v>
                </c:pt>
                <c:pt idx="176">
                  <c:v>17</c:v>
                </c:pt>
                <c:pt idx="177">
                  <c:v>17.125</c:v>
                </c:pt>
                <c:pt idx="178">
                  <c:v>17.25</c:v>
                </c:pt>
                <c:pt idx="179">
                  <c:v>17.375</c:v>
                </c:pt>
                <c:pt idx="180">
                  <c:v>17.5</c:v>
                </c:pt>
                <c:pt idx="181">
                  <c:v>17.625</c:v>
                </c:pt>
                <c:pt idx="182">
                  <c:v>17.75</c:v>
                </c:pt>
                <c:pt idx="183">
                  <c:v>17.875</c:v>
                </c:pt>
                <c:pt idx="184">
                  <c:v>18</c:v>
                </c:pt>
                <c:pt idx="185">
                  <c:v>18.125</c:v>
                </c:pt>
                <c:pt idx="186">
                  <c:v>18.25</c:v>
                </c:pt>
                <c:pt idx="187">
                  <c:v>18.375</c:v>
                </c:pt>
                <c:pt idx="188">
                  <c:v>18.5</c:v>
                </c:pt>
                <c:pt idx="189">
                  <c:v>18.625</c:v>
                </c:pt>
                <c:pt idx="190">
                  <c:v>18.75</c:v>
                </c:pt>
                <c:pt idx="191">
                  <c:v>18.875</c:v>
                </c:pt>
                <c:pt idx="192">
                  <c:v>19</c:v>
                </c:pt>
                <c:pt idx="193">
                  <c:v>19.125</c:v>
                </c:pt>
                <c:pt idx="194">
                  <c:v>19.25</c:v>
                </c:pt>
                <c:pt idx="195">
                  <c:v>19.375</c:v>
                </c:pt>
                <c:pt idx="196">
                  <c:v>19.5</c:v>
                </c:pt>
                <c:pt idx="197">
                  <c:v>19.625</c:v>
                </c:pt>
                <c:pt idx="198">
                  <c:v>19.75</c:v>
                </c:pt>
                <c:pt idx="199">
                  <c:v>19.875</c:v>
                </c:pt>
                <c:pt idx="200">
                  <c:v>20</c:v>
                </c:pt>
                <c:pt idx="201">
                  <c:v>20.125</c:v>
                </c:pt>
                <c:pt idx="202">
                  <c:v>20.25</c:v>
                </c:pt>
                <c:pt idx="203">
                  <c:v>20.375</c:v>
                </c:pt>
                <c:pt idx="204">
                  <c:v>20.5</c:v>
                </c:pt>
                <c:pt idx="205">
                  <c:v>20.625</c:v>
                </c:pt>
                <c:pt idx="206">
                  <c:v>20.75</c:v>
                </c:pt>
                <c:pt idx="207">
                  <c:v>20.875</c:v>
                </c:pt>
                <c:pt idx="208">
                  <c:v>21</c:v>
                </c:pt>
                <c:pt idx="209">
                  <c:v>21.125</c:v>
                </c:pt>
                <c:pt idx="210">
                  <c:v>21.25</c:v>
                </c:pt>
                <c:pt idx="211">
                  <c:v>21.375</c:v>
                </c:pt>
                <c:pt idx="212">
                  <c:v>21.5</c:v>
                </c:pt>
                <c:pt idx="213">
                  <c:v>21.625</c:v>
                </c:pt>
                <c:pt idx="214">
                  <c:v>21.75</c:v>
                </c:pt>
                <c:pt idx="215">
                  <c:v>21.875</c:v>
                </c:pt>
                <c:pt idx="216">
                  <c:v>22</c:v>
                </c:pt>
                <c:pt idx="217">
                  <c:v>22.125</c:v>
                </c:pt>
                <c:pt idx="218">
                  <c:v>22.25</c:v>
                </c:pt>
                <c:pt idx="219">
                  <c:v>22.375</c:v>
                </c:pt>
                <c:pt idx="220">
                  <c:v>22.5</c:v>
                </c:pt>
                <c:pt idx="221">
                  <c:v>22.625</c:v>
                </c:pt>
                <c:pt idx="222">
                  <c:v>22.75</c:v>
                </c:pt>
                <c:pt idx="223">
                  <c:v>22.875</c:v>
                </c:pt>
                <c:pt idx="224">
                  <c:v>23</c:v>
                </c:pt>
                <c:pt idx="225">
                  <c:v>23.125</c:v>
                </c:pt>
                <c:pt idx="226">
                  <c:v>23.25</c:v>
                </c:pt>
                <c:pt idx="227">
                  <c:v>23.375</c:v>
                </c:pt>
                <c:pt idx="228">
                  <c:v>23.5</c:v>
                </c:pt>
                <c:pt idx="229">
                  <c:v>23.625</c:v>
                </c:pt>
                <c:pt idx="230">
                  <c:v>23.75</c:v>
                </c:pt>
                <c:pt idx="231">
                  <c:v>23.875</c:v>
                </c:pt>
                <c:pt idx="232">
                  <c:v>24</c:v>
                </c:pt>
                <c:pt idx="233">
                  <c:v>24.125</c:v>
                </c:pt>
                <c:pt idx="234">
                  <c:v>24.25</c:v>
                </c:pt>
                <c:pt idx="235">
                  <c:v>24.375</c:v>
                </c:pt>
                <c:pt idx="236">
                  <c:v>24.5</c:v>
                </c:pt>
                <c:pt idx="237">
                  <c:v>24.625</c:v>
                </c:pt>
                <c:pt idx="238">
                  <c:v>24.75</c:v>
                </c:pt>
                <c:pt idx="239">
                  <c:v>24.875</c:v>
                </c:pt>
                <c:pt idx="240">
                  <c:v>25</c:v>
                </c:pt>
              </c:numCache>
            </c:numRef>
          </c:xVal>
          <c:yVal>
            <c:numRef>
              <c:f>Sheet1!$B$2:$B$242</c:f>
              <c:numCache>
                <c:formatCode>General</c:formatCode>
                <c:ptCount val="241"/>
                <c:pt idx="0">
                  <c:v>0.00221</c:v>
                </c:pt>
                <c:pt idx="1">
                  <c:v>0.00235</c:v>
                </c:pt>
                <c:pt idx="2">
                  <c:v>0.0025</c:v>
                </c:pt>
                <c:pt idx="3">
                  <c:v>0.00267</c:v>
                </c:pt>
                <c:pt idx="4">
                  <c:v>0.00284</c:v>
                </c:pt>
                <c:pt idx="5">
                  <c:v>0.00302</c:v>
                </c:pt>
                <c:pt idx="6">
                  <c:v>0.00321</c:v>
                </c:pt>
                <c:pt idx="7">
                  <c:v>0.00342</c:v>
                </c:pt>
                <c:pt idx="8">
                  <c:v>0.00364</c:v>
                </c:pt>
                <c:pt idx="9">
                  <c:v>0.00388</c:v>
                </c:pt>
                <c:pt idx="10">
                  <c:v>0.00412</c:v>
                </c:pt>
                <c:pt idx="11">
                  <c:v>0.00439</c:v>
                </c:pt>
                <c:pt idx="12">
                  <c:v>0.00467</c:v>
                </c:pt>
                <c:pt idx="13">
                  <c:v>0.00497</c:v>
                </c:pt>
                <c:pt idx="14">
                  <c:v>0.00529</c:v>
                </c:pt>
                <c:pt idx="15">
                  <c:v>0.00563</c:v>
                </c:pt>
                <c:pt idx="16">
                  <c:v>0.006</c:v>
                </c:pt>
                <c:pt idx="17">
                  <c:v>0.00638</c:v>
                </c:pt>
                <c:pt idx="18">
                  <c:v>0.00679</c:v>
                </c:pt>
                <c:pt idx="19">
                  <c:v>0.00723</c:v>
                </c:pt>
                <c:pt idx="20">
                  <c:v>0.00769</c:v>
                </c:pt>
                <c:pt idx="21">
                  <c:v>0.00819</c:v>
                </c:pt>
                <c:pt idx="22">
                  <c:v>0.00871</c:v>
                </c:pt>
                <c:pt idx="23">
                  <c:v>0.00927</c:v>
                </c:pt>
                <c:pt idx="24">
                  <c:v>0.00987</c:v>
                </c:pt>
                <c:pt idx="25">
                  <c:v>0.0105</c:v>
                </c:pt>
                <c:pt idx="26">
                  <c:v>0.01117</c:v>
                </c:pt>
                <c:pt idx="27">
                  <c:v>0.01189</c:v>
                </c:pt>
                <c:pt idx="28">
                  <c:v>0.01265</c:v>
                </c:pt>
                <c:pt idx="29">
                  <c:v>0.01346</c:v>
                </c:pt>
                <c:pt idx="30">
                  <c:v>0.01432</c:v>
                </c:pt>
                <c:pt idx="31">
                  <c:v>0.01524</c:v>
                </c:pt>
                <c:pt idx="32">
                  <c:v>0.01621</c:v>
                </c:pt>
                <c:pt idx="33">
                  <c:v>0.01725</c:v>
                </c:pt>
                <c:pt idx="34">
                  <c:v>0.01835</c:v>
                </c:pt>
                <c:pt idx="35">
                  <c:v>0.01953</c:v>
                </c:pt>
                <c:pt idx="36">
                  <c:v>0.02077</c:v>
                </c:pt>
                <c:pt idx="37">
                  <c:v>0.0221</c:v>
                </c:pt>
                <c:pt idx="38">
                  <c:v>0.0235</c:v>
                </c:pt>
                <c:pt idx="39">
                  <c:v>0.025</c:v>
                </c:pt>
                <c:pt idx="40">
                  <c:v>0.02659</c:v>
                </c:pt>
                <c:pt idx="41">
                  <c:v>0.02828</c:v>
                </c:pt>
                <c:pt idx="42">
                  <c:v>0.03008</c:v>
                </c:pt>
                <c:pt idx="43">
                  <c:v>0.03199</c:v>
                </c:pt>
                <c:pt idx="44">
                  <c:v>0.03402</c:v>
                </c:pt>
                <c:pt idx="45">
                  <c:v>0.03617</c:v>
                </c:pt>
                <c:pt idx="46">
                  <c:v>0.03846</c:v>
                </c:pt>
                <c:pt idx="47">
                  <c:v>0.04089</c:v>
                </c:pt>
                <c:pt idx="48">
                  <c:v>0.04346</c:v>
                </c:pt>
                <c:pt idx="49">
                  <c:v>0.0462</c:v>
                </c:pt>
                <c:pt idx="50">
                  <c:v>0.04911</c:v>
                </c:pt>
                <c:pt idx="51">
                  <c:v>0.05219</c:v>
                </c:pt>
                <c:pt idx="52">
                  <c:v>0.05546</c:v>
                </c:pt>
                <c:pt idx="53">
                  <c:v>0.05893</c:v>
                </c:pt>
                <c:pt idx="54">
                  <c:v>0.06261</c:v>
                </c:pt>
                <c:pt idx="55">
                  <c:v>0.06652</c:v>
                </c:pt>
                <c:pt idx="56">
                  <c:v>0.07065</c:v>
                </c:pt>
                <c:pt idx="57">
                  <c:v>0.07503</c:v>
                </c:pt>
                <c:pt idx="58">
                  <c:v>0.07968</c:v>
                </c:pt>
                <c:pt idx="59">
                  <c:v>0.08459</c:v>
                </c:pt>
                <c:pt idx="60">
                  <c:v>0.0898</c:v>
                </c:pt>
                <c:pt idx="61">
                  <c:v>0.09531</c:v>
                </c:pt>
                <c:pt idx="62">
                  <c:v>0.10113</c:v>
                </c:pt>
                <c:pt idx="63">
                  <c:v>0.1073</c:v>
                </c:pt>
                <c:pt idx="64">
                  <c:v>0.11381</c:v>
                </c:pt>
                <c:pt idx="65">
                  <c:v>0.1207</c:v>
                </c:pt>
                <c:pt idx="66">
                  <c:v>0.12797</c:v>
                </c:pt>
                <c:pt idx="67">
                  <c:v>0.13564</c:v>
                </c:pt>
                <c:pt idx="68">
                  <c:v>0.14373</c:v>
                </c:pt>
                <c:pt idx="69">
                  <c:v>0.15227</c:v>
                </c:pt>
                <c:pt idx="70">
                  <c:v>0.16127</c:v>
                </c:pt>
                <c:pt idx="71">
                  <c:v>0.17074</c:v>
                </c:pt>
                <c:pt idx="72">
                  <c:v>0.18071</c:v>
                </c:pt>
                <c:pt idx="73">
                  <c:v>0.19119</c:v>
                </c:pt>
                <c:pt idx="74">
                  <c:v>0.20221</c:v>
                </c:pt>
                <c:pt idx="75">
                  <c:v>0.21377</c:v>
                </c:pt>
                <c:pt idx="76">
                  <c:v>0.2259</c:v>
                </c:pt>
                <c:pt idx="77">
                  <c:v>0.23862</c:v>
                </c:pt>
                <c:pt idx="78">
                  <c:v>0.25194</c:v>
                </c:pt>
                <c:pt idx="79">
                  <c:v>0.26586</c:v>
                </c:pt>
                <c:pt idx="80">
                  <c:v>0.28041</c:v>
                </c:pt>
                <c:pt idx="81">
                  <c:v>0.2956</c:v>
                </c:pt>
                <c:pt idx="82">
                  <c:v>0.31143</c:v>
                </c:pt>
                <c:pt idx="83">
                  <c:v>0.3279</c:v>
                </c:pt>
                <c:pt idx="84">
                  <c:v>0.34503</c:v>
                </c:pt>
                <c:pt idx="85">
                  <c:v>0.36281</c:v>
                </c:pt>
                <c:pt idx="86">
                  <c:v>0.38123</c:v>
                </c:pt>
                <c:pt idx="87">
                  <c:v>0.40029</c:v>
                </c:pt>
                <c:pt idx="88">
                  <c:v>0.41997</c:v>
                </c:pt>
                <c:pt idx="89">
                  <c:v>0.44026</c:v>
                </c:pt>
                <c:pt idx="90">
                  <c:v>0.46114</c:v>
                </c:pt>
                <c:pt idx="91">
                  <c:v>0.48257</c:v>
                </c:pt>
                <c:pt idx="92">
                  <c:v>0.50452</c:v>
                </c:pt>
                <c:pt idx="93">
                  <c:v>0.52694</c:v>
                </c:pt>
                <c:pt idx="94">
                  <c:v>0.5498</c:v>
                </c:pt>
                <c:pt idx="95">
                  <c:v>0.57304</c:v>
                </c:pt>
                <c:pt idx="96">
                  <c:v>0.59659</c:v>
                </c:pt>
                <c:pt idx="97">
                  <c:v>0.62038</c:v>
                </c:pt>
                <c:pt idx="98">
                  <c:v>0.64434</c:v>
                </c:pt>
                <c:pt idx="99">
                  <c:v>0.66838</c:v>
                </c:pt>
                <c:pt idx="100">
                  <c:v>0.69242</c:v>
                </c:pt>
                <c:pt idx="101">
                  <c:v>0.71635</c:v>
                </c:pt>
                <c:pt idx="102">
                  <c:v>0.74007</c:v>
                </c:pt>
                <c:pt idx="103">
                  <c:v>0.76348</c:v>
                </c:pt>
                <c:pt idx="104">
                  <c:v>0.78645</c:v>
                </c:pt>
                <c:pt idx="105">
                  <c:v>0.80887</c:v>
                </c:pt>
                <c:pt idx="106">
                  <c:v>0.83061</c:v>
                </c:pt>
                <c:pt idx="107">
                  <c:v>0.85156</c:v>
                </c:pt>
                <c:pt idx="108">
                  <c:v>0.87158</c:v>
                </c:pt>
                <c:pt idx="109">
                  <c:v>0.89056</c:v>
                </c:pt>
                <c:pt idx="110">
                  <c:v>0.90837</c:v>
                </c:pt>
                <c:pt idx="111">
                  <c:v>0.92489</c:v>
                </c:pt>
                <c:pt idx="112">
                  <c:v>0.94001</c:v>
                </c:pt>
                <c:pt idx="113">
                  <c:v>0.95363</c:v>
                </c:pt>
                <c:pt idx="114">
                  <c:v>0.96565</c:v>
                </c:pt>
                <c:pt idx="115">
                  <c:v>0.97598</c:v>
                </c:pt>
                <c:pt idx="116">
                  <c:v>0.98454</c:v>
                </c:pt>
                <c:pt idx="117">
                  <c:v>0.99126</c:v>
                </c:pt>
                <c:pt idx="118">
                  <c:v>0.9961</c:v>
                </c:pt>
                <c:pt idx="119">
                  <c:v>0.99902</c:v>
                </c:pt>
                <c:pt idx="120">
                  <c:v>1</c:v>
                </c:pt>
                <c:pt idx="121">
                  <c:v>0.99902</c:v>
                </c:pt>
                <c:pt idx="122">
                  <c:v>0.9961</c:v>
                </c:pt>
                <c:pt idx="123">
                  <c:v>0.99126</c:v>
                </c:pt>
                <c:pt idx="124">
                  <c:v>0.98454</c:v>
                </c:pt>
                <c:pt idx="125">
                  <c:v>0.97598</c:v>
                </c:pt>
                <c:pt idx="126">
                  <c:v>0.96565</c:v>
                </c:pt>
                <c:pt idx="127">
                  <c:v>0.95363</c:v>
                </c:pt>
                <c:pt idx="128">
                  <c:v>0.94001</c:v>
                </c:pt>
                <c:pt idx="129">
                  <c:v>0.92489</c:v>
                </c:pt>
                <c:pt idx="130">
                  <c:v>0.90837</c:v>
                </c:pt>
                <c:pt idx="131">
                  <c:v>0.89056</c:v>
                </c:pt>
                <c:pt idx="132">
                  <c:v>0.87158</c:v>
                </c:pt>
                <c:pt idx="133">
                  <c:v>0.85156</c:v>
                </c:pt>
                <c:pt idx="134">
                  <c:v>0.83061</c:v>
                </c:pt>
                <c:pt idx="135">
                  <c:v>0.80887</c:v>
                </c:pt>
                <c:pt idx="136">
                  <c:v>0.78645</c:v>
                </c:pt>
                <c:pt idx="137">
                  <c:v>0.76348</c:v>
                </c:pt>
                <c:pt idx="138">
                  <c:v>0.74007</c:v>
                </c:pt>
                <c:pt idx="139">
                  <c:v>0.71635</c:v>
                </c:pt>
                <c:pt idx="140">
                  <c:v>0.69242</c:v>
                </c:pt>
                <c:pt idx="141">
                  <c:v>0.66838</c:v>
                </c:pt>
                <c:pt idx="142">
                  <c:v>0.64434</c:v>
                </c:pt>
                <c:pt idx="143">
                  <c:v>0.62038</c:v>
                </c:pt>
                <c:pt idx="144">
                  <c:v>0.59659</c:v>
                </c:pt>
                <c:pt idx="145">
                  <c:v>0.57304</c:v>
                </c:pt>
                <c:pt idx="146">
                  <c:v>0.5498</c:v>
                </c:pt>
                <c:pt idx="147">
                  <c:v>0.52694</c:v>
                </c:pt>
                <c:pt idx="148">
                  <c:v>0.50452</c:v>
                </c:pt>
                <c:pt idx="149">
                  <c:v>0.48257</c:v>
                </c:pt>
                <c:pt idx="150">
                  <c:v>0.46114</c:v>
                </c:pt>
                <c:pt idx="151">
                  <c:v>0.44026</c:v>
                </c:pt>
                <c:pt idx="152">
                  <c:v>0.41997</c:v>
                </c:pt>
                <c:pt idx="153">
                  <c:v>0.40029</c:v>
                </c:pt>
                <c:pt idx="154">
                  <c:v>0.38123</c:v>
                </c:pt>
                <c:pt idx="155">
                  <c:v>0.36281</c:v>
                </c:pt>
                <c:pt idx="156">
                  <c:v>0.34503</c:v>
                </c:pt>
                <c:pt idx="157">
                  <c:v>0.3279</c:v>
                </c:pt>
                <c:pt idx="158">
                  <c:v>0.31143</c:v>
                </c:pt>
                <c:pt idx="159">
                  <c:v>0.2956</c:v>
                </c:pt>
                <c:pt idx="160">
                  <c:v>0.28041</c:v>
                </c:pt>
                <c:pt idx="161">
                  <c:v>0.26586</c:v>
                </c:pt>
                <c:pt idx="162">
                  <c:v>0.25194</c:v>
                </c:pt>
                <c:pt idx="163">
                  <c:v>0.23862</c:v>
                </c:pt>
                <c:pt idx="164">
                  <c:v>0.2259</c:v>
                </c:pt>
                <c:pt idx="165">
                  <c:v>0.21377</c:v>
                </c:pt>
                <c:pt idx="166">
                  <c:v>0.20221</c:v>
                </c:pt>
                <c:pt idx="167">
                  <c:v>0.19119</c:v>
                </c:pt>
                <c:pt idx="168">
                  <c:v>0.18071</c:v>
                </c:pt>
                <c:pt idx="169">
                  <c:v>0.17074</c:v>
                </c:pt>
                <c:pt idx="170">
                  <c:v>0.16127</c:v>
                </c:pt>
                <c:pt idx="171">
                  <c:v>0.15227</c:v>
                </c:pt>
                <c:pt idx="172">
                  <c:v>0.14373</c:v>
                </c:pt>
                <c:pt idx="173">
                  <c:v>0.13564</c:v>
                </c:pt>
                <c:pt idx="174">
                  <c:v>0.12797</c:v>
                </c:pt>
                <c:pt idx="175">
                  <c:v>0.1207</c:v>
                </c:pt>
                <c:pt idx="176">
                  <c:v>0.11381</c:v>
                </c:pt>
                <c:pt idx="177">
                  <c:v>0.1073</c:v>
                </c:pt>
                <c:pt idx="178">
                  <c:v>0.10113</c:v>
                </c:pt>
                <c:pt idx="179">
                  <c:v>0.09531</c:v>
                </c:pt>
                <c:pt idx="180">
                  <c:v>0.0898</c:v>
                </c:pt>
                <c:pt idx="181">
                  <c:v>0.08459</c:v>
                </c:pt>
                <c:pt idx="182">
                  <c:v>0.07968</c:v>
                </c:pt>
                <c:pt idx="183">
                  <c:v>0.07503</c:v>
                </c:pt>
                <c:pt idx="184">
                  <c:v>0.07065</c:v>
                </c:pt>
                <c:pt idx="185">
                  <c:v>0.06652</c:v>
                </c:pt>
                <c:pt idx="186">
                  <c:v>0.06261</c:v>
                </c:pt>
                <c:pt idx="187">
                  <c:v>0.05893</c:v>
                </c:pt>
                <c:pt idx="188">
                  <c:v>0.05546</c:v>
                </c:pt>
                <c:pt idx="189">
                  <c:v>0.05219</c:v>
                </c:pt>
                <c:pt idx="190">
                  <c:v>0.04911</c:v>
                </c:pt>
                <c:pt idx="191">
                  <c:v>0.0462</c:v>
                </c:pt>
                <c:pt idx="192">
                  <c:v>0.04346</c:v>
                </c:pt>
                <c:pt idx="193">
                  <c:v>0.04089</c:v>
                </c:pt>
                <c:pt idx="194">
                  <c:v>0.03846</c:v>
                </c:pt>
                <c:pt idx="195">
                  <c:v>0.03617</c:v>
                </c:pt>
                <c:pt idx="196">
                  <c:v>0.03402</c:v>
                </c:pt>
                <c:pt idx="197">
                  <c:v>0.03199</c:v>
                </c:pt>
                <c:pt idx="198">
                  <c:v>0.03008</c:v>
                </c:pt>
                <c:pt idx="199">
                  <c:v>0.02828</c:v>
                </c:pt>
                <c:pt idx="200">
                  <c:v>0.02659</c:v>
                </c:pt>
                <c:pt idx="201">
                  <c:v>0.025</c:v>
                </c:pt>
                <c:pt idx="202">
                  <c:v>0.0235</c:v>
                </c:pt>
                <c:pt idx="203">
                  <c:v>0.0221</c:v>
                </c:pt>
                <c:pt idx="204">
                  <c:v>0.02077</c:v>
                </c:pt>
                <c:pt idx="205">
                  <c:v>0.01953</c:v>
                </c:pt>
                <c:pt idx="206">
                  <c:v>0.01835</c:v>
                </c:pt>
                <c:pt idx="207">
                  <c:v>0.01725</c:v>
                </c:pt>
                <c:pt idx="208">
                  <c:v>0.01621</c:v>
                </c:pt>
                <c:pt idx="209">
                  <c:v>0.01524</c:v>
                </c:pt>
                <c:pt idx="210">
                  <c:v>0.01432</c:v>
                </c:pt>
                <c:pt idx="211">
                  <c:v>0.01346</c:v>
                </c:pt>
                <c:pt idx="212">
                  <c:v>0.01265</c:v>
                </c:pt>
                <c:pt idx="213">
                  <c:v>0.01189</c:v>
                </c:pt>
                <c:pt idx="214">
                  <c:v>0.01117</c:v>
                </c:pt>
                <c:pt idx="215">
                  <c:v>0.0105</c:v>
                </c:pt>
                <c:pt idx="216">
                  <c:v>0.00987</c:v>
                </c:pt>
                <c:pt idx="217">
                  <c:v>0.00927</c:v>
                </c:pt>
                <c:pt idx="218">
                  <c:v>0.00871</c:v>
                </c:pt>
                <c:pt idx="219">
                  <c:v>0.00819</c:v>
                </c:pt>
                <c:pt idx="220">
                  <c:v>0.00769</c:v>
                </c:pt>
                <c:pt idx="221">
                  <c:v>0.00723</c:v>
                </c:pt>
                <c:pt idx="222">
                  <c:v>0.00679</c:v>
                </c:pt>
                <c:pt idx="223">
                  <c:v>0.00638</c:v>
                </c:pt>
                <c:pt idx="224">
                  <c:v>0.006</c:v>
                </c:pt>
                <c:pt idx="225">
                  <c:v>0.00563</c:v>
                </c:pt>
                <c:pt idx="226">
                  <c:v>0.00529</c:v>
                </c:pt>
                <c:pt idx="227">
                  <c:v>0.00497</c:v>
                </c:pt>
                <c:pt idx="228">
                  <c:v>0.00467</c:v>
                </c:pt>
                <c:pt idx="229">
                  <c:v>0.00439</c:v>
                </c:pt>
                <c:pt idx="230">
                  <c:v>0.00412</c:v>
                </c:pt>
                <c:pt idx="231">
                  <c:v>0.00388</c:v>
                </c:pt>
                <c:pt idx="232">
                  <c:v>0.00364</c:v>
                </c:pt>
                <c:pt idx="233">
                  <c:v>0.00342</c:v>
                </c:pt>
                <c:pt idx="234">
                  <c:v>0.00321</c:v>
                </c:pt>
                <c:pt idx="235">
                  <c:v>0.00302</c:v>
                </c:pt>
                <c:pt idx="236">
                  <c:v>0.00284</c:v>
                </c:pt>
                <c:pt idx="237">
                  <c:v>0.00267</c:v>
                </c:pt>
                <c:pt idx="238">
                  <c:v>0.0025</c:v>
                </c:pt>
                <c:pt idx="239">
                  <c:v>0.00235</c:v>
                </c:pt>
                <c:pt idx="240">
                  <c:v>0.00221</c:v>
                </c:pt>
              </c:numCache>
            </c:numRef>
          </c:yVal>
          <c:smooth val="0"/>
        </c:ser>
        <c:ser>
          <c:idx val="1"/>
          <c:order val="1"/>
          <c:tx>
            <c:strRef>
              <c:f>Sheet1!$C$1</c:f>
              <c:strCache>
                <c:ptCount val="1"/>
                <c:pt idx="0">
                  <c:v>NORMAL 10 / 3,63 (misma desviación)</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Sheet1!$A$2:$A$242</c:f>
              <c:numCache>
                <c:formatCode>General</c:formatCode>
                <c:ptCount val="241"/>
                <c:pt idx="0">
                  <c:v>-5</c:v>
                </c:pt>
                <c:pt idx="1">
                  <c:v>-4.875</c:v>
                </c:pt>
                <c:pt idx="2">
                  <c:v>-4.75</c:v>
                </c:pt>
                <c:pt idx="3">
                  <c:v>-4.625</c:v>
                </c:pt>
                <c:pt idx="4">
                  <c:v>-4.5</c:v>
                </c:pt>
                <c:pt idx="5">
                  <c:v>-4.375</c:v>
                </c:pt>
                <c:pt idx="6">
                  <c:v>-4.25</c:v>
                </c:pt>
                <c:pt idx="7">
                  <c:v>-4.125</c:v>
                </c:pt>
                <c:pt idx="8">
                  <c:v>-4</c:v>
                </c:pt>
                <c:pt idx="9">
                  <c:v>-3.875</c:v>
                </c:pt>
                <c:pt idx="10">
                  <c:v>-3.75</c:v>
                </c:pt>
                <c:pt idx="11">
                  <c:v>-3.625</c:v>
                </c:pt>
                <c:pt idx="12">
                  <c:v>-3.5</c:v>
                </c:pt>
                <c:pt idx="13">
                  <c:v>-3.375</c:v>
                </c:pt>
                <c:pt idx="14">
                  <c:v>-3.25</c:v>
                </c:pt>
                <c:pt idx="15">
                  <c:v>-3.125</c:v>
                </c:pt>
                <c:pt idx="16">
                  <c:v>-3</c:v>
                </c:pt>
                <c:pt idx="17">
                  <c:v>-2.875</c:v>
                </c:pt>
                <c:pt idx="18">
                  <c:v>-2.75</c:v>
                </c:pt>
                <c:pt idx="19">
                  <c:v>-2.625</c:v>
                </c:pt>
                <c:pt idx="20">
                  <c:v>-2.5</c:v>
                </c:pt>
                <c:pt idx="21">
                  <c:v>-2.375</c:v>
                </c:pt>
                <c:pt idx="22">
                  <c:v>-2.25</c:v>
                </c:pt>
                <c:pt idx="23">
                  <c:v>-2.125</c:v>
                </c:pt>
                <c:pt idx="24">
                  <c:v>-2</c:v>
                </c:pt>
                <c:pt idx="25">
                  <c:v>-1.875</c:v>
                </c:pt>
                <c:pt idx="26">
                  <c:v>-1.75</c:v>
                </c:pt>
                <c:pt idx="27">
                  <c:v>-1.625</c:v>
                </c:pt>
                <c:pt idx="28">
                  <c:v>-1.5</c:v>
                </c:pt>
                <c:pt idx="29">
                  <c:v>-1.375</c:v>
                </c:pt>
                <c:pt idx="30">
                  <c:v>-1.25</c:v>
                </c:pt>
                <c:pt idx="31">
                  <c:v>-1.125</c:v>
                </c:pt>
                <c:pt idx="32">
                  <c:v>-1</c:v>
                </c:pt>
                <c:pt idx="33">
                  <c:v>-0.875</c:v>
                </c:pt>
                <c:pt idx="34">
                  <c:v>-0.75</c:v>
                </c:pt>
                <c:pt idx="35">
                  <c:v>-0.625</c:v>
                </c:pt>
                <c:pt idx="36">
                  <c:v>-0.5</c:v>
                </c:pt>
                <c:pt idx="37">
                  <c:v>-0.375</c:v>
                </c:pt>
                <c:pt idx="38">
                  <c:v>-0.25</c:v>
                </c:pt>
                <c:pt idx="39">
                  <c:v>-0.125</c:v>
                </c:pt>
                <c:pt idx="40">
                  <c:v>0</c:v>
                </c:pt>
                <c:pt idx="41">
                  <c:v>0.125</c:v>
                </c:pt>
                <c:pt idx="42">
                  <c:v>0.25</c:v>
                </c:pt>
                <c:pt idx="43">
                  <c:v>0.375</c:v>
                </c:pt>
                <c:pt idx="44">
                  <c:v>0.5</c:v>
                </c:pt>
                <c:pt idx="45">
                  <c:v>0.625</c:v>
                </c:pt>
                <c:pt idx="46">
                  <c:v>0.75</c:v>
                </c:pt>
                <c:pt idx="47">
                  <c:v>0.875</c:v>
                </c:pt>
                <c:pt idx="48">
                  <c:v>1</c:v>
                </c:pt>
                <c:pt idx="49">
                  <c:v>1.125</c:v>
                </c:pt>
                <c:pt idx="50">
                  <c:v>1.25</c:v>
                </c:pt>
                <c:pt idx="51">
                  <c:v>1.375</c:v>
                </c:pt>
                <c:pt idx="52">
                  <c:v>1.5</c:v>
                </c:pt>
                <c:pt idx="53">
                  <c:v>1.625</c:v>
                </c:pt>
                <c:pt idx="54">
                  <c:v>1.75</c:v>
                </c:pt>
                <c:pt idx="55">
                  <c:v>1.875</c:v>
                </c:pt>
                <c:pt idx="56">
                  <c:v>2</c:v>
                </c:pt>
                <c:pt idx="57">
                  <c:v>2.125</c:v>
                </c:pt>
                <c:pt idx="58">
                  <c:v>2.25</c:v>
                </c:pt>
                <c:pt idx="59">
                  <c:v>2.375</c:v>
                </c:pt>
                <c:pt idx="60">
                  <c:v>2.5</c:v>
                </c:pt>
                <c:pt idx="61">
                  <c:v>2.625</c:v>
                </c:pt>
                <c:pt idx="62">
                  <c:v>2.75</c:v>
                </c:pt>
                <c:pt idx="63">
                  <c:v>2.875</c:v>
                </c:pt>
                <c:pt idx="64">
                  <c:v>3</c:v>
                </c:pt>
                <c:pt idx="65">
                  <c:v>3.125</c:v>
                </c:pt>
                <c:pt idx="66">
                  <c:v>3.25</c:v>
                </c:pt>
                <c:pt idx="67">
                  <c:v>3.375</c:v>
                </c:pt>
                <c:pt idx="68">
                  <c:v>3.5</c:v>
                </c:pt>
                <c:pt idx="69">
                  <c:v>3.625</c:v>
                </c:pt>
                <c:pt idx="70">
                  <c:v>3.75</c:v>
                </c:pt>
                <c:pt idx="71">
                  <c:v>3.875</c:v>
                </c:pt>
                <c:pt idx="72">
                  <c:v>4</c:v>
                </c:pt>
                <c:pt idx="73">
                  <c:v>4.125</c:v>
                </c:pt>
                <c:pt idx="74">
                  <c:v>4.25</c:v>
                </c:pt>
                <c:pt idx="75">
                  <c:v>4.375</c:v>
                </c:pt>
                <c:pt idx="76">
                  <c:v>4.5</c:v>
                </c:pt>
                <c:pt idx="77">
                  <c:v>4.625</c:v>
                </c:pt>
                <c:pt idx="78">
                  <c:v>4.75</c:v>
                </c:pt>
                <c:pt idx="79">
                  <c:v>4.875</c:v>
                </c:pt>
                <c:pt idx="80">
                  <c:v>5</c:v>
                </c:pt>
                <c:pt idx="81">
                  <c:v>5.125</c:v>
                </c:pt>
                <c:pt idx="82">
                  <c:v>5.25</c:v>
                </c:pt>
                <c:pt idx="83">
                  <c:v>5.375</c:v>
                </c:pt>
                <c:pt idx="84">
                  <c:v>5.5</c:v>
                </c:pt>
                <c:pt idx="85">
                  <c:v>5.625</c:v>
                </c:pt>
                <c:pt idx="86">
                  <c:v>5.75</c:v>
                </c:pt>
                <c:pt idx="87">
                  <c:v>5.875</c:v>
                </c:pt>
                <c:pt idx="88">
                  <c:v>6</c:v>
                </c:pt>
                <c:pt idx="89">
                  <c:v>6.125</c:v>
                </c:pt>
                <c:pt idx="90">
                  <c:v>6.25</c:v>
                </c:pt>
                <c:pt idx="91">
                  <c:v>6.375</c:v>
                </c:pt>
                <c:pt idx="92">
                  <c:v>6.5</c:v>
                </c:pt>
                <c:pt idx="93">
                  <c:v>6.625</c:v>
                </c:pt>
                <c:pt idx="94">
                  <c:v>6.75</c:v>
                </c:pt>
                <c:pt idx="95">
                  <c:v>6.875</c:v>
                </c:pt>
                <c:pt idx="96">
                  <c:v>7</c:v>
                </c:pt>
                <c:pt idx="97">
                  <c:v>7.125</c:v>
                </c:pt>
                <c:pt idx="98">
                  <c:v>7.25</c:v>
                </c:pt>
                <c:pt idx="99">
                  <c:v>7.375</c:v>
                </c:pt>
                <c:pt idx="100">
                  <c:v>7.5</c:v>
                </c:pt>
                <c:pt idx="101">
                  <c:v>7.625</c:v>
                </c:pt>
                <c:pt idx="102">
                  <c:v>7.75</c:v>
                </c:pt>
                <c:pt idx="103">
                  <c:v>7.875</c:v>
                </c:pt>
                <c:pt idx="104">
                  <c:v>8</c:v>
                </c:pt>
                <c:pt idx="105">
                  <c:v>8.125</c:v>
                </c:pt>
                <c:pt idx="106">
                  <c:v>8.25</c:v>
                </c:pt>
                <c:pt idx="107">
                  <c:v>8.375</c:v>
                </c:pt>
                <c:pt idx="108">
                  <c:v>8.5</c:v>
                </c:pt>
                <c:pt idx="109">
                  <c:v>8.625</c:v>
                </c:pt>
                <c:pt idx="110">
                  <c:v>8.75</c:v>
                </c:pt>
                <c:pt idx="111">
                  <c:v>8.875</c:v>
                </c:pt>
                <c:pt idx="112">
                  <c:v>9</c:v>
                </c:pt>
                <c:pt idx="113">
                  <c:v>9.125</c:v>
                </c:pt>
                <c:pt idx="114">
                  <c:v>9.25</c:v>
                </c:pt>
                <c:pt idx="115">
                  <c:v>9.375</c:v>
                </c:pt>
                <c:pt idx="116">
                  <c:v>9.5</c:v>
                </c:pt>
                <c:pt idx="117">
                  <c:v>9.625</c:v>
                </c:pt>
                <c:pt idx="118">
                  <c:v>9.75</c:v>
                </c:pt>
                <c:pt idx="119">
                  <c:v>9.875</c:v>
                </c:pt>
                <c:pt idx="120">
                  <c:v>10</c:v>
                </c:pt>
                <c:pt idx="121">
                  <c:v>10.125</c:v>
                </c:pt>
                <c:pt idx="122">
                  <c:v>10.25</c:v>
                </c:pt>
                <c:pt idx="123">
                  <c:v>10.375</c:v>
                </c:pt>
                <c:pt idx="124">
                  <c:v>10.5</c:v>
                </c:pt>
                <c:pt idx="125">
                  <c:v>10.625</c:v>
                </c:pt>
                <c:pt idx="126">
                  <c:v>10.75</c:v>
                </c:pt>
                <c:pt idx="127">
                  <c:v>10.875</c:v>
                </c:pt>
                <c:pt idx="128">
                  <c:v>11</c:v>
                </c:pt>
                <c:pt idx="129">
                  <c:v>11.125</c:v>
                </c:pt>
                <c:pt idx="130">
                  <c:v>11.25</c:v>
                </c:pt>
                <c:pt idx="131">
                  <c:v>11.375</c:v>
                </c:pt>
                <c:pt idx="132">
                  <c:v>11.5</c:v>
                </c:pt>
                <c:pt idx="133">
                  <c:v>11.625</c:v>
                </c:pt>
                <c:pt idx="134">
                  <c:v>11.75</c:v>
                </c:pt>
                <c:pt idx="135">
                  <c:v>11.875</c:v>
                </c:pt>
                <c:pt idx="136">
                  <c:v>12</c:v>
                </c:pt>
                <c:pt idx="137">
                  <c:v>12.125</c:v>
                </c:pt>
                <c:pt idx="138">
                  <c:v>12.25</c:v>
                </c:pt>
                <c:pt idx="139">
                  <c:v>12.375</c:v>
                </c:pt>
                <c:pt idx="140">
                  <c:v>12.5</c:v>
                </c:pt>
                <c:pt idx="141">
                  <c:v>12.625</c:v>
                </c:pt>
                <c:pt idx="142">
                  <c:v>12.75</c:v>
                </c:pt>
                <c:pt idx="143">
                  <c:v>12.875</c:v>
                </c:pt>
                <c:pt idx="144">
                  <c:v>13</c:v>
                </c:pt>
                <c:pt idx="145">
                  <c:v>13.125</c:v>
                </c:pt>
                <c:pt idx="146">
                  <c:v>13.25</c:v>
                </c:pt>
                <c:pt idx="147">
                  <c:v>13.375</c:v>
                </c:pt>
                <c:pt idx="148">
                  <c:v>13.5</c:v>
                </c:pt>
                <c:pt idx="149">
                  <c:v>13.625</c:v>
                </c:pt>
                <c:pt idx="150">
                  <c:v>13.75</c:v>
                </c:pt>
                <c:pt idx="151">
                  <c:v>13.875</c:v>
                </c:pt>
                <c:pt idx="152">
                  <c:v>14</c:v>
                </c:pt>
                <c:pt idx="153">
                  <c:v>14.125</c:v>
                </c:pt>
                <c:pt idx="154">
                  <c:v>14.25</c:v>
                </c:pt>
                <c:pt idx="155">
                  <c:v>14.375</c:v>
                </c:pt>
                <c:pt idx="156">
                  <c:v>14.5</c:v>
                </c:pt>
                <c:pt idx="157">
                  <c:v>14.625</c:v>
                </c:pt>
                <c:pt idx="158">
                  <c:v>14.75</c:v>
                </c:pt>
                <c:pt idx="159">
                  <c:v>14.875</c:v>
                </c:pt>
                <c:pt idx="160">
                  <c:v>15</c:v>
                </c:pt>
                <c:pt idx="161">
                  <c:v>15.125</c:v>
                </c:pt>
                <c:pt idx="162">
                  <c:v>15.25</c:v>
                </c:pt>
                <c:pt idx="163">
                  <c:v>15.375</c:v>
                </c:pt>
                <c:pt idx="164">
                  <c:v>15.5</c:v>
                </c:pt>
                <c:pt idx="165">
                  <c:v>15.625</c:v>
                </c:pt>
                <c:pt idx="166">
                  <c:v>15.75</c:v>
                </c:pt>
                <c:pt idx="167">
                  <c:v>15.875</c:v>
                </c:pt>
                <c:pt idx="168">
                  <c:v>16</c:v>
                </c:pt>
                <c:pt idx="169">
                  <c:v>16.125</c:v>
                </c:pt>
                <c:pt idx="170">
                  <c:v>16.25</c:v>
                </c:pt>
                <c:pt idx="171">
                  <c:v>16.375</c:v>
                </c:pt>
                <c:pt idx="172">
                  <c:v>16.5</c:v>
                </c:pt>
                <c:pt idx="173">
                  <c:v>16.625</c:v>
                </c:pt>
                <c:pt idx="174">
                  <c:v>16.75</c:v>
                </c:pt>
                <c:pt idx="175">
                  <c:v>16.875</c:v>
                </c:pt>
                <c:pt idx="176">
                  <c:v>17</c:v>
                </c:pt>
                <c:pt idx="177">
                  <c:v>17.125</c:v>
                </c:pt>
                <c:pt idx="178">
                  <c:v>17.25</c:v>
                </c:pt>
                <c:pt idx="179">
                  <c:v>17.375</c:v>
                </c:pt>
                <c:pt idx="180">
                  <c:v>17.5</c:v>
                </c:pt>
                <c:pt idx="181">
                  <c:v>17.625</c:v>
                </c:pt>
                <c:pt idx="182">
                  <c:v>17.75</c:v>
                </c:pt>
                <c:pt idx="183">
                  <c:v>17.875</c:v>
                </c:pt>
                <c:pt idx="184">
                  <c:v>18</c:v>
                </c:pt>
                <c:pt idx="185">
                  <c:v>18.125</c:v>
                </c:pt>
                <c:pt idx="186">
                  <c:v>18.25</c:v>
                </c:pt>
                <c:pt idx="187">
                  <c:v>18.375</c:v>
                </c:pt>
                <c:pt idx="188">
                  <c:v>18.5</c:v>
                </c:pt>
                <c:pt idx="189">
                  <c:v>18.625</c:v>
                </c:pt>
                <c:pt idx="190">
                  <c:v>18.75</c:v>
                </c:pt>
                <c:pt idx="191">
                  <c:v>18.875</c:v>
                </c:pt>
                <c:pt idx="192">
                  <c:v>19</c:v>
                </c:pt>
                <c:pt idx="193">
                  <c:v>19.125</c:v>
                </c:pt>
                <c:pt idx="194">
                  <c:v>19.25</c:v>
                </c:pt>
                <c:pt idx="195">
                  <c:v>19.375</c:v>
                </c:pt>
                <c:pt idx="196">
                  <c:v>19.5</c:v>
                </c:pt>
                <c:pt idx="197">
                  <c:v>19.625</c:v>
                </c:pt>
                <c:pt idx="198">
                  <c:v>19.75</c:v>
                </c:pt>
                <c:pt idx="199">
                  <c:v>19.875</c:v>
                </c:pt>
                <c:pt idx="200">
                  <c:v>20</c:v>
                </c:pt>
                <c:pt idx="201">
                  <c:v>20.125</c:v>
                </c:pt>
                <c:pt idx="202">
                  <c:v>20.25</c:v>
                </c:pt>
                <c:pt idx="203">
                  <c:v>20.375</c:v>
                </c:pt>
                <c:pt idx="204">
                  <c:v>20.5</c:v>
                </c:pt>
                <c:pt idx="205">
                  <c:v>20.625</c:v>
                </c:pt>
                <c:pt idx="206">
                  <c:v>20.75</c:v>
                </c:pt>
                <c:pt idx="207">
                  <c:v>20.875</c:v>
                </c:pt>
                <c:pt idx="208">
                  <c:v>21</c:v>
                </c:pt>
                <c:pt idx="209">
                  <c:v>21.125</c:v>
                </c:pt>
                <c:pt idx="210">
                  <c:v>21.25</c:v>
                </c:pt>
                <c:pt idx="211">
                  <c:v>21.375</c:v>
                </c:pt>
                <c:pt idx="212">
                  <c:v>21.5</c:v>
                </c:pt>
                <c:pt idx="213">
                  <c:v>21.625</c:v>
                </c:pt>
                <c:pt idx="214">
                  <c:v>21.75</c:v>
                </c:pt>
                <c:pt idx="215">
                  <c:v>21.875</c:v>
                </c:pt>
                <c:pt idx="216">
                  <c:v>22</c:v>
                </c:pt>
                <c:pt idx="217">
                  <c:v>22.125</c:v>
                </c:pt>
                <c:pt idx="218">
                  <c:v>22.25</c:v>
                </c:pt>
                <c:pt idx="219">
                  <c:v>22.375</c:v>
                </c:pt>
                <c:pt idx="220">
                  <c:v>22.5</c:v>
                </c:pt>
                <c:pt idx="221">
                  <c:v>22.625</c:v>
                </c:pt>
                <c:pt idx="222">
                  <c:v>22.75</c:v>
                </c:pt>
                <c:pt idx="223">
                  <c:v>22.875</c:v>
                </c:pt>
                <c:pt idx="224">
                  <c:v>23</c:v>
                </c:pt>
                <c:pt idx="225">
                  <c:v>23.125</c:v>
                </c:pt>
                <c:pt idx="226">
                  <c:v>23.25</c:v>
                </c:pt>
                <c:pt idx="227">
                  <c:v>23.375</c:v>
                </c:pt>
                <c:pt idx="228">
                  <c:v>23.5</c:v>
                </c:pt>
                <c:pt idx="229">
                  <c:v>23.625</c:v>
                </c:pt>
                <c:pt idx="230">
                  <c:v>23.75</c:v>
                </c:pt>
                <c:pt idx="231">
                  <c:v>23.875</c:v>
                </c:pt>
                <c:pt idx="232">
                  <c:v>24</c:v>
                </c:pt>
                <c:pt idx="233">
                  <c:v>24.125</c:v>
                </c:pt>
                <c:pt idx="234">
                  <c:v>24.25</c:v>
                </c:pt>
                <c:pt idx="235">
                  <c:v>24.375</c:v>
                </c:pt>
                <c:pt idx="236">
                  <c:v>24.5</c:v>
                </c:pt>
                <c:pt idx="237">
                  <c:v>24.625</c:v>
                </c:pt>
                <c:pt idx="238">
                  <c:v>24.75</c:v>
                </c:pt>
                <c:pt idx="239">
                  <c:v>24.875</c:v>
                </c:pt>
                <c:pt idx="240">
                  <c:v>25</c:v>
                </c:pt>
              </c:numCache>
            </c:numRef>
          </c:xVal>
          <c:yVal>
            <c:numRef>
              <c:f>Sheet1!$C$2:$C$242</c:f>
              <c:numCache>
                <c:formatCode>General</c:formatCode>
                <c:ptCount val="241"/>
                <c:pt idx="0">
                  <c:v>0.00017</c:v>
                </c:pt>
                <c:pt idx="1">
                  <c:v>0.0002</c:v>
                </c:pt>
                <c:pt idx="2">
                  <c:v>0.00023</c:v>
                </c:pt>
                <c:pt idx="3">
                  <c:v>0.00026</c:v>
                </c:pt>
                <c:pt idx="4">
                  <c:v>0.0003</c:v>
                </c:pt>
                <c:pt idx="5">
                  <c:v>0.00034</c:v>
                </c:pt>
                <c:pt idx="6">
                  <c:v>0.00039</c:v>
                </c:pt>
                <c:pt idx="7">
                  <c:v>0.00045</c:v>
                </c:pt>
                <c:pt idx="8">
                  <c:v>0.00051</c:v>
                </c:pt>
                <c:pt idx="9">
                  <c:v>0.00059</c:v>
                </c:pt>
                <c:pt idx="10">
                  <c:v>0.00067</c:v>
                </c:pt>
                <c:pt idx="11">
                  <c:v>0.00076</c:v>
                </c:pt>
                <c:pt idx="12">
                  <c:v>0.00087</c:v>
                </c:pt>
                <c:pt idx="13">
                  <c:v>0.00098</c:v>
                </c:pt>
                <c:pt idx="14">
                  <c:v>0.00112</c:v>
                </c:pt>
                <c:pt idx="15">
                  <c:v>0.00126</c:v>
                </c:pt>
                <c:pt idx="16">
                  <c:v>0.00143</c:v>
                </c:pt>
                <c:pt idx="17">
                  <c:v>0.00162</c:v>
                </c:pt>
                <c:pt idx="18">
                  <c:v>0.00183</c:v>
                </c:pt>
                <c:pt idx="19">
                  <c:v>0.00206</c:v>
                </c:pt>
                <c:pt idx="20">
                  <c:v>0.00232</c:v>
                </c:pt>
                <c:pt idx="21">
                  <c:v>0.00261</c:v>
                </c:pt>
                <c:pt idx="22">
                  <c:v>0.00294</c:v>
                </c:pt>
                <c:pt idx="23">
                  <c:v>0.0033</c:v>
                </c:pt>
                <c:pt idx="24">
                  <c:v>0.0037</c:v>
                </c:pt>
                <c:pt idx="25">
                  <c:v>0.00414</c:v>
                </c:pt>
                <c:pt idx="26">
                  <c:v>0.00464</c:v>
                </c:pt>
                <c:pt idx="27">
                  <c:v>0.00518</c:v>
                </c:pt>
                <c:pt idx="28">
                  <c:v>0.00578</c:v>
                </c:pt>
                <c:pt idx="29">
                  <c:v>0.00645</c:v>
                </c:pt>
                <c:pt idx="30">
                  <c:v>0.00718</c:v>
                </c:pt>
                <c:pt idx="31">
                  <c:v>0.00798</c:v>
                </c:pt>
                <c:pt idx="32">
                  <c:v>0.00887</c:v>
                </c:pt>
                <c:pt idx="33">
                  <c:v>0.00984</c:v>
                </c:pt>
                <c:pt idx="34">
                  <c:v>0.0109</c:v>
                </c:pt>
                <c:pt idx="35">
                  <c:v>0.01207</c:v>
                </c:pt>
                <c:pt idx="36">
                  <c:v>0.01334</c:v>
                </c:pt>
                <c:pt idx="37">
                  <c:v>0.01473</c:v>
                </c:pt>
                <c:pt idx="38">
                  <c:v>0.01625</c:v>
                </c:pt>
                <c:pt idx="39">
                  <c:v>0.0179</c:v>
                </c:pt>
                <c:pt idx="40">
                  <c:v>0.01969</c:v>
                </c:pt>
                <c:pt idx="41">
                  <c:v>0.02164</c:v>
                </c:pt>
                <c:pt idx="42">
                  <c:v>0.02375</c:v>
                </c:pt>
                <c:pt idx="43">
                  <c:v>0.02604</c:v>
                </c:pt>
                <c:pt idx="44">
                  <c:v>0.02852</c:v>
                </c:pt>
                <c:pt idx="45">
                  <c:v>0.03119</c:v>
                </c:pt>
                <c:pt idx="46">
                  <c:v>0.03408</c:v>
                </c:pt>
                <c:pt idx="47">
                  <c:v>0.03719</c:v>
                </c:pt>
                <c:pt idx="48">
                  <c:v>0.04053</c:v>
                </c:pt>
                <c:pt idx="49">
                  <c:v>0.04412</c:v>
                </c:pt>
                <c:pt idx="50">
                  <c:v>0.04797</c:v>
                </c:pt>
                <c:pt idx="51">
                  <c:v>0.0521</c:v>
                </c:pt>
                <c:pt idx="52">
                  <c:v>0.05652</c:v>
                </c:pt>
                <c:pt idx="53">
                  <c:v>0.06123</c:v>
                </c:pt>
                <c:pt idx="54">
                  <c:v>0.06626</c:v>
                </c:pt>
                <c:pt idx="55">
                  <c:v>0.07162</c:v>
                </c:pt>
                <c:pt idx="56">
                  <c:v>0.07732</c:v>
                </c:pt>
                <c:pt idx="57">
                  <c:v>0.08338</c:v>
                </c:pt>
                <c:pt idx="58">
                  <c:v>0.0898</c:v>
                </c:pt>
                <c:pt idx="59">
                  <c:v>0.0966</c:v>
                </c:pt>
                <c:pt idx="60">
                  <c:v>0.1038</c:v>
                </c:pt>
                <c:pt idx="61">
                  <c:v>0.1114</c:v>
                </c:pt>
                <c:pt idx="62">
                  <c:v>0.11941</c:v>
                </c:pt>
                <c:pt idx="63">
                  <c:v>0.12785</c:v>
                </c:pt>
                <c:pt idx="64">
                  <c:v>0.13672</c:v>
                </c:pt>
                <c:pt idx="65">
                  <c:v>0.14603</c:v>
                </c:pt>
                <c:pt idx="66">
                  <c:v>0.15579</c:v>
                </c:pt>
                <c:pt idx="67">
                  <c:v>0.16601</c:v>
                </c:pt>
                <c:pt idx="68">
                  <c:v>0.17669</c:v>
                </c:pt>
                <c:pt idx="69">
                  <c:v>0.18783</c:v>
                </c:pt>
                <c:pt idx="70">
                  <c:v>0.19944</c:v>
                </c:pt>
                <c:pt idx="71">
                  <c:v>0.21151</c:v>
                </c:pt>
                <c:pt idx="72">
                  <c:v>0.22405</c:v>
                </c:pt>
                <c:pt idx="73">
                  <c:v>0.23705</c:v>
                </c:pt>
                <c:pt idx="74">
                  <c:v>0.2505</c:v>
                </c:pt>
                <c:pt idx="75">
                  <c:v>0.26441</c:v>
                </c:pt>
                <c:pt idx="76">
                  <c:v>0.27875</c:v>
                </c:pt>
                <c:pt idx="77">
                  <c:v>0.29353</c:v>
                </c:pt>
                <c:pt idx="78">
                  <c:v>0.30872</c:v>
                </c:pt>
                <c:pt idx="79">
                  <c:v>0.32431</c:v>
                </c:pt>
                <c:pt idx="80">
                  <c:v>0.34029</c:v>
                </c:pt>
                <c:pt idx="81">
                  <c:v>0.35663</c:v>
                </c:pt>
                <c:pt idx="82">
                  <c:v>0.37331</c:v>
                </c:pt>
                <c:pt idx="83">
                  <c:v>0.39031</c:v>
                </c:pt>
                <c:pt idx="84">
                  <c:v>0.4076</c:v>
                </c:pt>
                <c:pt idx="85">
                  <c:v>0.42515</c:v>
                </c:pt>
                <c:pt idx="86">
                  <c:v>0.44292</c:v>
                </c:pt>
                <c:pt idx="87">
                  <c:v>0.4609</c:v>
                </c:pt>
                <c:pt idx="88">
                  <c:v>0.47903</c:v>
                </c:pt>
                <c:pt idx="89">
                  <c:v>0.49728</c:v>
                </c:pt>
                <c:pt idx="90">
                  <c:v>0.51562</c:v>
                </c:pt>
                <c:pt idx="91">
                  <c:v>0.534</c:v>
                </c:pt>
                <c:pt idx="92">
                  <c:v>0.55238</c:v>
                </c:pt>
                <c:pt idx="93">
                  <c:v>0.57072</c:v>
                </c:pt>
                <c:pt idx="94">
                  <c:v>0.58896</c:v>
                </c:pt>
                <c:pt idx="95">
                  <c:v>0.60707</c:v>
                </c:pt>
                <c:pt idx="96">
                  <c:v>0.62499</c:v>
                </c:pt>
                <c:pt idx="97">
                  <c:v>0.64267</c:v>
                </c:pt>
                <c:pt idx="98">
                  <c:v>0.66007</c:v>
                </c:pt>
                <c:pt idx="99">
                  <c:v>0.67714</c:v>
                </c:pt>
                <c:pt idx="100">
                  <c:v>0.69382</c:v>
                </c:pt>
                <c:pt idx="101">
                  <c:v>0.71007</c:v>
                </c:pt>
                <c:pt idx="102">
                  <c:v>0.72584</c:v>
                </c:pt>
                <c:pt idx="103">
                  <c:v>0.74108</c:v>
                </c:pt>
                <c:pt idx="104">
                  <c:v>0.75575</c:v>
                </c:pt>
                <c:pt idx="105">
                  <c:v>0.76978</c:v>
                </c:pt>
                <c:pt idx="106">
                  <c:v>0.78315</c:v>
                </c:pt>
                <c:pt idx="107">
                  <c:v>0.79581</c:v>
                </c:pt>
                <c:pt idx="108">
                  <c:v>0.80771</c:v>
                </c:pt>
                <c:pt idx="109">
                  <c:v>0.81881</c:v>
                </c:pt>
                <c:pt idx="110">
                  <c:v>0.82908</c:v>
                </c:pt>
                <c:pt idx="111">
                  <c:v>0.83849</c:v>
                </c:pt>
                <c:pt idx="112">
                  <c:v>0.84699</c:v>
                </c:pt>
                <c:pt idx="113">
                  <c:v>0.85457</c:v>
                </c:pt>
                <c:pt idx="114">
                  <c:v>0.86119</c:v>
                </c:pt>
                <c:pt idx="115">
                  <c:v>0.86683</c:v>
                </c:pt>
                <c:pt idx="116">
                  <c:v>0.87148</c:v>
                </c:pt>
                <c:pt idx="117">
                  <c:v>0.87511</c:v>
                </c:pt>
                <c:pt idx="118">
                  <c:v>0.87771</c:v>
                </c:pt>
                <c:pt idx="119">
                  <c:v>0.87927</c:v>
                </c:pt>
                <c:pt idx="120">
                  <c:v>0.87979</c:v>
                </c:pt>
                <c:pt idx="121">
                  <c:v>0.87927</c:v>
                </c:pt>
                <c:pt idx="122">
                  <c:v>0.87771</c:v>
                </c:pt>
                <c:pt idx="123">
                  <c:v>0.87511</c:v>
                </c:pt>
                <c:pt idx="124">
                  <c:v>0.87148</c:v>
                </c:pt>
                <c:pt idx="125">
                  <c:v>0.86683</c:v>
                </c:pt>
                <c:pt idx="126">
                  <c:v>0.86119</c:v>
                </c:pt>
                <c:pt idx="127">
                  <c:v>0.85457</c:v>
                </c:pt>
                <c:pt idx="128">
                  <c:v>0.84699</c:v>
                </c:pt>
                <c:pt idx="129">
                  <c:v>0.83849</c:v>
                </c:pt>
                <c:pt idx="130">
                  <c:v>0.82908</c:v>
                </c:pt>
                <c:pt idx="131">
                  <c:v>0.81881</c:v>
                </c:pt>
                <c:pt idx="132">
                  <c:v>0.80771</c:v>
                </c:pt>
                <c:pt idx="133">
                  <c:v>0.79581</c:v>
                </c:pt>
                <c:pt idx="134">
                  <c:v>0.78315</c:v>
                </c:pt>
                <c:pt idx="135">
                  <c:v>0.76978</c:v>
                </c:pt>
                <c:pt idx="136">
                  <c:v>0.75575</c:v>
                </c:pt>
                <c:pt idx="137">
                  <c:v>0.74108</c:v>
                </c:pt>
                <c:pt idx="138">
                  <c:v>0.72584</c:v>
                </c:pt>
                <c:pt idx="139">
                  <c:v>0.71007</c:v>
                </c:pt>
                <c:pt idx="140">
                  <c:v>0.69382</c:v>
                </c:pt>
                <c:pt idx="141">
                  <c:v>0.67714</c:v>
                </c:pt>
                <c:pt idx="142">
                  <c:v>0.66007</c:v>
                </c:pt>
                <c:pt idx="143">
                  <c:v>0.64267</c:v>
                </c:pt>
                <c:pt idx="144">
                  <c:v>0.62499</c:v>
                </c:pt>
                <c:pt idx="145">
                  <c:v>0.60707</c:v>
                </c:pt>
                <c:pt idx="146">
                  <c:v>0.58896</c:v>
                </c:pt>
                <c:pt idx="147">
                  <c:v>0.57072</c:v>
                </c:pt>
                <c:pt idx="148">
                  <c:v>0.55238</c:v>
                </c:pt>
                <c:pt idx="149">
                  <c:v>0.534</c:v>
                </c:pt>
                <c:pt idx="150">
                  <c:v>0.51562</c:v>
                </c:pt>
                <c:pt idx="151">
                  <c:v>0.49728</c:v>
                </c:pt>
                <c:pt idx="152">
                  <c:v>0.47903</c:v>
                </c:pt>
                <c:pt idx="153">
                  <c:v>0.4609</c:v>
                </c:pt>
                <c:pt idx="154">
                  <c:v>0.44292</c:v>
                </c:pt>
                <c:pt idx="155">
                  <c:v>0.42515</c:v>
                </c:pt>
                <c:pt idx="156">
                  <c:v>0.4076</c:v>
                </c:pt>
                <c:pt idx="157">
                  <c:v>0.39031</c:v>
                </c:pt>
                <c:pt idx="158">
                  <c:v>0.37331</c:v>
                </c:pt>
                <c:pt idx="159">
                  <c:v>0.35663</c:v>
                </c:pt>
                <c:pt idx="160">
                  <c:v>0.34029</c:v>
                </c:pt>
                <c:pt idx="161">
                  <c:v>0.32431</c:v>
                </c:pt>
                <c:pt idx="162">
                  <c:v>0.30872</c:v>
                </c:pt>
                <c:pt idx="163">
                  <c:v>0.29353</c:v>
                </c:pt>
                <c:pt idx="164">
                  <c:v>0.27875</c:v>
                </c:pt>
                <c:pt idx="165">
                  <c:v>0.26441</c:v>
                </c:pt>
                <c:pt idx="166">
                  <c:v>0.2505</c:v>
                </c:pt>
                <c:pt idx="167">
                  <c:v>0.23705</c:v>
                </c:pt>
                <c:pt idx="168">
                  <c:v>0.22405</c:v>
                </c:pt>
                <c:pt idx="169">
                  <c:v>0.21151</c:v>
                </c:pt>
                <c:pt idx="170">
                  <c:v>0.19944</c:v>
                </c:pt>
                <c:pt idx="171">
                  <c:v>0.18783</c:v>
                </c:pt>
                <c:pt idx="172">
                  <c:v>0.17669</c:v>
                </c:pt>
                <c:pt idx="173">
                  <c:v>0.16601</c:v>
                </c:pt>
                <c:pt idx="174">
                  <c:v>0.15579</c:v>
                </c:pt>
                <c:pt idx="175">
                  <c:v>0.14603</c:v>
                </c:pt>
                <c:pt idx="176">
                  <c:v>0.13672</c:v>
                </c:pt>
                <c:pt idx="177">
                  <c:v>0.12785</c:v>
                </c:pt>
                <c:pt idx="178">
                  <c:v>0.11941</c:v>
                </c:pt>
                <c:pt idx="179">
                  <c:v>0.1114</c:v>
                </c:pt>
                <c:pt idx="180">
                  <c:v>0.1038</c:v>
                </c:pt>
                <c:pt idx="181">
                  <c:v>0.0966</c:v>
                </c:pt>
                <c:pt idx="182">
                  <c:v>0.0898</c:v>
                </c:pt>
                <c:pt idx="183">
                  <c:v>0.08338</c:v>
                </c:pt>
                <c:pt idx="184">
                  <c:v>0.07732</c:v>
                </c:pt>
                <c:pt idx="185">
                  <c:v>0.07162</c:v>
                </c:pt>
                <c:pt idx="186">
                  <c:v>0.06626</c:v>
                </c:pt>
                <c:pt idx="187">
                  <c:v>0.06123</c:v>
                </c:pt>
                <c:pt idx="188">
                  <c:v>0.05652</c:v>
                </c:pt>
                <c:pt idx="189">
                  <c:v>0.0521</c:v>
                </c:pt>
                <c:pt idx="190">
                  <c:v>0.04797</c:v>
                </c:pt>
                <c:pt idx="191">
                  <c:v>0.04412</c:v>
                </c:pt>
                <c:pt idx="192">
                  <c:v>0.04053</c:v>
                </c:pt>
                <c:pt idx="193">
                  <c:v>0.03719</c:v>
                </c:pt>
                <c:pt idx="194">
                  <c:v>0.03408</c:v>
                </c:pt>
                <c:pt idx="195">
                  <c:v>0.03119</c:v>
                </c:pt>
                <c:pt idx="196">
                  <c:v>0.02852</c:v>
                </c:pt>
                <c:pt idx="197">
                  <c:v>0.02604</c:v>
                </c:pt>
                <c:pt idx="198">
                  <c:v>0.02375</c:v>
                </c:pt>
                <c:pt idx="199">
                  <c:v>0.02164</c:v>
                </c:pt>
                <c:pt idx="200">
                  <c:v>0.01969</c:v>
                </c:pt>
                <c:pt idx="201">
                  <c:v>0.0179</c:v>
                </c:pt>
                <c:pt idx="202">
                  <c:v>0.01625</c:v>
                </c:pt>
                <c:pt idx="203">
                  <c:v>0.01473</c:v>
                </c:pt>
                <c:pt idx="204">
                  <c:v>0.01334</c:v>
                </c:pt>
                <c:pt idx="205">
                  <c:v>0.01207</c:v>
                </c:pt>
                <c:pt idx="206">
                  <c:v>0.0109</c:v>
                </c:pt>
                <c:pt idx="207">
                  <c:v>0.00984</c:v>
                </c:pt>
                <c:pt idx="208">
                  <c:v>0.00887</c:v>
                </c:pt>
                <c:pt idx="209">
                  <c:v>0.00798</c:v>
                </c:pt>
                <c:pt idx="210">
                  <c:v>0.00718</c:v>
                </c:pt>
                <c:pt idx="211">
                  <c:v>0.00645</c:v>
                </c:pt>
                <c:pt idx="212">
                  <c:v>0.00578</c:v>
                </c:pt>
                <c:pt idx="213">
                  <c:v>0.00518</c:v>
                </c:pt>
                <c:pt idx="214">
                  <c:v>0.00464</c:v>
                </c:pt>
                <c:pt idx="215">
                  <c:v>0.00414</c:v>
                </c:pt>
                <c:pt idx="216">
                  <c:v>0.0037</c:v>
                </c:pt>
                <c:pt idx="217">
                  <c:v>0.0033</c:v>
                </c:pt>
                <c:pt idx="218">
                  <c:v>0.00294</c:v>
                </c:pt>
                <c:pt idx="219">
                  <c:v>0.00261</c:v>
                </c:pt>
                <c:pt idx="220">
                  <c:v>0.00232</c:v>
                </c:pt>
                <c:pt idx="221">
                  <c:v>0.00206</c:v>
                </c:pt>
                <c:pt idx="222">
                  <c:v>0.00183</c:v>
                </c:pt>
                <c:pt idx="223">
                  <c:v>0.00162</c:v>
                </c:pt>
                <c:pt idx="224">
                  <c:v>0.00143</c:v>
                </c:pt>
                <c:pt idx="225">
                  <c:v>0.00126</c:v>
                </c:pt>
                <c:pt idx="226">
                  <c:v>0.00112</c:v>
                </c:pt>
                <c:pt idx="227">
                  <c:v>0.00098</c:v>
                </c:pt>
                <c:pt idx="228">
                  <c:v>0.00087</c:v>
                </c:pt>
                <c:pt idx="229">
                  <c:v>0.00076</c:v>
                </c:pt>
                <c:pt idx="230">
                  <c:v>0.00067</c:v>
                </c:pt>
                <c:pt idx="231">
                  <c:v>0.00059</c:v>
                </c:pt>
                <c:pt idx="232">
                  <c:v>0.00051</c:v>
                </c:pt>
                <c:pt idx="233">
                  <c:v>0.00045</c:v>
                </c:pt>
                <c:pt idx="234">
                  <c:v>0.00039</c:v>
                </c:pt>
                <c:pt idx="235">
                  <c:v>0.00034</c:v>
                </c:pt>
                <c:pt idx="236">
                  <c:v>0.0003</c:v>
                </c:pt>
                <c:pt idx="237">
                  <c:v>0.00026</c:v>
                </c:pt>
                <c:pt idx="238">
                  <c:v>0.00023</c:v>
                </c:pt>
                <c:pt idx="239">
                  <c:v>0.0002</c:v>
                </c:pt>
                <c:pt idx="240">
                  <c:v>0.00017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5"/>
          <c:min val="-5"/>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5"/>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LOGNORMAL media 120 000, desviación 90 000</a:t>
            </a:r>
          </a:p>
        </c:rich>
      </c:tx>
      <c:layout/>
      <c:overlay val="0"/>
    </c:title>
    <c:autoTitleDeleted val="0"/>
    <c:plotArea>
      <c:layout/>
      <c:scatterChart>
        <c:scatterStyle val="lineMarker"/>
        <c:varyColors val="0"/>
        <c:ser>
          <c:idx val="0"/>
          <c:order val="0"/>
          <c:tx>
            <c:strRef>
              <c:f>Sheet1!$B$1</c:f>
              <c:strCache>
                <c:ptCount val="1"/>
                <c:pt idx="0">
                  <c:v>LOGNORMAL 120 / 90</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Sheet1!$A$2:$A$302</c:f>
              <c:numCache>
                <c:formatCode>General</c:formatCode>
                <c:ptCount val="3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pt idx="201">
                  <c:v>402</c:v>
                </c:pt>
                <c:pt idx="202">
                  <c:v>404</c:v>
                </c:pt>
                <c:pt idx="203">
                  <c:v>406</c:v>
                </c:pt>
                <c:pt idx="204">
                  <c:v>408</c:v>
                </c:pt>
                <c:pt idx="205">
                  <c:v>410</c:v>
                </c:pt>
                <c:pt idx="206">
                  <c:v>412</c:v>
                </c:pt>
                <c:pt idx="207">
                  <c:v>414</c:v>
                </c:pt>
                <c:pt idx="208">
                  <c:v>416</c:v>
                </c:pt>
                <c:pt idx="209">
                  <c:v>418</c:v>
                </c:pt>
                <c:pt idx="210">
                  <c:v>420</c:v>
                </c:pt>
                <c:pt idx="211">
                  <c:v>422</c:v>
                </c:pt>
                <c:pt idx="212">
                  <c:v>424</c:v>
                </c:pt>
                <c:pt idx="213">
                  <c:v>426</c:v>
                </c:pt>
                <c:pt idx="214">
                  <c:v>428</c:v>
                </c:pt>
                <c:pt idx="215">
                  <c:v>430</c:v>
                </c:pt>
                <c:pt idx="216">
                  <c:v>432</c:v>
                </c:pt>
                <c:pt idx="217">
                  <c:v>434</c:v>
                </c:pt>
                <c:pt idx="218">
                  <c:v>436</c:v>
                </c:pt>
                <c:pt idx="219">
                  <c:v>438</c:v>
                </c:pt>
                <c:pt idx="220">
                  <c:v>440</c:v>
                </c:pt>
                <c:pt idx="221">
                  <c:v>442</c:v>
                </c:pt>
                <c:pt idx="222">
                  <c:v>444</c:v>
                </c:pt>
                <c:pt idx="223">
                  <c:v>446</c:v>
                </c:pt>
                <c:pt idx="224">
                  <c:v>448</c:v>
                </c:pt>
                <c:pt idx="225">
                  <c:v>450</c:v>
                </c:pt>
                <c:pt idx="226">
                  <c:v>452</c:v>
                </c:pt>
                <c:pt idx="227">
                  <c:v>454</c:v>
                </c:pt>
                <c:pt idx="228">
                  <c:v>456</c:v>
                </c:pt>
                <c:pt idx="229">
                  <c:v>458</c:v>
                </c:pt>
                <c:pt idx="230">
                  <c:v>460</c:v>
                </c:pt>
                <c:pt idx="231">
                  <c:v>462</c:v>
                </c:pt>
                <c:pt idx="232">
                  <c:v>464</c:v>
                </c:pt>
                <c:pt idx="233">
                  <c:v>466</c:v>
                </c:pt>
                <c:pt idx="234">
                  <c:v>468</c:v>
                </c:pt>
                <c:pt idx="235">
                  <c:v>470</c:v>
                </c:pt>
                <c:pt idx="236">
                  <c:v>472</c:v>
                </c:pt>
                <c:pt idx="237">
                  <c:v>474</c:v>
                </c:pt>
                <c:pt idx="238">
                  <c:v>476</c:v>
                </c:pt>
                <c:pt idx="239">
                  <c:v>478</c:v>
                </c:pt>
                <c:pt idx="240">
                  <c:v>480</c:v>
                </c:pt>
                <c:pt idx="241">
                  <c:v>482</c:v>
                </c:pt>
                <c:pt idx="242">
                  <c:v>484</c:v>
                </c:pt>
                <c:pt idx="243">
                  <c:v>486</c:v>
                </c:pt>
                <c:pt idx="244">
                  <c:v>488</c:v>
                </c:pt>
                <c:pt idx="245">
                  <c:v>490</c:v>
                </c:pt>
                <c:pt idx="246">
                  <c:v>492</c:v>
                </c:pt>
                <c:pt idx="247">
                  <c:v>494</c:v>
                </c:pt>
                <c:pt idx="248">
                  <c:v>496</c:v>
                </c:pt>
                <c:pt idx="249">
                  <c:v>498</c:v>
                </c:pt>
                <c:pt idx="250">
                  <c:v>500</c:v>
                </c:pt>
                <c:pt idx="251">
                  <c:v>502</c:v>
                </c:pt>
                <c:pt idx="252">
                  <c:v>504</c:v>
                </c:pt>
                <c:pt idx="253">
                  <c:v>506</c:v>
                </c:pt>
                <c:pt idx="254">
                  <c:v>508</c:v>
                </c:pt>
                <c:pt idx="255">
                  <c:v>510</c:v>
                </c:pt>
                <c:pt idx="256">
                  <c:v>512</c:v>
                </c:pt>
                <c:pt idx="257">
                  <c:v>514</c:v>
                </c:pt>
                <c:pt idx="258">
                  <c:v>516</c:v>
                </c:pt>
                <c:pt idx="259">
                  <c:v>518</c:v>
                </c:pt>
                <c:pt idx="260">
                  <c:v>520</c:v>
                </c:pt>
                <c:pt idx="261">
                  <c:v>522</c:v>
                </c:pt>
                <c:pt idx="262">
                  <c:v>524</c:v>
                </c:pt>
                <c:pt idx="263">
                  <c:v>526</c:v>
                </c:pt>
                <c:pt idx="264">
                  <c:v>528</c:v>
                </c:pt>
                <c:pt idx="265">
                  <c:v>530</c:v>
                </c:pt>
                <c:pt idx="266">
                  <c:v>532</c:v>
                </c:pt>
                <c:pt idx="267">
                  <c:v>534</c:v>
                </c:pt>
                <c:pt idx="268">
                  <c:v>536</c:v>
                </c:pt>
                <c:pt idx="269">
                  <c:v>538</c:v>
                </c:pt>
                <c:pt idx="270">
                  <c:v>540</c:v>
                </c:pt>
                <c:pt idx="271">
                  <c:v>542</c:v>
                </c:pt>
                <c:pt idx="272">
                  <c:v>544</c:v>
                </c:pt>
                <c:pt idx="273">
                  <c:v>546</c:v>
                </c:pt>
                <c:pt idx="274">
                  <c:v>548</c:v>
                </c:pt>
                <c:pt idx="275">
                  <c:v>550</c:v>
                </c:pt>
                <c:pt idx="276">
                  <c:v>552</c:v>
                </c:pt>
                <c:pt idx="277">
                  <c:v>554</c:v>
                </c:pt>
                <c:pt idx="278">
                  <c:v>556</c:v>
                </c:pt>
                <c:pt idx="279">
                  <c:v>558</c:v>
                </c:pt>
                <c:pt idx="280">
                  <c:v>560</c:v>
                </c:pt>
                <c:pt idx="281">
                  <c:v>562</c:v>
                </c:pt>
                <c:pt idx="282">
                  <c:v>564</c:v>
                </c:pt>
                <c:pt idx="283">
                  <c:v>566</c:v>
                </c:pt>
                <c:pt idx="284">
                  <c:v>568</c:v>
                </c:pt>
                <c:pt idx="285">
                  <c:v>570</c:v>
                </c:pt>
                <c:pt idx="286">
                  <c:v>572</c:v>
                </c:pt>
                <c:pt idx="287">
                  <c:v>574</c:v>
                </c:pt>
                <c:pt idx="288">
                  <c:v>576</c:v>
                </c:pt>
                <c:pt idx="289">
                  <c:v>578</c:v>
                </c:pt>
                <c:pt idx="290">
                  <c:v>580</c:v>
                </c:pt>
                <c:pt idx="291">
                  <c:v>582</c:v>
                </c:pt>
                <c:pt idx="292">
                  <c:v>584</c:v>
                </c:pt>
                <c:pt idx="293">
                  <c:v>586</c:v>
                </c:pt>
                <c:pt idx="294">
                  <c:v>588</c:v>
                </c:pt>
                <c:pt idx="295">
                  <c:v>590</c:v>
                </c:pt>
                <c:pt idx="296">
                  <c:v>592</c:v>
                </c:pt>
                <c:pt idx="297">
                  <c:v>594</c:v>
                </c:pt>
                <c:pt idx="298">
                  <c:v>596</c:v>
                </c:pt>
                <c:pt idx="299">
                  <c:v>598</c:v>
                </c:pt>
                <c:pt idx="300">
                  <c:v>600</c:v>
                </c:pt>
              </c:numCache>
            </c:numRef>
          </c:xVal>
          <c:yVal>
            <c:numRef>
              <c:f>Sheet1!$B$2:$B$302</c:f>
              <c:numCache>
                <c:formatCode>General</c:formatCode>
                <c:ptCount val="301"/>
                <c:pt idx="0">
                  <c:v>0</c:v>
                </c:pt>
                <c:pt idx="1">
                  <c:v>0</c:v>
                </c:pt>
                <c:pt idx="2">
                  <c:v>0.00023</c:v>
                </c:pt>
                <c:pt idx="3">
                  <c:v>0.00233</c:v>
                </c:pt>
                <c:pt idx="4">
                  <c:v>0.0095</c:v>
                </c:pt>
                <c:pt idx="5">
                  <c:v>0.02491</c:v>
                </c:pt>
                <c:pt idx="6">
                  <c:v>0.05038</c:v>
                </c:pt>
                <c:pt idx="7">
                  <c:v>0.08624</c:v>
                </c:pt>
                <c:pt idx="8">
                  <c:v>0.13159</c:v>
                </c:pt>
                <c:pt idx="9">
                  <c:v>0.18479</c:v>
                </c:pt>
                <c:pt idx="10">
                  <c:v>0.24387</c:v>
                </c:pt>
                <c:pt idx="11">
                  <c:v>0.30678</c:v>
                </c:pt>
                <c:pt idx="12">
                  <c:v>0.37163</c:v>
                </c:pt>
                <c:pt idx="13">
                  <c:v>0.43672</c:v>
                </c:pt>
                <c:pt idx="14">
                  <c:v>0.50067</c:v>
                </c:pt>
                <c:pt idx="15">
                  <c:v>0.56234</c:v>
                </c:pt>
                <c:pt idx="16">
                  <c:v>0.62086</c:v>
                </c:pt>
                <c:pt idx="17">
                  <c:v>0.6756</c:v>
                </c:pt>
                <c:pt idx="18">
                  <c:v>0.72613</c:v>
                </c:pt>
                <c:pt idx="19">
                  <c:v>0.77217</c:v>
                </c:pt>
                <c:pt idx="20">
                  <c:v>0.81361</c:v>
                </c:pt>
                <c:pt idx="21">
                  <c:v>0.85042</c:v>
                </c:pt>
                <c:pt idx="22">
                  <c:v>0.88268</c:v>
                </c:pt>
                <c:pt idx="23">
                  <c:v>0.91051</c:v>
                </c:pt>
                <c:pt idx="24">
                  <c:v>0.93409</c:v>
                </c:pt>
                <c:pt idx="25">
                  <c:v>0.95364</c:v>
                </c:pt>
                <c:pt idx="26">
                  <c:v>0.96939</c:v>
                </c:pt>
                <c:pt idx="27">
                  <c:v>0.9816</c:v>
                </c:pt>
                <c:pt idx="28">
                  <c:v>0.99051</c:v>
                </c:pt>
                <c:pt idx="29">
                  <c:v>0.99638</c:v>
                </c:pt>
                <c:pt idx="30">
                  <c:v>0.99946</c:v>
                </c:pt>
                <c:pt idx="31">
                  <c:v>1</c:v>
                </c:pt>
                <c:pt idx="32">
                  <c:v>0.99823</c:v>
                </c:pt>
                <c:pt idx="33">
                  <c:v>0.99437</c:v>
                </c:pt>
                <c:pt idx="34">
                  <c:v>0.98863</c:v>
                </c:pt>
                <c:pt idx="35">
                  <c:v>0.98121</c:v>
                </c:pt>
                <c:pt idx="36">
                  <c:v>0.9723</c:v>
                </c:pt>
                <c:pt idx="37">
                  <c:v>0.96207</c:v>
                </c:pt>
                <c:pt idx="38">
                  <c:v>0.95068</c:v>
                </c:pt>
                <c:pt idx="39">
                  <c:v>0.93827</c:v>
                </c:pt>
                <c:pt idx="40">
                  <c:v>0.92499</c:v>
                </c:pt>
                <c:pt idx="41">
                  <c:v>0.91096</c:v>
                </c:pt>
                <c:pt idx="42">
                  <c:v>0.89629</c:v>
                </c:pt>
                <c:pt idx="43">
                  <c:v>0.88108</c:v>
                </c:pt>
                <c:pt idx="44">
                  <c:v>0.86544</c:v>
                </c:pt>
                <c:pt idx="45">
                  <c:v>0.84944</c:v>
                </c:pt>
                <c:pt idx="46">
                  <c:v>0.83317</c:v>
                </c:pt>
                <c:pt idx="47">
                  <c:v>0.81669</c:v>
                </c:pt>
                <c:pt idx="48">
                  <c:v>0.80007</c:v>
                </c:pt>
                <c:pt idx="49">
                  <c:v>0.78337</c:v>
                </c:pt>
                <c:pt idx="50">
                  <c:v>0.76664</c:v>
                </c:pt>
                <c:pt idx="51">
                  <c:v>0.74992</c:v>
                </c:pt>
                <c:pt idx="52">
                  <c:v>0.73325</c:v>
                </c:pt>
                <c:pt idx="53">
                  <c:v>0.71667</c:v>
                </c:pt>
                <c:pt idx="54">
                  <c:v>0.70021</c:v>
                </c:pt>
                <c:pt idx="55">
                  <c:v>0.6839</c:v>
                </c:pt>
                <c:pt idx="56">
                  <c:v>0.66776</c:v>
                </c:pt>
                <c:pt idx="57">
                  <c:v>0.65182</c:v>
                </c:pt>
                <c:pt idx="58">
                  <c:v>0.63609</c:v>
                </c:pt>
                <c:pt idx="59">
                  <c:v>0.62059</c:v>
                </c:pt>
                <c:pt idx="60">
                  <c:v>0.60533</c:v>
                </c:pt>
                <c:pt idx="61">
                  <c:v>0.59033</c:v>
                </c:pt>
                <c:pt idx="62">
                  <c:v>0.57558</c:v>
                </c:pt>
                <c:pt idx="63">
                  <c:v>0.56111</c:v>
                </c:pt>
                <c:pt idx="64">
                  <c:v>0.54692</c:v>
                </c:pt>
                <c:pt idx="65">
                  <c:v>0.53301</c:v>
                </c:pt>
                <c:pt idx="66">
                  <c:v>0.51938</c:v>
                </c:pt>
                <c:pt idx="67">
                  <c:v>0.50604</c:v>
                </c:pt>
                <c:pt idx="68">
                  <c:v>0.49298</c:v>
                </c:pt>
                <c:pt idx="69">
                  <c:v>0.48022</c:v>
                </c:pt>
                <c:pt idx="70">
                  <c:v>0.46775</c:v>
                </c:pt>
                <c:pt idx="71">
                  <c:v>0.45556</c:v>
                </c:pt>
                <c:pt idx="72">
                  <c:v>0.44366</c:v>
                </c:pt>
                <c:pt idx="73">
                  <c:v>0.43204</c:v>
                </c:pt>
                <c:pt idx="74">
                  <c:v>0.4207</c:v>
                </c:pt>
                <c:pt idx="75">
                  <c:v>0.40964</c:v>
                </c:pt>
                <c:pt idx="76">
                  <c:v>0.39885</c:v>
                </c:pt>
                <c:pt idx="77">
                  <c:v>0.38833</c:v>
                </c:pt>
                <c:pt idx="78">
                  <c:v>0.37808</c:v>
                </c:pt>
                <c:pt idx="79">
                  <c:v>0.36809</c:v>
                </c:pt>
                <c:pt idx="80">
                  <c:v>0.35836</c:v>
                </c:pt>
                <c:pt idx="81">
                  <c:v>0.34888</c:v>
                </c:pt>
                <c:pt idx="82">
                  <c:v>0.33964</c:v>
                </c:pt>
                <c:pt idx="83">
                  <c:v>0.33065</c:v>
                </c:pt>
                <c:pt idx="84">
                  <c:v>0.3219</c:v>
                </c:pt>
                <c:pt idx="85">
                  <c:v>0.31337</c:v>
                </c:pt>
                <c:pt idx="86">
                  <c:v>0.30508</c:v>
                </c:pt>
                <c:pt idx="87">
                  <c:v>0.29701</c:v>
                </c:pt>
                <c:pt idx="88">
                  <c:v>0.28915</c:v>
                </c:pt>
                <c:pt idx="89">
                  <c:v>0.28151</c:v>
                </c:pt>
                <c:pt idx="90">
                  <c:v>0.27407</c:v>
                </c:pt>
                <c:pt idx="91">
                  <c:v>0.26684</c:v>
                </c:pt>
                <c:pt idx="92">
                  <c:v>0.2598</c:v>
                </c:pt>
                <c:pt idx="93">
                  <c:v>0.25295</c:v>
                </c:pt>
                <c:pt idx="94">
                  <c:v>0.2463</c:v>
                </c:pt>
                <c:pt idx="95">
                  <c:v>0.23982</c:v>
                </c:pt>
                <c:pt idx="96">
                  <c:v>0.23352</c:v>
                </c:pt>
                <c:pt idx="97">
                  <c:v>0.2274</c:v>
                </c:pt>
                <c:pt idx="98">
                  <c:v>0.22144</c:v>
                </c:pt>
                <c:pt idx="99">
                  <c:v>0.21565</c:v>
                </c:pt>
                <c:pt idx="100">
                  <c:v>0.21002</c:v>
                </c:pt>
                <c:pt idx="101">
                  <c:v>0.20454</c:v>
                </c:pt>
                <c:pt idx="102">
                  <c:v>0.19921</c:v>
                </c:pt>
                <c:pt idx="103">
                  <c:v>0.19403</c:v>
                </c:pt>
                <c:pt idx="104">
                  <c:v>0.189</c:v>
                </c:pt>
                <c:pt idx="105">
                  <c:v>0.1841</c:v>
                </c:pt>
                <c:pt idx="106">
                  <c:v>0.17934</c:v>
                </c:pt>
                <c:pt idx="107">
                  <c:v>0.17471</c:v>
                </c:pt>
                <c:pt idx="108">
                  <c:v>0.17021</c:v>
                </c:pt>
                <c:pt idx="109">
                  <c:v>0.16583</c:v>
                </c:pt>
                <c:pt idx="110">
                  <c:v>0.16157</c:v>
                </c:pt>
                <c:pt idx="111">
                  <c:v>0.15743</c:v>
                </c:pt>
                <c:pt idx="112">
                  <c:v>0.15341</c:v>
                </c:pt>
                <c:pt idx="113">
                  <c:v>0.14949</c:v>
                </c:pt>
                <c:pt idx="114">
                  <c:v>0.14568</c:v>
                </c:pt>
                <c:pt idx="115">
                  <c:v>0.14198</c:v>
                </c:pt>
                <c:pt idx="116">
                  <c:v>0.13838</c:v>
                </c:pt>
                <c:pt idx="117">
                  <c:v>0.13488</c:v>
                </c:pt>
                <c:pt idx="118">
                  <c:v>0.13147</c:v>
                </c:pt>
                <c:pt idx="119">
                  <c:v>0.12816</c:v>
                </c:pt>
                <c:pt idx="120">
                  <c:v>0.12493</c:v>
                </c:pt>
                <c:pt idx="121">
                  <c:v>0.1218</c:v>
                </c:pt>
                <c:pt idx="122">
                  <c:v>0.11875</c:v>
                </c:pt>
                <c:pt idx="123">
                  <c:v>0.11578</c:v>
                </c:pt>
                <c:pt idx="124">
                  <c:v>0.1129</c:v>
                </c:pt>
                <c:pt idx="125">
                  <c:v>0.11009</c:v>
                </c:pt>
                <c:pt idx="126">
                  <c:v>0.10736</c:v>
                </c:pt>
                <c:pt idx="127">
                  <c:v>0.1047</c:v>
                </c:pt>
                <c:pt idx="128">
                  <c:v>0.10211</c:v>
                </c:pt>
                <c:pt idx="129">
                  <c:v>0.09959</c:v>
                </c:pt>
                <c:pt idx="130">
                  <c:v>0.09715</c:v>
                </c:pt>
                <c:pt idx="131">
                  <c:v>0.09476</c:v>
                </c:pt>
                <c:pt idx="132">
                  <c:v>0.09244</c:v>
                </c:pt>
                <c:pt idx="133">
                  <c:v>0.09019</c:v>
                </c:pt>
                <c:pt idx="134">
                  <c:v>0.08799</c:v>
                </c:pt>
                <c:pt idx="135">
                  <c:v>0.08585</c:v>
                </c:pt>
                <c:pt idx="136">
                  <c:v>0.08377</c:v>
                </c:pt>
                <c:pt idx="137">
                  <c:v>0.08174</c:v>
                </c:pt>
                <c:pt idx="138">
                  <c:v>0.07977</c:v>
                </c:pt>
                <c:pt idx="139">
                  <c:v>0.07785</c:v>
                </c:pt>
                <c:pt idx="140">
                  <c:v>0.07598</c:v>
                </c:pt>
                <c:pt idx="141">
                  <c:v>0.07416</c:v>
                </c:pt>
                <c:pt idx="142">
                  <c:v>0.07239</c:v>
                </c:pt>
                <c:pt idx="143">
                  <c:v>0.07066</c:v>
                </c:pt>
                <c:pt idx="144">
                  <c:v>0.06898</c:v>
                </c:pt>
                <c:pt idx="145">
                  <c:v>0.06735</c:v>
                </c:pt>
                <c:pt idx="146">
                  <c:v>0.06575</c:v>
                </c:pt>
                <c:pt idx="147">
                  <c:v>0.0642</c:v>
                </c:pt>
                <c:pt idx="148">
                  <c:v>0.06269</c:v>
                </c:pt>
                <c:pt idx="149">
                  <c:v>0.06122</c:v>
                </c:pt>
                <c:pt idx="150">
                  <c:v>0.05978</c:v>
                </c:pt>
                <c:pt idx="151">
                  <c:v>0.05838</c:v>
                </c:pt>
                <c:pt idx="152">
                  <c:v>0.05702</c:v>
                </c:pt>
                <c:pt idx="153">
                  <c:v>0.0557</c:v>
                </c:pt>
                <c:pt idx="154">
                  <c:v>0.0544</c:v>
                </c:pt>
                <c:pt idx="155">
                  <c:v>0.05314</c:v>
                </c:pt>
                <c:pt idx="156">
                  <c:v>0.05192</c:v>
                </c:pt>
                <c:pt idx="157">
                  <c:v>0.05072</c:v>
                </c:pt>
                <c:pt idx="158">
                  <c:v>0.04955</c:v>
                </c:pt>
                <c:pt idx="159">
                  <c:v>0.04842</c:v>
                </c:pt>
                <c:pt idx="160">
                  <c:v>0.04731</c:v>
                </c:pt>
                <c:pt idx="161">
                  <c:v>0.04623</c:v>
                </c:pt>
                <c:pt idx="162">
                  <c:v>0.04518</c:v>
                </c:pt>
                <c:pt idx="163">
                  <c:v>0.04415</c:v>
                </c:pt>
                <c:pt idx="164">
                  <c:v>0.04315</c:v>
                </c:pt>
                <c:pt idx="165">
                  <c:v>0.04218</c:v>
                </c:pt>
                <c:pt idx="166">
                  <c:v>0.04123</c:v>
                </c:pt>
                <c:pt idx="167">
                  <c:v>0.0403</c:v>
                </c:pt>
                <c:pt idx="168">
                  <c:v>0.0394</c:v>
                </c:pt>
                <c:pt idx="169">
                  <c:v>0.03851</c:v>
                </c:pt>
                <c:pt idx="170">
                  <c:v>0.03765</c:v>
                </c:pt>
                <c:pt idx="171">
                  <c:v>0.03681</c:v>
                </c:pt>
                <c:pt idx="172">
                  <c:v>0.036</c:v>
                </c:pt>
                <c:pt idx="173">
                  <c:v>0.0352</c:v>
                </c:pt>
                <c:pt idx="174">
                  <c:v>0.03442</c:v>
                </c:pt>
                <c:pt idx="175">
                  <c:v>0.03366</c:v>
                </c:pt>
                <c:pt idx="176">
                  <c:v>0.03292</c:v>
                </c:pt>
                <c:pt idx="177">
                  <c:v>0.0322</c:v>
                </c:pt>
                <c:pt idx="178">
                  <c:v>0.03149</c:v>
                </c:pt>
                <c:pt idx="179">
                  <c:v>0.03081</c:v>
                </c:pt>
                <c:pt idx="180">
                  <c:v>0.03013</c:v>
                </c:pt>
                <c:pt idx="181">
                  <c:v>0.02948</c:v>
                </c:pt>
                <c:pt idx="182">
                  <c:v>0.02884</c:v>
                </c:pt>
                <c:pt idx="183">
                  <c:v>0.02822</c:v>
                </c:pt>
                <c:pt idx="184">
                  <c:v>0.02761</c:v>
                </c:pt>
                <c:pt idx="185">
                  <c:v>0.02701</c:v>
                </c:pt>
                <c:pt idx="186">
                  <c:v>0.02643</c:v>
                </c:pt>
                <c:pt idx="187">
                  <c:v>0.02586</c:v>
                </c:pt>
                <c:pt idx="188">
                  <c:v>0.02531</c:v>
                </c:pt>
                <c:pt idx="189">
                  <c:v>0.02477</c:v>
                </c:pt>
                <c:pt idx="190">
                  <c:v>0.02424</c:v>
                </c:pt>
                <c:pt idx="191">
                  <c:v>0.02373</c:v>
                </c:pt>
                <c:pt idx="192">
                  <c:v>0.02323</c:v>
                </c:pt>
                <c:pt idx="193">
                  <c:v>0.02274</c:v>
                </c:pt>
                <c:pt idx="194">
                  <c:v>0.02226</c:v>
                </c:pt>
                <c:pt idx="195">
                  <c:v>0.02179</c:v>
                </c:pt>
                <c:pt idx="196">
                  <c:v>0.02133</c:v>
                </c:pt>
                <c:pt idx="197">
                  <c:v>0.02088</c:v>
                </c:pt>
                <c:pt idx="198">
                  <c:v>0.02045</c:v>
                </c:pt>
                <c:pt idx="199">
                  <c:v>0.02002</c:v>
                </c:pt>
                <c:pt idx="200">
                  <c:v>0.01961</c:v>
                </c:pt>
                <c:pt idx="201">
                  <c:v>0.0192</c:v>
                </c:pt>
                <c:pt idx="202">
                  <c:v>0.0188</c:v>
                </c:pt>
                <c:pt idx="203">
                  <c:v>0.01841</c:v>
                </c:pt>
                <c:pt idx="204">
                  <c:v>0.01803</c:v>
                </c:pt>
                <c:pt idx="205">
                  <c:v>0.01766</c:v>
                </c:pt>
                <c:pt idx="206">
                  <c:v>0.0173</c:v>
                </c:pt>
                <c:pt idx="207">
                  <c:v>0.01695</c:v>
                </c:pt>
                <c:pt idx="208">
                  <c:v>0.0166</c:v>
                </c:pt>
                <c:pt idx="209">
                  <c:v>0.01626</c:v>
                </c:pt>
                <c:pt idx="210">
                  <c:v>0.01593</c:v>
                </c:pt>
                <c:pt idx="211">
                  <c:v>0.01561</c:v>
                </c:pt>
                <c:pt idx="212">
                  <c:v>0.01529</c:v>
                </c:pt>
                <c:pt idx="213">
                  <c:v>0.01498</c:v>
                </c:pt>
                <c:pt idx="214">
                  <c:v>0.01468</c:v>
                </c:pt>
                <c:pt idx="215">
                  <c:v>0.01439</c:v>
                </c:pt>
                <c:pt idx="216">
                  <c:v>0.0141</c:v>
                </c:pt>
                <c:pt idx="217">
                  <c:v>0.01382</c:v>
                </c:pt>
                <c:pt idx="218">
                  <c:v>0.01354</c:v>
                </c:pt>
                <c:pt idx="219">
                  <c:v>0.01327</c:v>
                </c:pt>
                <c:pt idx="220">
                  <c:v>0.01301</c:v>
                </c:pt>
                <c:pt idx="221">
                  <c:v>0.01275</c:v>
                </c:pt>
                <c:pt idx="222">
                  <c:v>0.0125</c:v>
                </c:pt>
                <c:pt idx="223">
                  <c:v>0.01225</c:v>
                </c:pt>
                <c:pt idx="224">
                  <c:v>0.01201</c:v>
                </c:pt>
                <c:pt idx="225">
                  <c:v>0.01177</c:v>
                </c:pt>
                <c:pt idx="226">
                  <c:v>0.01154</c:v>
                </c:pt>
                <c:pt idx="227">
                  <c:v>0.01132</c:v>
                </c:pt>
                <c:pt idx="228">
                  <c:v>0.0111</c:v>
                </c:pt>
                <c:pt idx="229">
                  <c:v>0.01088</c:v>
                </c:pt>
                <c:pt idx="230">
                  <c:v>0.01067</c:v>
                </c:pt>
                <c:pt idx="231">
                  <c:v>0.01046</c:v>
                </c:pt>
                <c:pt idx="232">
                  <c:v>0.01026</c:v>
                </c:pt>
                <c:pt idx="233">
                  <c:v>0.01006</c:v>
                </c:pt>
                <c:pt idx="234">
                  <c:v>0.00987</c:v>
                </c:pt>
                <c:pt idx="235">
                  <c:v>0.00968</c:v>
                </c:pt>
                <c:pt idx="236">
                  <c:v>0.00949</c:v>
                </c:pt>
                <c:pt idx="237">
                  <c:v>0.00931</c:v>
                </c:pt>
                <c:pt idx="238">
                  <c:v>0.00913</c:v>
                </c:pt>
                <c:pt idx="239">
                  <c:v>0.00896</c:v>
                </c:pt>
                <c:pt idx="240">
                  <c:v>0.00879</c:v>
                </c:pt>
                <c:pt idx="241">
                  <c:v>0.00862</c:v>
                </c:pt>
                <c:pt idx="242">
                  <c:v>0.00846</c:v>
                </c:pt>
                <c:pt idx="243">
                  <c:v>0.0083</c:v>
                </c:pt>
                <c:pt idx="244">
                  <c:v>0.00814</c:v>
                </c:pt>
                <c:pt idx="245">
                  <c:v>0.00799</c:v>
                </c:pt>
                <c:pt idx="246">
                  <c:v>0.00784</c:v>
                </c:pt>
                <c:pt idx="247">
                  <c:v>0.00769</c:v>
                </c:pt>
                <c:pt idx="248">
                  <c:v>0.00755</c:v>
                </c:pt>
                <c:pt idx="249">
                  <c:v>0.0074</c:v>
                </c:pt>
                <c:pt idx="250">
                  <c:v>0.00727</c:v>
                </c:pt>
                <c:pt idx="251">
                  <c:v>0.00713</c:v>
                </c:pt>
                <c:pt idx="252">
                  <c:v>0.007</c:v>
                </c:pt>
                <c:pt idx="253">
                  <c:v>0.00687</c:v>
                </c:pt>
                <c:pt idx="254">
                  <c:v>0.00674</c:v>
                </c:pt>
                <c:pt idx="255">
                  <c:v>0.00662</c:v>
                </c:pt>
                <c:pt idx="256">
                  <c:v>0.0065</c:v>
                </c:pt>
                <c:pt idx="257">
                  <c:v>0.00638</c:v>
                </c:pt>
                <c:pt idx="258">
                  <c:v>0.00626</c:v>
                </c:pt>
                <c:pt idx="259">
                  <c:v>0.00615</c:v>
                </c:pt>
                <c:pt idx="260">
                  <c:v>0.00603</c:v>
                </c:pt>
                <c:pt idx="261">
                  <c:v>0.00592</c:v>
                </c:pt>
                <c:pt idx="262">
                  <c:v>0.00582</c:v>
                </c:pt>
                <c:pt idx="263">
                  <c:v>0.00571</c:v>
                </c:pt>
                <c:pt idx="264">
                  <c:v>0.00561</c:v>
                </c:pt>
                <c:pt idx="265">
                  <c:v>0.00551</c:v>
                </c:pt>
                <c:pt idx="266">
                  <c:v>0.00541</c:v>
                </c:pt>
                <c:pt idx="267">
                  <c:v>0.00531</c:v>
                </c:pt>
                <c:pt idx="268">
                  <c:v>0.00521</c:v>
                </c:pt>
                <c:pt idx="269">
                  <c:v>0.00512</c:v>
                </c:pt>
                <c:pt idx="270">
                  <c:v>0.00503</c:v>
                </c:pt>
                <c:pt idx="271">
                  <c:v>0.00494</c:v>
                </c:pt>
                <c:pt idx="272">
                  <c:v>0.00485</c:v>
                </c:pt>
                <c:pt idx="273">
                  <c:v>0.00476</c:v>
                </c:pt>
                <c:pt idx="274">
                  <c:v>0.00468</c:v>
                </c:pt>
                <c:pt idx="275">
                  <c:v>0.0046</c:v>
                </c:pt>
                <c:pt idx="276">
                  <c:v>0.00452</c:v>
                </c:pt>
                <c:pt idx="277">
                  <c:v>0.00444</c:v>
                </c:pt>
                <c:pt idx="278">
                  <c:v>0.00436</c:v>
                </c:pt>
                <c:pt idx="279">
                  <c:v>0.00428</c:v>
                </c:pt>
                <c:pt idx="280">
                  <c:v>0.00421</c:v>
                </c:pt>
                <c:pt idx="281">
                  <c:v>0.00413</c:v>
                </c:pt>
                <c:pt idx="282">
                  <c:v>0.00406</c:v>
                </c:pt>
                <c:pt idx="283">
                  <c:v>0.00399</c:v>
                </c:pt>
                <c:pt idx="284">
                  <c:v>0.00392</c:v>
                </c:pt>
                <c:pt idx="285">
                  <c:v>0.00385</c:v>
                </c:pt>
                <c:pt idx="286">
                  <c:v>0.00379</c:v>
                </c:pt>
                <c:pt idx="287">
                  <c:v>0.00372</c:v>
                </c:pt>
                <c:pt idx="288">
                  <c:v>0.00366</c:v>
                </c:pt>
                <c:pt idx="289">
                  <c:v>0.00359</c:v>
                </c:pt>
                <c:pt idx="290">
                  <c:v>0.00353</c:v>
                </c:pt>
                <c:pt idx="291">
                  <c:v>0.00347</c:v>
                </c:pt>
                <c:pt idx="292">
                  <c:v>0.00341</c:v>
                </c:pt>
                <c:pt idx="293">
                  <c:v>0.00335</c:v>
                </c:pt>
                <c:pt idx="294">
                  <c:v>0.00329</c:v>
                </c:pt>
                <c:pt idx="295">
                  <c:v>0.00324</c:v>
                </c:pt>
                <c:pt idx="296">
                  <c:v>0.00318</c:v>
                </c:pt>
                <c:pt idx="297">
                  <c:v>0.00313</c:v>
                </c:pt>
                <c:pt idx="298">
                  <c:v>0.00308</c:v>
                </c:pt>
                <c:pt idx="299">
                  <c:v>0.00302</c:v>
                </c:pt>
                <c:pt idx="300">
                  <c:v>0.00297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Miles de 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GAMMA con media 300 HH y distintas formas</a:t>
            </a:r>
          </a:p>
        </c:rich>
      </c:tx>
      <c:layout/>
      <c:overlay val="0"/>
    </c:title>
    <c:autoTitleDeleted val="0"/>
    <c:plotArea>
      <c:layout/>
      <c:scatterChart>
        <c:scatterStyle val="lineMarker"/>
        <c:varyColors val="0"/>
        <c:ser>
          <c:idx val="0"/>
          <c:order val="0"/>
          <c:tx>
            <c:strRef>
              <c:f>Sheet1!$B$1</c:f>
              <c:strCache>
                <c:ptCount val="1"/>
                <c:pt idx="0">
                  <c:v>forma 3, escala 100</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Sheet1!$A$2:$A$302</c:f>
              <c:numCache>
                <c:formatCode>General</c:formatCode>
                <c:ptCount val="301"/>
                <c:pt idx="0">
                  <c:v>0</c:v>
                </c:pt>
                <c:pt idx="1">
                  <c:v>3.33333</c:v>
                </c:pt>
                <c:pt idx="2">
                  <c:v>6.66667</c:v>
                </c:pt>
                <c:pt idx="3">
                  <c:v>10</c:v>
                </c:pt>
                <c:pt idx="4">
                  <c:v>13.33333</c:v>
                </c:pt>
                <c:pt idx="5">
                  <c:v>16.66667</c:v>
                </c:pt>
                <c:pt idx="6">
                  <c:v>20</c:v>
                </c:pt>
                <c:pt idx="7">
                  <c:v>23.33333</c:v>
                </c:pt>
                <c:pt idx="8">
                  <c:v>26.66667</c:v>
                </c:pt>
                <c:pt idx="9">
                  <c:v>30</c:v>
                </c:pt>
                <c:pt idx="10">
                  <c:v>33.33333</c:v>
                </c:pt>
                <c:pt idx="11">
                  <c:v>36.66667</c:v>
                </c:pt>
                <c:pt idx="12">
                  <c:v>40</c:v>
                </c:pt>
                <c:pt idx="13">
                  <c:v>43.33333</c:v>
                </c:pt>
                <c:pt idx="14">
                  <c:v>46.66667</c:v>
                </c:pt>
                <c:pt idx="15">
                  <c:v>50</c:v>
                </c:pt>
                <c:pt idx="16">
                  <c:v>53.33333</c:v>
                </c:pt>
                <c:pt idx="17">
                  <c:v>56.66667</c:v>
                </c:pt>
                <c:pt idx="18">
                  <c:v>60</c:v>
                </c:pt>
                <c:pt idx="19">
                  <c:v>63.33333</c:v>
                </c:pt>
                <c:pt idx="20">
                  <c:v>66.66667</c:v>
                </c:pt>
                <c:pt idx="21">
                  <c:v>70</c:v>
                </c:pt>
                <c:pt idx="22">
                  <c:v>73.33333</c:v>
                </c:pt>
                <c:pt idx="23">
                  <c:v>76.66667</c:v>
                </c:pt>
                <c:pt idx="24">
                  <c:v>80</c:v>
                </c:pt>
                <c:pt idx="25">
                  <c:v>83.33333</c:v>
                </c:pt>
                <c:pt idx="26">
                  <c:v>86.66667</c:v>
                </c:pt>
                <c:pt idx="27">
                  <c:v>90</c:v>
                </c:pt>
                <c:pt idx="28">
                  <c:v>93.33333</c:v>
                </c:pt>
                <c:pt idx="29">
                  <c:v>96.66667</c:v>
                </c:pt>
                <c:pt idx="30">
                  <c:v>100</c:v>
                </c:pt>
                <c:pt idx="31">
                  <c:v>103.33333</c:v>
                </c:pt>
                <c:pt idx="32">
                  <c:v>106.66667</c:v>
                </c:pt>
                <c:pt idx="33">
                  <c:v>110</c:v>
                </c:pt>
                <c:pt idx="34">
                  <c:v>113.33333</c:v>
                </c:pt>
                <c:pt idx="35">
                  <c:v>116.66667</c:v>
                </c:pt>
                <c:pt idx="36">
                  <c:v>120</c:v>
                </c:pt>
                <c:pt idx="37">
                  <c:v>123.33333</c:v>
                </c:pt>
                <c:pt idx="38">
                  <c:v>126.66667</c:v>
                </c:pt>
                <c:pt idx="39">
                  <c:v>130</c:v>
                </c:pt>
                <c:pt idx="40">
                  <c:v>133.33333</c:v>
                </c:pt>
                <c:pt idx="41">
                  <c:v>136.66667</c:v>
                </c:pt>
                <c:pt idx="42">
                  <c:v>140</c:v>
                </c:pt>
                <c:pt idx="43">
                  <c:v>143.33333</c:v>
                </c:pt>
                <c:pt idx="44">
                  <c:v>146.66667</c:v>
                </c:pt>
                <c:pt idx="45">
                  <c:v>150</c:v>
                </c:pt>
                <c:pt idx="46">
                  <c:v>153.33333</c:v>
                </c:pt>
                <c:pt idx="47">
                  <c:v>156.66667</c:v>
                </c:pt>
                <c:pt idx="48">
                  <c:v>160</c:v>
                </c:pt>
                <c:pt idx="49">
                  <c:v>163.33333</c:v>
                </c:pt>
                <c:pt idx="50">
                  <c:v>166.66667</c:v>
                </c:pt>
                <c:pt idx="51">
                  <c:v>170</c:v>
                </c:pt>
                <c:pt idx="52">
                  <c:v>173.33333</c:v>
                </c:pt>
                <c:pt idx="53">
                  <c:v>176.66667</c:v>
                </c:pt>
                <c:pt idx="54">
                  <c:v>180</c:v>
                </c:pt>
                <c:pt idx="55">
                  <c:v>183.33333</c:v>
                </c:pt>
                <c:pt idx="56">
                  <c:v>186.66667</c:v>
                </c:pt>
                <c:pt idx="57">
                  <c:v>190</c:v>
                </c:pt>
                <c:pt idx="58">
                  <c:v>193.33333</c:v>
                </c:pt>
                <c:pt idx="59">
                  <c:v>196.66667</c:v>
                </c:pt>
                <c:pt idx="60">
                  <c:v>200</c:v>
                </c:pt>
                <c:pt idx="61">
                  <c:v>203.33333</c:v>
                </c:pt>
                <c:pt idx="62">
                  <c:v>206.66667</c:v>
                </c:pt>
                <c:pt idx="63">
                  <c:v>210</c:v>
                </c:pt>
                <c:pt idx="64">
                  <c:v>213.33333</c:v>
                </c:pt>
                <c:pt idx="65">
                  <c:v>216.66667</c:v>
                </c:pt>
                <c:pt idx="66">
                  <c:v>220</c:v>
                </c:pt>
                <c:pt idx="67">
                  <c:v>223.33333</c:v>
                </c:pt>
                <c:pt idx="68">
                  <c:v>226.66667</c:v>
                </c:pt>
                <c:pt idx="69">
                  <c:v>230</c:v>
                </c:pt>
                <c:pt idx="70">
                  <c:v>233.33333</c:v>
                </c:pt>
                <c:pt idx="71">
                  <c:v>236.66667</c:v>
                </c:pt>
                <c:pt idx="72">
                  <c:v>240</c:v>
                </c:pt>
                <c:pt idx="73">
                  <c:v>243.33333</c:v>
                </c:pt>
                <c:pt idx="74">
                  <c:v>246.66667</c:v>
                </c:pt>
                <c:pt idx="75">
                  <c:v>250</c:v>
                </c:pt>
                <c:pt idx="76">
                  <c:v>253.33333</c:v>
                </c:pt>
                <c:pt idx="77">
                  <c:v>256.66667</c:v>
                </c:pt>
                <c:pt idx="78">
                  <c:v>260</c:v>
                </c:pt>
                <c:pt idx="79">
                  <c:v>263.33333</c:v>
                </c:pt>
                <c:pt idx="80">
                  <c:v>266.66667</c:v>
                </c:pt>
                <c:pt idx="81">
                  <c:v>270</c:v>
                </c:pt>
                <c:pt idx="82">
                  <c:v>273.33333</c:v>
                </c:pt>
                <c:pt idx="83">
                  <c:v>276.66667</c:v>
                </c:pt>
                <c:pt idx="84">
                  <c:v>280</c:v>
                </c:pt>
                <c:pt idx="85">
                  <c:v>283.33333</c:v>
                </c:pt>
                <c:pt idx="86">
                  <c:v>286.66667</c:v>
                </c:pt>
                <c:pt idx="87">
                  <c:v>290</c:v>
                </c:pt>
                <c:pt idx="88">
                  <c:v>293.33333</c:v>
                </c:pt>
                <c:pt idx="89">
                  <c:v>296.66667</c:v>
                </c:pt>
                <c:pt idx="90">
                  <c:v>300</c:v>
                </c:pt>
                <c:pt idx="91">
                  <c:v>303.33333</c:v>
                </c:pt>
                <c:pt idx="92">
                  <c:v>306.66667</c:v>
                </c:pt>
                <c:pt idx="93">
                  <c:v>310</c:v>
                </c:pt>
                <c:pt idx="94">
                  <c:v>313.33333</c:v>
                </c:pt>
                <c:pt idx="95">
                  <c:v>316.66667</c:v>
                </c:pt>
                <c:pt idx="96">
                  <c:v>320</c:v>
                </c:pt>
                <c:pt idx="97">
                  <c:v>323.33333</c:v>
                </c:pt>
                <c:pt idx="98">
                  <c:v>326.66667</c:v>
                </c:pt>
                <c:pt idx="99">
                  <c:v>330</c:v>
                </c:pt>
                <c:pt idx="100">
                  <c:v>333.33333</c:v>
                </c:pt>
                <c:pt idx="101">
                  <c:v>336.66667</c:v>
                </c:pt>
                <c:pt idx="102">
                  <c:v>340</c:v>
                </c:pt>
                <c:pt idx="103">
                  <c:v>343.33333</c:v>
                </c:pt>
                <c:pt idx="104">
                  <c:v>346.66667</c:v>
                </c:pt>
                <c:pt idx="105">
                  <c:v>350</c:v>
                </c:pt>
                <c:pt idx="106">
                  <c:v>353.33333</c:v>
                </c:pt>
                <c:pt idx="107">
                  <c:v>356.66667</c:v>
                </c:pt>
                <c:pt idx="108">
                  <c:v>360</c:v>
                </c:pt>
                <c:pt idx="109">
                  <c:v>363.33333</c:v>
                </c:pt>
                <c:pt idx="110">
                  <c:v>366.66667</c:v>
                </c:pt>
                <c:pt idx="111">
                  <c:v>370</c:v>
                </c:pt>
                <c:pt idx="112">
                  <c:v>373.33333</c:v>
                </c:pt>
                <c:pt idx="113">
                  <c:v>376.66667</c:v>
                </c:pt>
                <c:pt idx="114">
                  <c:v>380</c:v>
                </c:pt>
                <c:pt idx="115">
                  <c:v>383.33333</c:v>
                </c:pt>
                <c:pt idx="116">
                  <c:v>386.66667</c:v>
                </c:pt>
                <c:pt idx="117">
                  <c:v>390</c:v>
                </c:pt>
                <c:pt idx="118">
                  <c:v>393.33333</c:v>
                </c:pt>
                <c:pt idx="119">
                  <c:v>396.66667</c:v>
                </c:pt>
                <c:pt idx="120">
                  <c:v>400</c:v>
                </c:pt>
                <c:pt idx="121">
                  <c:v>403.33333</c:v>
                </c:pt>
                <c:pt idx="122">
                  <c:v>406.66667</c:v>
                </c:pt>
                <c:pt idx="123">
                  <c:v>410</c:v>
                </c:pt>
                <c:pt idx="124">
                  <c:v>413.33333</c:v>
                </c:pt>
                <c:pt idx="125">
                  <c:v>416.66667</c:v>
                </c:pt>
                <c:pt idx="126">
                  <c:v>420</c:v>
                </c:pt>
                <c:pt idx="127">
                  <c:v>423.33333</c:v>
                </c:pt>
                <c:pt idx="128">
                  <c:v>426.66667</c:v>
                </c:pt>
                <c:pt idx="129">
                  <c:v>430</c:v>
                </c:pt>
                <c:pt idx="130">
                  <c:v>433.33333</c:v>
                </c:pt>
                <c:pt idx="131">
                  <c:v>436.66667</c:v>
                </c:pt>
                <c:pt idx="132">
                  <c:v>440</c:v>
                </c:pt>
                <c:pt idx="133">
                  <c:v>443.33333</c:v>
                </c:pt>
                <c:pt idx="134">
                  <c:v>446.66667</c:v>
                </c:pt>
                <c:pt idx="135">
                  <c:v>450</c:v>
                </c:pt>
                <c:pt idx="136">
                  <c:v>453.33333</c:v>
                </c:pt>
                <c:pt idx="137">
                  <c:v>456.66667</c:v>
                </c:pt>
                <c:pt idx="138">
                  <c:v>460</c:v>
                </c:pt>
                <c:pt idx="139">
                  <c:v>463.33333</c:v>
                </c:pt>
                <c:pt idx="140">
                  <c:v>466.66667</c:v>
                </c:pt>
                <c:pt idx="141">
                  <c:v>470</c:v>
                </c:pt>
                <c:pt idx="142">
                  <c:v>473.33333</c:v>
                </c:pt>
                <c:pt idx="143">
                  <c:v>476.66667</c:v>
                </c:pt>
                <c:pt idx="144">
                  <c:v>480</c:v>
                </c:pt>
                <c:pt idx="145">
                  <c:v>483.33333</c:v>
                </c:pt>
                <c:pt idx="146">
                  <c:v>486.66667</c:v>
                </c:pt>
                <c:pt idx="147">
                  <c:v>490</c:v>
                </c:pt>
                <c:pt idx="148">
                  <c:v>493.33333</c:v>
                </c:pt>
                <c:pt idx="149">
                  <c:v>496.66667</c:v>
                </c:pt>
                <c:pt idx="150">
                  <c:v>500</c:v>
                </c:pt>
                <c:pt idx="151">
                  <c:v>503.33333</c:v>
                </c:pt>
                <c:pt idx="152">
                  <c:v>506.66667</c:v>
                </c:pt>
                <c:pt idx="153">
                  <c:v>510</c:v>
                </c:pt>
                <c:pt idx="154">
                  <c:v>513.33333</c:v>
                </c:pt>
                <c:pt idx="155">
                  <c:v>516.66667</c:v>
                </c:pt>
                <c:pt idx="156">
                  <c:v>520</c:v>
                </c:pt>
                <c:pt idx="157">
                  <c:v>523.33333</c:v>
                </c:pt>
                <c:pt idx="158">
                  <c:v>526.66667</c:v>
                </c:pt>
                <c:pt idx="159">
                  <c:v>530</c:v>
                </c:pt>
                <c:pt idx="160">
                  <c:v>533.33333</c:v>
                </c:pt>
                <c:pt idx="161">
                  <c:v>536.66667</c:v>
                </c:pt>
                <c:pt idx="162">
                  <c:v>540</c:v>
                </c:pt>
                <c:pt idx="163">
                  <c:v>543.33333</c:v>
                </c:pt>
                <c:pt idx="164">
                  <c:v>546.66667</c:v>
                </c:pt>
                <c:pt idx="165">
                  <c:v>550</c:v>
                </c:pt>
                <c:pt idx="166">
                  <c:v>553.33333</c:v>
                </c:pt>
                <c:pt idx="167">
                  <c:v>556.66667</c:v>
                </c:pt>
                <c:pt idx="168">
                  <c:v>560</c:v>
                </c:pt>
                <c:pt idx="169">
                  <c:v>563.33333</c:v>
                </c:pt>
                <c:pt idx="170">
                  <c:v>566.66667</c:v>
                </c:pt>
                <c:pt idx="171">
                  <c:v>570</c:v>
                </c:pt>
                <c:pt idx="172">
                  <c:v>573.33333</c:v>
                </c:pt>
                <c:pt idx="173">
                  <c:v>576.66667</c:v>
                </c:pt>
                <c:pt idx="174">
                  <c:v>580</c:v>
                </c:pt>
                <c:pt idx="175">
                  <c:v>583.33333</c:v>
                </c:pt>
                <c:pt idx="176">
                  <c:v>586.66667</c:v>
                </c:pt>
                <c:pt idx="177">
                  <c:v>590</c:v>
                </c:pt>
                <c:pt idx="178">
                  <c:v>593.33333</c:v>
                </c:pt>
                <c:pt idx="179">
                  <c:v>596.66667</c:v>
                </c:pt>
                <c:pt idx="180">
                  <c:v>600</c:v>
                </c:pt>
                <c:pt idx="181">
                  <c:v>603.33333</c:v>
                </c:pt>
                <c:pt idx="182">
                  <c:v>606.66667</c:v>
                </c:pt>
                <c:pt idx="183">
                  <c:v>610</c:v>
                </c:pt>
                <c:pt idx="184">
                  <c:v>613.33333</c:v>
                </c:pt>
                <c:pt idx="185">
                  <c:v>616.66667</c:v>
                </c:pt>
                <c:pt idx="186">
                  <c:v>620</c:v>
                </c:pt>
                <c:pt idx="187">
                  <c:v>623.33333</c:v>
                </c:pt>
                <c:pt idx="188">
                  <c:v>626.66667</c:v>
                </c:pt>
                <c:pt idx="189">
                  <c:v>630</c:v>
                </c:pt>
                <c:pt idx="190">
                  <c:v>633.33333</c:v>
                </c:pt>
                <c:pt idx="191">
                  <c:v>636.66667</c:v>
                </c:pt>
                <c:pt idx="192">
                  <c:v>640</c:v>
                </c:pt>
                <c:pt idx="193">
                  <c:v>643.33333</c:v>
                </c:pt>
                <c:pt idx="194">
                  <c:v>646.66667</c:v>
                </c:pt>
                <c:pt idx="195">
                  <c:v>650</c:v>
                </c:pt>
                <c:pt idx="196">
                  <c:v>653.33333</c:v>
                </c:pt>
                <c:pt idx="197">
                  <c:v>656.66667</c:v>
                </c:pt>
                <c:pt idx="198">
                  <c:v>660</c:v>
                </c:pt>
                <c:pt idx="199">
                  <c:v>663.33333</c:v>
                </c:pt>
                <c:pt idx="200">
                  <c:v>666.66667</c:v>
                </c:pt>
                <c:pt idx="201">
                  <c:v>670</c:v>
                </c:pt>
                <c:pt idx="202">
                  <c:v>673.33333</c:v>
                </c:pt>
                <c:pt idx="203">
                  <c:v>676.66667</c:v>
                </c:pt>
                <c:pt idx="204">
                  <c:v>680</c:v>
                </c:pt>
                <c:pt idx="205">
                  <c:v>683.33333</c:v>
                </c:pt>
                <c:pt idx="206">
                  <c:v>686.66667</c:v>
                </c:pt>
                <c:pt idx="207">
                  <c:v>690</c:v>
                </c:pt>
                <c:pt idx="208">
                  <c:v>693.33333</c:v>
                </c:pt>
                <c:pt idx="209">
                  <c:v>696.66667</c:v>
                </c:pt>
                <c:pt idx="210">
                  <c:v>700</c:v>
                </c:pt>
                <c:pt idx="211">
                  <c:v>703.33333</c:v>
                </c:pt>
                <c:pt idx="212">
                  <c:v>706.66667</c:v>
                </c:pt>
                <c:pt idx="213">
                  <c:v>710</c:v>
                </c:pt>
                <c:pt idx="214">
                  <c:v>713.33333</c:v>
                </c:pt>
                <c:pt idx="215">
                  <c:v>716.66667</c:v>
                </c:pt>
                <c:pt idx="216">
                  <c:v>720</c:v>
                </c:pt>
                <c:pt idx="217">
                  <c:v>723.33333</c:v>
                </c:pt>
                <c:pt idx="218">
                  <c:v>726.66667</c:v>
                </c:pt>
                <c:pt idx="219">
                  <c:v>730</c:v>
                </c:pt>
                <c:pt idx="220">
                  <c:v>733.33333</c:v>
                </c:pt>
                <c:pt idx="221">
                  <c:v>736.66667</c:v>
                </c:pt>
                <c:pt idx="222">
                  <c:v>740</c:v>
                </c:pt>
                <c:pt idx="223">
                  <c:v>743.33333</c:v>
                </c:pt>
                <c:pt idx="224">
                  <c:v>746.66667</c:v>
                </c:pt>
                <c:pt idx="225">
                  <c:v>750</c:v>
                </c:pt>
                <c:pt idx="226">
                  <c:v>753.33333</c:v>
                </c:pt>
                <c:pt idx="227">
                  <c:v>756.66667</c:v>
                </c:pt>
                <c:pt idx="228">
                  <c:v>760</c:v>
                </c:pt>
                <c:pt idx="229">
                  <c:v>763.33333</c:v>
                </c:pt>
                <c:pt idx="230">
                  <c:v>766.66667</c:v>
                </c:pt>
                <c:pt idx="231">
                  <c:v>770</c:v>
                </c:pt>
                <c:pt idx="232">
                  <c:v>773.33333</c:v>
                </c:pt>
                <c:pt idx="233">
                  <c:v>776.66667</c:v>
                </c:pt>
                <c:pt idx="234">
                  <c:v>780</c:v>
                </c:pt>
                <c:pt idx="235">
                  <c:v>783.33333</c:v>
                </c:pt>
                <c:pt idx="236">
                  <c:v>786.66667</c:v>
                </c:pt>
                <c:pt idx="237">
                  <c:v>790</c:v>
                </c:pt>
                <c:pt idx="238">
                  <c:v>793.33333</c:v>
                </c:pt>
                <c:pt idx="239">
                  <c:v>796.66667</c:v>
                </c:pt>
                <c:pt idx="240">
                  <c:v>800</c:v>
                </c:pt>
                <c:pt idx="241">
                  <c:v>803.33333</c:v>
                </c:pt>
                <c:pt idx="242">
                  <c:v>806.66667</c:v>
                </c:pt>
                <c:pt idx="243">
                  <c:v>810</c:v>
                </c:pt>
                <c:pt idx="244">
                  <c:v>813.33333</c:v>
                </c:pt>
                <c:pt idx="245">
                  <c:v>816.66667</c:v>
                </c:pt>
                <c:pt idx="246">
                  <c:v>820</c:v>
                </c:pt>
                <c:pt idx="247">
                  <c:v>823.33333</c:v>
                </c:pt>
                <c:pt idx="248">
                  <c:v>826.66667</c:v>
                </c:pt>
                <c:pt idx="249">
                  <c:v>830</c:v>
                </c:pt>
                <c:pt idx="250">
                  <c:v>833.33333</c:v>
                </c:pt>
                <c:pt idx="251">
                  <c:v>836.66667</c:v>
                </c:pt>
                <c:pt idx="252">
                  <c:v>840</c:v>
                </c:pt>
                <c:pt idx="253">
                  <c:v>843.33333</c:v>
                </c:pt>
                <c:pt idx="254">
                  <c:v>846.66667</c:v>
                </c:pt>
                <c:pt idx="255">
                  <c:v>850</c:v>
                </c:pt>
                <c:pt idx="256">
                  <c:v>853.33333</c:v>
                </c:pt>
                <c:pt idx="257">
                  <c:v>856.66667</c:v>
                </c:pt>
                <c:pt idx="258">
                  <c:v>860</c:v>
                </c:pt>
                <c:pt idx="259">
                  <c:v>863.33333</c:v>
                </c:pt>
                <c:pt idx="260">
                  <c:v>866.66667</c:v>
                </c:pt>
                <c:pt idx="261">
                  <c:v>870</c:v>
                </c:pt>
                <c:pt idx="262">
                  <c:v>873.33333</c:v>
                </c:pt>
                <c:pt idx="263">
                  <c:v>876.66667</c:v>
                </c:pt>
                <c:pt idx="264">
                  <c:v>880</c:v>
                </c:pt>
                <c:pt idx="265">
                  <c:v>883.33333</c:v>
                </c:pt>
                <c:pt idx="266">
                  <c:v>886.66667</c:v>
                </c:pt>
                <c:pt idx="267">
                  <c:v>890</c:v>
                </c:pt>
                <c:pt idx="268">
                  <c:v>893.33333</c:v>
                </c:pt>
                <c:pt idx="269">
                  <c:v>896.66667</c:v>
                </c:pt>
                <c:pt idx="270">
                  <c:v>900</c:v>
                </c:pt>
                <c:pt idx="271">
                  <c:v>903.33333</c:v>
                </c:pt>
                <c:pt idx="272">
                  <c:v>906.66667</c:v>
                </c:pt>
                <c:pt idx="273">
                  <c:v>910</c:v>
                </c:pt>
                <c:pt idx="274">
                  <c:v>913.33333</c:v>
                </c:pt>
                <c:pt idx="275">
                  <c:v>916.66667</c:v>
                </c:pt>
                <c:pt idx="276">
                  <c:v>920</c:v>
                </c:pt>
                <c:pt idx="277">
                  <c:v>923.33333</c:v>
                </c:pt>
                <c:pt idx="278">
                  <c:v>926.66667</c:v>
                </c:pt>
                <c:pt idx="279">
                  <c:v>930</c:v>
                </c:pt>
                <c:pt idx="280">
                  <c:v>933.33333</c:v>
                </c:pt>
                <c:pt idx="281">
                  <c:v>936.66667</c:v>
                </c:pt>
                <c:pt idx="282">
                  <c:v>940</c:v>
                </c:pt>
                <c:pt idx="283">
                  <c:v>943.33333</c:v>
                </c:pt>
                <c:pt idx="284">
                  <c:v>946.66667</c:v>
                </c:pt>
                <c:pt idx="285">
                  <c:v>950</c:v>
                </c:pt>
                <c:pt idx="286">
                  <c:v>953.33333</c:v>
                </c:pt>
                <c:pt idx="287">
                  <c:v>956.66667</c:v>
                </c:pt>
                <c:pt idx="288">
                  <c:v>960</c:v>
                </c:pt>
                <c:pt idx="289">
                  <c:v>963.33333</c:v>
                </c:pt>
                <c:pt idx="290">
                  <c:v>966.66667</c:v>
                </c:pt>
                <c:pt idx="291">
                  <c:v>970</c:v>
                </c:pt>
                <c:pt idx="292">
                  <c:v>973.33333</c:v>
                </c:pt>
                <c:pt idx="293">
                  <c:v>976.66667</c:v>
                </c:pt>
                <c:pt idx="294">
                  <c:v>980</c:v>
                </c:pt>
                <c:pt idx="295">
                  <c:v>983.33333</c:v>
                </c:pt>
                <c:pt idx="296">
                  <c:v>986.66667</c:v>
                </c:pt>
                <c:pt idx="297">
                  <c:v>990</c:v>
                </c:pt>
                <c:pt idx="298">
                  <c:v>993.33333</c:v>
                </c:pt>
                <c:pt idx="299">
                  <c:v>996.66667</c:v>
                </c:pt>
                <c:pt idx="300">
                  <c:v>1000</c:v>
                </c:pt>
              </c:numCache>
            </c:numRef>
          </c:xVal>
          <c:yVal>
            <c:numRef>
              <c:f>Sheet1!$B$2:$B$302</c:f>
              <c:numCache>
                <c:formatCode>General</c:formatCode>
                <c:ptCount val="301"/>
                <c:pt idx="0">
                  <c:v>0</c:v>
                </c:pt>
                <c:pt idx="1">
                  <c:v>0.00128</c:v>
                </c:pt>
                <c:pt idx="2">
                  <c:v>0.00496</c:v>
                </c:pt>
                <c:pt idx="3">
                  <c:v>0.0108</c:v>
                </c:pt>
                <c:pt idx="4">
                  <c:v>0.01858</c:v>
                </c:pt>
                <c:pt idx="5">
                  <c:v>0.02807</c:v>
                </c:pt>
                <c:pt idx="6">
                  <c:v>0.0391</c:v>
                </c:pt>
                <c:pt idx="7">
                  <c:v>0.05147</c:v>
                </c:pt>
                <c:pt idx="8">
                  <c:v>0.06503</c:v>
                </c:pt>
                <c:pt idx="9">
                  <c:v>0.0796</c:v>
                </c:pt>
                <c:pt idx="10">
                  <c:v>0.09505</c:v>
                </c:pt>
                <c:pt idx="11">
                  <c:v>0.11124</c:v>
                </c:pt>
                <c:pt idx="12">
                  <c:v>0.12805</c:v>
                </c:pt>
                <c:pt idx="13">
                  <c:v>0.14535</c:v>
                </c:pt>
                <c:pt idx="14">
                  <c:v>0.16304</c:v>
                </c:pt>
                <c:pt idx="15">
                  <c:v>0.18103</c:v>
                </c:pt>
                <c:pt idx="16">
                  <c:v>0.19922</c:v>
                </c:pt>
                <c:pt idx="17">
                  <c:v>0.21753</c:v>
                </c:pt>
                <c:pt idx="18">
                  <c:v>0.23588</c:v>
                </c:pt>
                <c:pt idx="19">
                  <c:v>0.2542</c:v>
                </c:pt>
                <c:pt idx="20">
                  <c:v>0.27243</c:v>
                </c:pt>
                <c:pt idx="21">
                  <c:v>0.2905</c:v>
                </c:pt>
                <c:pt idx="22">
                  <c:v>0.30838</c:v>
                </c:pt>
                <c:pt idx="23">
                  <c:v>0.326</c:v>
                </c:pt>
                <c:pt idx="24">
                  <c:v>0.34333</c:v>
                </c:pt>
                <c:pt idx="25">
                  <c:v>0.36032</c:v>
                </c:pt>
                <c:pt idx="26">
                  <c:v>0.37694</c:v>
                </c:pt>
                <c:pt idx="27">
                  <c:v>0.39317</c:v>
                </c:pt>
                <c:pt idx="28">
                  <c:v>0.40897</c:v>
                </c:pt>
                <c:pt idx="29">
                  <c:v>0.42432</c:v>
                </c:pt>
                <c:pt idx="30">
                  <c:v>0.43921</c:v>
                </c:pt>
                <c:pt idx="31">
                  <c:v>0.4536</c:v>
                </c:pt>
                <c:pt idx="32">
                  <c:v>0.46749</c:v>
                </c:pt>
                <c:pt idx="33">
                  <c:v>0.48087</c:v>
                </c:pt>
                <c:pt idx="34">
                  <c:v>0.49372</c:v>
                </c:pt>
                <c:pt idx="35">
                  <c:v>0.50603</c:v>
                </c:pt>
                <c:pt idx="36">
                  <c:v>0.51781</c:v>
                </c:pt>
                <c:pt idx="37">
                  <c:v>0.52905</c:v>
                </c:pt>
                <c:pt idx="38">
                  <c:v>0.53973</c:v>
                </c:pt>
                <c:pt idx="39">
                  <c:v>0.54988</c:v>
                </c:pt>
                <c:pt idx="40">
                  <c:v>0.55947</c:v>
                </c:pt>
                <c:pt idx="41">
                  <c:v>0.56853</c:v>
                </c:pt>
                <c:pt idx="42">
                  <c:v>0.57704</c:v>
                </c:pt>
                <c:pt idx="43">
                  <c:v>0.58502</c:v>
                </c:pt>
                <c:pt idx="44">
                  <c:v>0.59246</c:v>
                </c:pt>
                <c:pt idx="45">
                  <c:v>0.59938</c:v>
                </c:pt>
                <c:pt idx="46">
                  <c:v>0.60578</c:v>
                </c:pt>
                <c:pt idx="47">
                  <c:v>0.61167</c:v>
                </c:pt>
                <c:pt idx="48">
                  <c:v>0.61706</c:v>
                </c:pt>
                <c:pt idx="49">
                  <c:v>0.62196</c:v>
                </c:pt>
                <c:pt idx="50">
                  <c:v>0.62638</c:v>
                </c:pt>
                <c:pt idx="51">
                  <c:v>0.63032</c:v>
                </c:pt>
                <c:pt idx="52">
                  <c:v>0.6338</c:v>
                </c:pt>
                <c:pt idx="53">
                  <c:v>0.63682</c:v>
                </c:pt>
                <c:pt idx="54">
                  <c:v>0.63941</c:v>
                </c:pt>
                <c:pt idx="55">
                  <c:v>0.64156</c:v>
                </c:pt>
                <c:pt idx="56">
                  <c:v>0.6433</c:v>
                </c:pt>
                <c:pt idx="57">
                  <c:v>0.64463</c:v>
                </c:pt>
                <c:pt idx="58">
                  <c:v>0.64556</c:v>
                </c:pt>
                <c:pt idx="59">
                  <c:v>0.64612</c:v>
                </c:pt>
                <c:pt idx="60">
                  <c:v>0.6463</c:v>
                </c:pt>
                <c:pt idx="61">
                  <c:v>0.64612</c:v>
                </c:pt>
                <c:pt idx="62">
                  <c:v>0.6456</c:v>
                </c:pt>
                <c:pt idx="63">
                  <c:v>0.64474</c:v>
                </c:pt>
                <c:pt idx="64">
                  <c:v>0.64355</c:v>
                </c:pt>
                <c:pt idx="65">
                  <c:v>0.64206</c:v>
                </c:pt>
                <c:pt idx="66">
                  <c:v>0.64026</c:v>
                </c:pt>
                <c:pt idx="67">
                  <c:v>0.63818</c:v>
                </c:pt>
                <c:pt idx="68">
                  <c:v>0.63582</c:v>
                </c:pt>
                <c:pt idx="69">
                  <c:v>0.6332</c:v>
                </c:pt>
                <c:pt idx="70">
                  <c:v>0.63032</c:v>
                </c:pt>
                <c:pt idx="71">
                  <c:v>0.6272</c:v>
                </c:pt>
                <c:pt idx="72">
                  <c:v>0.62385</c:v>
                </c:pt>
                <c:pt idx="73">
                  <c:v>0.62027</c:v>
                </c:pt>
                <c:pt idx="74">
                  <c:v>0.61649</c:v>
                </c:pt>
                <c:pt idx="75">
                  <c:v>0.6125</c:v>
                </c:pt>
                <c:pt idx="76">
                  <c:v>0.60832</c:v>
                </c:pt>
                <c:pt idx="77">
                  <c:v>0.60396</c:v>
                </c:pt>
                <c:pt idx="78">
                  <c:v>0.59944</c:v>
                </c:pt>
                <c:pt idx="79">
                  <c:v>0.59475</c:v>
                </c:pt>
                <c:pt idx="80">
                  <c:v>0.5899</c:v>
                </c:pt>
                <c:pt idx="81">
                  <c:v>0.58492</c:v>
                </c:pt>
                <c:pt idx="82">
                  <c:v>0.5798</c:v>
                </c:pt>
                <c:pt idx="83">
                  <c:v>0.57455</c:v>
                </c:pt>
                <c:pt idx="84">
                  <c:v>0.56918</c:v>
                </c:pt>
                <c:pt idx="85">
                  <c:v>0.56371</c:v>
                </c:pt>
                <c:pt idx="86">
                  <c:v>0.55813</c:v>
                </c:pt>
                <c:pt idx="87">
                  <c:v>0.55246</c:v>
                </c:pt>
                <c:pt idx="88">
                  <c:v>0.54671</c:v>
                </c:pt>
                <c:pt idx="89">
                  <c:v>0.54087</c:v>
                </c:pt>
                <c:pt idx="90">
                  <c:v>0.53496</c:v>
                </c:pt>
                <c:pt idx="91">
                  <c:v>0.52898</c:v>
                </c:pt>
                <c:pt idx="92">
                  <c:v>0.52295</c:v>
                </c:pt>
                <c:pt idx="93">
                  <c:v>0.51686</c:v>
                </c:pt>
                <c:pt idx="94">
                  <c:v>0.51072</c:v>
                </c:pt>
                <c:pt idx="95">
                  <c:v>0.50455</c:v>
                </c:pt>
                <c:pt idx="96">
                  <c:v>0.49833</c:v>
                </c:pt>
                <c:pt idx="97">
                  <c:v>0.49209</c:v>
                </c:pt>
                <c:pt idx="98">
                  <c:v>0.48582</c:v>
                </c:pt>
                <c:pt idx="99">
                  <c:v>0.47953</c:v>
                </c:pt>
                <c:pt idx="100">
                  <c:v>0.47323</c:v>
                </c:pt>
                <c:pt idx="101">
                  <c:v>0.46691</c:v>
                </c:pt>
                <c:pt idx="102">
                  <c:v>0.46059</c:v>
                </c:pt>
                <c:pt idx="103">
                  <c:v>0.45427</c:v>
                </c:pt>
                <c:pt idx="104">
                  <c:v>0.44795</c:v>
                </c:pt>
                <c:pt idx="105">
                  <c:v>0.44164</c:v>
                </c:pt>
                <c:pt idx="106">
                  <c:v>0.43534</c:v>
                </c:pt>
                <c:pt idx="107">
                  <c:v>0.42905</c:v>
                </c:pt>
                <c:pt idx="108">
                  <c:v>0.42277</c:v>
                </c:pt>
                <c:pt idx="109">
                  <c:v>0.41652</c:v>
                </c:pt>
                <c:pt idx="110">
                  <c:v>0.41029</c:v>
                </c:pt>
                <c:pt idx="111">
                  <c:v>0.40409</c:v>
                </c:pt>
                <c:pt idx="112">
                  <c:v>0.39791</c:v>
                </c:pt>
                <c:pt idx="113">
                  <c:v>0.39177</c:v>
                </c:pt>
                <c:pt idx="114">
                  <c:v>0.38566</c:v>
                </c:pt>
                <c:pt idx="115">
                  <c:v>0.37959</c:v>
                </c:pt>
                <c:pt idx="116">
                  <c:v>0.37356</c:v>
                </c:pt>
                <c:pt idx="117">
                  <c:v>0.36757</c:v>
                </c:pt>
                <c:pt idx="118">
                  <c:v>0.36162</c:v>
                </c:pt>
                <c:pt idx="119">
                  <c:v>0.35572</c:v>
                </c:pt>
                <c:pt idx="120">
                  <c:v>0.34987</c:v>
                </c:pt>
                <c:pt idx="121">
                  <c:v>0.34406</c:v>
                </c:pt>
                <c:pt idx="122">
                  <c:v>0.3383</c:v>
                </c:pt>
                <c:pt idx="123">
                  <c:v>0.3326</c:v>
                </c:pt>
                <c:pt idx="124">
                  <c:v>0.32695</c:v>
                </c:pt>
                <c:pt idx="125">
                  <c:v>0.32135</c:v>
                </c:pt>
                <c:pt idx="126">
                  <c:v>0.31581</c:v>
                </c:pt>
                <c:pt idx="127">
                  <c:v>0.31032</c:v>
                </c:pt>
                <c:pt idx="128">
                  <c:v>0.30489</c:v>
                </c:pt>
                <c:pt idx="129">
                  <c:v>0.29952</c:v>
                </c:pt>
                <c:pt idx="130">
                  <c:v>0.29421</c:v>
                </c:pt>
                <c:pt idx="131">
                  <c:v>0.28896</c:v>
                </c:pt>
                <c:pt idx="132">
                  <c:v>0.28377</c:v>
                </c:pt>
                <c:pt idx="133">
                  <c:v>0.27864</c:v>
                </c:pt>
                <c:pt idx="134">
                  <c:v>0.27358</c:v>
                </c:pt>
                <c:pt idx="135">
                  <c:v>0.26857</c:v>
                </c:pt>
                <c:pt idx="136">
                  <c:v>0.26363</c:v>
                </c:pt>
                <c:pt idx="137">
                  <c:v>0.25875</c:v>
                </c:pt>
                <c:pt idx="138">
                  <c:v>0.25394</c:v>
                </c:pt>
                <c:pt idx="139">
                  <c:v>0.24918</c:v>
                </c:pt>
                <c:pt idx="140">
                  <c:v>0.24449</c:v>
                </c:pt>
                <c:pt idx="141">
                  <c:v>0.23987</c:v>
                </c:pt>
                <c:pt idx="142">
                  <c:v>0.23531</c:v>
                </c:pt>
                <c:pt idx="143">
                  <c:v>0.23081</c:v>
                </c:pt>
                <c:pt idx="144">
                  <c:v>0.22638</c:v>
                </c:pt>
                <c:pt idx="145">
                  <c:v>0.22201</c:v>
                </c:pt>
                <c:pt idx="146">
                  <c:v>0.2177</c:v>
                </c:pt>
                <c:pt idx="147">
                  <c:v>0.21346</c:v>
                </c:pt>
                <c:pt idx="148">
                  <c:v>0.20928</c:v>
                </c:pt>
                <c:pt idx="149">
                  <c:v>0.20516</c:v>
                </c:pt>
                <c:pt idx="150">
                  <c:v>0.20111</c:v>
                </c:pt>
                <c:pt idx="151">
                  <c:v>0.19712</c:v>
                </c:pt>
                <c:pt idx="152">
                  <c:v>0.19319</c:v>
                </c:pt>
                <c:pt idx="153">
                  <c:v>0.18932</c:v>
                </c:pt>
                <c:pt idx="154">
                  <c:v>0.18552</c:v>
                </c:pt>
                <c:pt idx="155">
                  <c:v>0.18177</c:v>
                </c:pt>
                <c:pt idx="156">
                  <c:v>0.17809</c:v>
                </c:pt>
                <c:pt idx="157">
                  <c:v>0.17447</c:v>
                </c:pt>
                <c:pt idx="158">
                  <c:v>0.1709</c:v>
                </c:pt>
                <c:pt idx="159">
                  <c:v>0.1674</c:v>
                </c:pt>
                <c:pt idx="160">
                  <c:v>0.16395</c:v>
                </c:pt>
                <c:pt idx="161">
                  <c:v>0.16057</c:v>
                </c:pt>
                <c:pt idx="162">
                  <c:v>0.15724</c:v>
                </c:pt>
                <c:pt idx="163">
                  <c:v>0.15397</c:v>
                </c:pt>
                <c:pt idx="164">
                  <c:v>0.15075</c:v>
                </c:pt>
                <c:pt idx="165">
                  <c:v>0.14759</c:v>
                </c:pt>
                <c:pt idx="166">
                  <c:v>0.14449</c:v>
                </c:pt>
                <c:pt idx="167">
                  <c:v>0.14144</c:v>
                </c:pt>
                <c:pt idx="168">
                  <c:v>0.13845</c:v>
                </c:pt>
                <c:pt idx="169">
                  <c:v>0.13551</c:v>
                </c:pt>
                <c:pt idx="170">
                  <c:v>0.13262</c:v>
                </c:pt>
                <c:pt idx="171">
                  <c:v>0.12979</c:v>
                </c:pt>
                <c:pt idx="172">
                  <c:v>0.12701</c:v>
                </c:pt>
                <c:pt idx="173">
                  <c:v>0.12427</c:v>
                </c:pt>
                <c:pt idx="174">
                  <c:v>0.12159</c:v>
                </c:pt>
                <c:pt idx="175">
                  <c:v>0.11896</c:v>
                </c:pt>
                <c:pt idx="176">
                  <c:v>0.11638</c:v>
                </c:pt>
                <c:pt idx="177">
                  <c:v>0.11385</c:v>
                </c:pt>
                <c:pt idx="178">
                  <c:v>0.11136</c:v>
                </c:pt>
                <c:pt idx="179">
                  <c:v>0.10893</c:v>
                </c:pt>
                <c:pt idx="180">
                  <c:v>0.10654</c:v>
                </c:pt>
                <c:pt idx="181">
                  <c:v>0.10419</c:v>
                </c:pt>
                <c:pt idx="182">
                  <c:v>0.10189</c:v>
                </c:pt>
                <c:pt idx="183">
                  <c:v>0.09964</c:v>
                </c:pt>
                <c:pt idx="184">
                  <c:v>0.09743</c:v>
                </c:pt>
                <c:pt idx="185">
                  <c:v>0.09526</c:v>
                </c:pt>
                <c:pt idx="186">
                  <c:v>0.09314</c:v>
                </c:pt>
                <c:pt idx="187">
                  <c:v>0.09105</c:v>
                </c:pt>
                <c:pt idx="188">
                  <c:v>0.08901</c:v>
                </c:pt>
                <c:pt idx="189">
                  <c:v>0.08701</c:v>
                </c:pt>
                <c:pt idx="190">
                  <c:v>0.08505</c:v>
                </c:pt>
                <c:pt idx="191">
                  <c:v>0.08313</c:v>
                </c:pt>
                <c:pt idx="192">
                  <c:v>0.08125</c:v>
                </c:pt>
                <c:pt idx="193">
                  <c:v>0.07941</c:v>
                </c:pt>
                <c:pt idx="194">
                  <c:v>0.0776</c:v>
                </c:pt>
                <c:pt idx="195">
                  <c:v>0.07584</c:v>
                </c:pt>
                <c:pt idx="196">
                  <c:v>0.0741</c:v>
                </c:pt>
                <c:pt idx="197">
                  <c:v>0.07241</c:v>
                </c:pt>
                <c:pt idx="198">
                  <c:v>0.07075</c:v>
                </c:pt>
                <c:pt idx="199">
                  <c:v>0.06912</c:v>
                </c:pt>
                <c:pt idx="200">
                  <c:v>0.06753</c:v>
                </c:pt>
                <c:pt idx="201">
                  <c:v>0.06597</c:v>
                </c:pt>
                <c:pt idx="202">
                  <c:v>0.06444</c:v>
                </c:pt>
                <c:pt idx="203">
                  <c:v>0.06295</c:v>
                </c:pt>
                <c:pt idx="204">
                  <c:v>0.06149</c:v>
                </c:pt>
                <c:pt idx="205">
                  <c:v>0.06005</c:v>
                </c:pt>
                <c:pt idx="206">
                  <c:v>0.05865</c:v>
                </c:pt>
                <c:pt idx="207">
                  <c:v>0.05728</c:v>
                </c:pt>
                <c:pt idx="208">
                  <c:v>0.05594</c:v>
                </c:pt>
                <c:pt idx="209">
                  <c:v>0.05463</c:v>
                </c:pt>
                <c:pt idx="210">
                  <c:v>0.05335</c:v>
                </c:pt>
                <c:pt idx="211">
                  <c:v>0.05209</c:v>
                </c:pt>
                <c:pt idx="212">
                  <c:v>0.05086</c:v>
                </c:pt>
                <c:pt idx="213">
                  <c:v>0.04966</c:v>
                </c:pt>
                <c:pt idx="214">
                  <c:v>0.04848</c:v>
                </c:pt>
                <c:pt idx="215">
                  <c:v>0.04733</c:v>
                </c:pt>
                <c:pt idx="216">
                  <c:v>0.04621</c:v>
                </c:pt>
                <c:pt idx="217">
                  <c:v>0.04511</c:v>
                </c:pt>
                <c:pt idx="218">
                  <c:v>0.04403</c:v>
                </c:pt>
                <c:pt idx="219">
                  <c:v>0.04298</c:v>
                </c:pt>
                <c:pt idx="220">
                  <c:v>0.04195</c:v>
                </c:pt>
                <c:pt idx="221">
                  <c:v>0.04095</c:v>
                </c:pt>
                <c:pt idx="222">
                  <c:v>0.03996</c:v>
                </c:pt>
                <c:pt idx="223">
                  <c:v>0.039</c:v>
                </c:pt>
                <c:pt idx="224">
                  <c:v>0.03806</c:v>
                </c:pt>
                <c:pt idx="225">
                  <c:v>0.03714</c:v>
                </c:pt>
                <c:pt idx="226">
                  <c:v>0.03625</c:v>
                </c:pt>
                <c:pt idx="227">
                  <c:v>0.03537</c:v>
                </c:pt>
                <c:pt idx="228">
                  <c:v>0.03451</c:v>
                </c:pt>
                <c:pt idx="229">
                  <c:v>0.03367</c:v>
                </c:pt>
                <c:pt idx="230">
                  <c:v>0.03285</c:v>
                </c:pt>
                <c:pt idx="231">
                  <c:v>0.03205</c:v>
                </c:pt>
                <c:pt idx="232">
                  <c:v>0.03127</c:v>
                </c:pt>
                <c:pt idx="233">
                  <c:v>0.03051</c:v>
                </c:pt>
                <c:pt idx="234">
                  <c:v>0.02976</c:v>
                </c:pt>
                <c:pt idx="235">
                  <c:v>0.02903</c:v>
                </c:pt>
                <c:pt idx="236">
                  <c:v>0.02832</c:v>
                </c:pt>
                <c:pt idx="237">
                  <c:v>0.02762</c:v>
                </c:pt>
                <c:pt idx="238">
                  <c:v>0.02694</c:v>
                </c:pt>
                <c:pt idx="239">
                  <c:v>0.02628</c:v>
                </c:pt>
                <c:pt idx="240">
                  <c:v>0.02563</c:v>
                </c:pt>
                <c:pt idx="241">
                  <c:v>0.025</c:v>
                </c:pt>
                <c:pt idx="242">
                  <c:v>0.02438</c:v>
                </c:pt>
                <c:pt idx="243">
                  <c:v>0.02378</c:v>
                </c:pt>
                <c:pt idx="244">
                  <c:v>0.02319</c:v>
                </c:pt>
                <c:pt idx="245">
                  <c:v>0.02261</c:v>
                </c:pt>
                <c:pt idx="246">
                  <c:v>0.02205</c:v>
                </c:pt>
                <c:pt idx="247">
                  <c:v>0.0215</c:v>
                </c:pt>
                <c:pt idx="248">
                  <c:v>0.02096</c:v>
                </c:pt>
                <c:pt idx="249">
                  <c:v>0.02044</c:v>
                </c:pt>
                <c:pt idx="250">
                  <c:v>0.01993</c:v>
                </c:pt>
                <c:pt idx="251">
                  <c:v>0.01943</c:v>
                </c:pt>
                <c:pt idx="252">
                  <c:v>0.01894</c:v>
                </c:pt>
                <c:pt idx="253">
                  <c:v>0.01847</c:v>
                </c:pt>
                <c:pt idx="254">
                  <c:v>0.018</c:v>
                </c:pt>
                <c:pt idx="255">
                  <c:v>0.01755</c:v>
                </c:pt>
                <c:pt idx="256">
                  <c:v>0.01711</c:v>
                </c:pt>
                <c:pt idx="257">
                  <c:v>0.01668</c:v>
                </c:pt>
                <c:pt idx="258">
                  <c:v>0.01626</c:v>
                </c:pt>
                <c:pt idx="259">
                  <c:v>0.01585</c:v>
                </c:pt>
                <c:pt idx="260">
                  <c:v>0.01544</c:v>
                </c:pt>
                <c:pt idx="261">
                  <c:v>0.01505</c:v>
                </c:pt>
                <c:pt idx="262">
                  <c:v>0.01467</c:v>
                </c:pt>
                <c:pt idx="263">
                  <c:v>0.0143</c:v>
                </c:pt>
                <c:pt idx="264">
                  <c:v>0.01394</c:v>
                </c:pt>
                <c:pt idx="265">
                  <c:v>0.01358</c:v>
                </c:pt>
                <c:pt idx="266">
                  <c:v>0.01324</c:v>
                </c:pt>
                <c:pt idx="267">
                  <c:v>0.0129</c:v>
                </c:pt>
                <c:pt idx="268">
                  <c:v>0.01257</c:v>
                </c:pt>
                <c:pt idx="269">
                  <c:v>0.01225</c:v>
                </c:pt>
                <c:pt idx="270">
                  <c:v>0.01193</c:v>
                </c:pt>
                <c:pt idx="271">
                  <c:v>0.01163</c:v>
                </c:pt>
                <c:pt idx="272">
                  <c:v>0.01133</c:v>
                </c:pt>
                <c:pt idx="273">
                  <c:v>0.01104</c:v>
                </c:pt>
                <c:pt idx="274">
                  <c:v>0.01076</c:v>
                </c:pt>
                <c:pt idx="275">
                  <c:v>0.01048</c:v>
                </c:pt>
                <c:pt idx="276">
                  <c:v>0.01021</c:v>
                </c:pt>
                <c:pt idx="277">
                  <c:v>0.00995</c:v>
                </c:pt>
                <c:pt idx="278">
                  <c:v>0.00969</c:v>
                </c:pt>
                <c:pt idx="279">
                  <c:v>0.00944</c:v>
                </c:pt>
                <c:pt idx="280">
                  <c:v>0.0092</c:v>
                </c:pt>
                <c:pt idx="281">
                  <c:v>0.00896</c:v>
                </c:pt>
                <c:pt idx="282">
                  <c:v>0.00873</c:v>
                </c:pt>
                <c:pt idx="283">
                  <c:v>0.0085</c:v>
                </c:pt>
                <c:pt idx="284">
                  <c:v>0.00828</c:v>
                </c:pt>
                <c:pt idx="285">
                  <c:v>0.00807</c:v>
                </c:pt>
                <c:pt idx="286">
                  <c:v>0.00786</c:v>
                </c:pt>
                <c:pt idx="287">
                  <c:v>0.00765</c:v>
                </c:pt>
                <c:pt idx="288">
                  <c:v>0.00745</c:v>
                </c:pt>
                <c:pt idx="289">
                  <c:v>0.00726</c:v>
                </c:pt>
                <c:pt idx="290">
                  <c:v>0.00707</c:v>
                </c:pt>
                <c:pt idx="291">
                  <c:v>0.00688</c:v>
                </c:pt>
                <c:pt idx="292">
                  <c:v>0.0067</c:v>
                </c:pt>
                <c:pt idx="293">
                  <c:v>0.00653</c:v>
                </c:pt>
                <c:pt idx="294">
                  <c:v>0.00636</c:v>
                </c:pt>
                <c:pt idx="295">
                  <c:v>0.00619</c:v>
                </c:pt>
                <c:pt idx="296">
                  <c:v>0.00603</c:v>
                </c:pt>
                <c:pt idx="297">
                  <c:v>0.00587</c:v>
                </c:pt>
                <c:pt idx="298">
                  <c:v>0.00572</c:v>
                </c:pt>
                <c:pt idx="299">
                  <c:v>0.00557</c:v>
                </c:pt>
                <c:pt idx="300">
                  <c:v>0.00542</c:v>
                </c:pt>
              </c:numCache>
            </c:numRef>
          </c:yVal>
          <c:smooth val="0"/>
        </c:ser>
        <c:ser>
          <c:idx val="1"/>
          <c:order val="1"/>
          <c:tx>
            <c:strRef>
              <c:f>Sheet1!$C$1</c:f>
              <c:strCache>
                <c:ptCount val="1"/>
                <c:pt idx="0">
                  <c:v>forma 1,5, escala 200</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Sheet1!$A$2:$A$302</c:f>
              <c:numCache>
                <c:formatCode>General</c:formatCode>
                <c:ptCount val="301"/>
                <c:pt idx="0">
                  <c:v>0</c:v>
                </c:pt>
                <c:pt idx="1">
                  <c:v>3.33333</c:v>
                </c:pt>
                <c:pt idx="2">
                  <c:v>6.66667</c:v>
                </c:pt>
                <c:pt idx="3">
                  <c:v>10</c:v>
                </c:pt>
                <c:pt idx="4">
                  <c:v>13.33333</c:v>
                </c:pt>
                <c:pt idx="5">
                  <c:v>16.66667</c:v>
                </c:pt>
                <c:pt idx="6">
                  <c:v>20</c:v>
                </c:pt>
                <c:pt idx="7">
                  <c:v>23.33333</c:v>
                </c:pt>
                <c:pt idx="8">
                  <c:v>26.66667</c:v>
                </c:pt>
                <c:pt idx="9">
                  <c:v>30</c:v>
                </c:pt>
                <c:pt idx="10">
                  <c:v>33.33333</c:v>
                </c:pt>
                <c:pt idx="11">
                  <c:v>36.66667</c:v>
                </c:pt>
                <c:pt idx="12">
                  <c:v>40</c:v>
                </c:pt>
                <c:pt idx="13">
                  <c:v>43.33333</c:v>
                </c:pt>
                <c:pt idx="14">
                  <c:v>46.66667</c:v>
                </c:pt>
                <c:pt idx="15">
                  <c:v>50</c:v>
                </c:pt>
                <c:pt idx="16">
                  <c:v>53.33333</c:v>
                </c:pt>
                <c:pt idx="17">
                  <c:v>56.66667</c:v>
                </c:pt>
                <c:pt idx="18">
                  <c:v>60</c:v>
                </c:pt>
                <c:pt idx="19">
                  <c:v>63.33333</c:v>
                </c:pt>
                <c:pt idx="20">
                  <c:v>66.66667</c:v>
                </c:pt>
                <c:pt idx="21">
                  <c:v>70</c:v>
                </c:pt>
                <c:pt idx="22">
                  <c:v>73.33333</c:v>
                </c:pt>
                <c:pt idx="23">
                  <c:v>76.66667</c:v>
                </c:pt>
                <c:pt idx="24">
                  <c:v>80</c:v>
                </c:pt>
                <c:pt idx="25">
                  <c:v>83.33333</c:v>
                </c:pt>
                <c:pt idx="26">
                  <c:v>86.66667</c:v>
                </c:pt>
                <c:pt idx="27">
                  <c:v>90</c:v>
                </c:pt>
                <c:pt idx="28">
                  <c:v>93.33333</c:v>
                </c:pt>
                <c:pt idx="29">
                  <c:v>96.66667</c:v>
                </c:pt>
                <c:pt idx="30">
                  <c:v>100</c:v>
                </c:pt>
                <c:pt idx="31">
                  <c:v>103.33333</c:v>
                </c:pt>
                <c:pt idx="32">
                  <c:v>106.66667</c:v>
                </c:pt>
                <c:pt idx="33">
                  <c:v>110</c:v>
                </c:pt>
                <c:pt idx="34">
                  <c:v>113.33333</c:v>
                </c:pt>
                <c:pt idx="35">
                  <c:v>116.66667</c:v>
                </c:pt>
                <c:pt idx="36">
                  <c:v>120</c:v>
                </c:pt>
                <c:pt idx="37">
                  <c:v>123.33333</c:v>
                </c:pt>
                <c:pt idx="38">
                  <c:v>126.66667</c:v>
                </c:pt>
                <c:pt idx="39">
                  <c:v>130</c:v>
                </c:pt>
                <c:pt idx="40">
                  <c:v>133.33333</c:v>
                </c:pt>
                <c:pt idx="41">
                  <c:v>136.66667</c:v>
                </c:pt>
                <c:pt idx="42">
                  <c:v>140</c:v>
                </c:pt>
                <c:pt idx="43">
                  <c:v>143.33333</c:v>
                </c:pt>
                <c:pt idx="44">
                  <c:v>146.66667</c:v>
                </c:pt>
                <c:pt idx="45">
                  <c:v>150</c:v>
                </c:pt>
                <c:pt idx="46">
                  <c:v>153.33333</c:v>
                </c:pt>
                <c:pt idx="47">
                  <c:v>156.66667</c:v>
                </c:pt>
                <c:pt idx="48">
                  <c:v>160</c:v>
                </c:pt>
                <c:pt idx="49">
                  <c:v>163.33333</c:v>
                </c:pt>
                <c:pt idx="50">
                  <c:v>166.66667</c:v>
                </c:pt>
                <c:pt idx="51">
                  <c:v>170</c:v>
                </c:pt>
                <c:pt idx="52">
                  <c:v>173.33333</c:v>
                </c:pt>
                <c:pt idx="53">
                  <c:v>176.66667</c:v>
                </c:pt>
                <c:pt idx="54">
                  <c:v>180</c:v>
                </c:pt>
                <c:pt idx="55">
                  <c:v>183.33333</c:v>
                </c:pt>
                <c:pt idx="56">
                  <c:v>186.66667</c:v>
                </c:pt>
                <c:pt idx="57">
                  <c:v>190</c:v>
                </c:pt>
                <c:pt idx="58">
                  <c:v>193.33333</c:v>
                </c:pt>
                <c:pt idx="59">
                  <c:v>196.66667</c:v>
                </c:pt>
                <c:pt idx="60">
                  <c:v>200</c:v>
                </c:pt>
                <c:pt idx="61">
                  <c:v>203.33333</c:v>
                </c:pt>
                <c:pt idx="62">
                  <c:v>206.66667</c:v>
                </c:pt>
                <c:pt idx="63">
                  <c:v>210</c:v>
                </c:pt>
                <c:pt idx="64">
                  <c:v>213.33333</c:v>
                </c:pt>
                <c:pt idx="65">
                  <c:v>216.66667</c:v>
                </c:pt>
                <c:pt idx="66">
                  <c:v>220</c:v>
                </c:pt>
                <c:pt idx="67">
                  <c:v>223.33333</c:v>
                </c:pt>
                <c:pt idx="68">
                  <c:v>226.66667</c:v>
                </c:pt>
                <c:pt idx="69">
                  <c:v>230</c:v>
                </c:pt>
                <c:pt idx="70">
                  <c:v>233.33333</c:v>
                </c:pt>
                <c:pt idx="71">
                  <c:v>236.66667</c:v>
                </c:pt>
                <c:pt idx="72">
                  <c:v>240</c:v>
                </c:pt>
                <c:pt idx="73">
                  <c:v>243.33333</c:v>
                </c:pt>
                <c:pt idx="74">
                  <c:v>246.66667</c:v>
                </c:pt>
                <c:pt idx="75">
                  <c:v>250</c:v>
                </c:pt>
                <c:pt idx="76">
                  <c:v>253.33333</c:v>
                </c:pt>
                <c:pt idx="77">
                  <c:v>256.66667</c:v>
                </c:pt>
                <c:pt idx="78">
                  <c:v>260</c:v>
                </c:pt>
                <c:pt idx="79">
                  <c:v>263.33333</c:v>
                </c:pt>
                <c:pt idx="80">
                  <c:v>266.66667</c:v>
                </c:pt>
                <c:pt idx="81">
                  <c:v>270</c:v>
                </c:pt>
                <c:pt idx="82">
                  <c:v>273.33333</c:v>
                </c:pt>
                <c:pt idx="83">
                  <c:v>276.66667</c:v>
                </c:pt>
                <c:pt idx="84">
                  <c:v>280</c:v>
                </c:pt>
                <c:pt idx="85">
                  <c:v>283.33333</c:v>
                </c:pt>
                <c:pt idx="86">
                  <c:v>286.66667</c:v>
                </c:pt>
                <c:pt idx="87">
                  <c:v>290</c:v>
                </c:pt>
                <c:pt idx="88">
                  <c:v>293.33333</c:v>
                </c:pt>
                <c:pt idx="89">
                  <c:v>296.66667</c:v>
                </c:pt>
                <c:pt idx="90">
                  <c:v>300</c:v>
                </c:pt>
                <c:pt idx="91">
                  <c:v>303.33333</c:v>
                </c:pt>
                <c:pt idx="92">
                  <c:v>306.66667</c:v>
                </c:pt>
                <c:pt idx="93">
                  <c:v>310</c:v>
                </c:pt>
                <c:pt idx="94">
                  <c:v>313.33333</c:v>
                </c:pt>
                <c:pt idx="95">
                  <c:v>316.66667</c:v>
                </c:pt>
                <c:pt idx="96">
                  <c:v>320</c:v>
                </c:pt>
                <c:pt idx="97">
                  <c:v>323.33333</c:v>
                </c:pt>
                <c:pt idx="98">
                  <c:v>326.66667</c:v>
                </c:pt>
                <c:pt idx="99">
                  <c:v>330</c:v>
                </c:pt>
                <c:pt idx="100">
                  <c:v>333.33333</c:v>
                </c:pt>
                <c:pt idx="101">
                  <c:v>336.66667</c:v>
                </c:pt>
                <c:pt idx="102">
                  <c:v>340</c:v>
                </c:pt>
                <c:pt idx="103">
                  <c:v>343.33333</c:v>
                </c:pt>
                <c:pt idx="104">
                  <c:v>346.66667</c:v>
                </c:pt>
                <c:pt idx="105">
                  <c:v>350</c:v>
                </c:pt>
                <c:pt idx="106">
                  <c:v>353.33333</c:v>
                </c:pt>
                <c:pt idx="107">
                  <c:v>356.66667</c:v>
                </c:pt>
                <c:pt idx="108">
                  <c:v>360</c:v>
                </c:pt>
                <c:pt idx="109">
                  <c:v>363.33333</c:v>
                </c:pt>
                <c:pt idx="110">
                  <c:v>366.66667</c:v>
                </c:pt>
                <c:pt idx="111">
                  <c:v>370</c:v>
                </c:pt>
                <c:pt idx="112">
                  <c:v>373.33333</c:v>
                </c:pt>
                <c:pt idx="113">
                  <c:v>376.66667</c:v>
                </c:pt>
                <c:pt idx="114">
                  <c:v>380</c:v>
                </c:pt>
                <c:pt idx="115">
                  <c:v>383.33333</c:v>
                </c:pt>
                <c:pt idx="116">
                  <c:v>386.66667</c:v>
                </c:pt>
                <c:pt idx="117">
                  <c:v>390</c:v>
                </c:pt>
                <c:pt idx="118">
                  <c:v>393.33333</c:v>
                </c:pt>
                <c:pt idx="119">
                  <c:v>396.66667</c:v>
                </c:pt>
                <c:pt idx="120">
                  <c:v>400</c:v>
                </c:pt>
                <c:pt idx="121">
                  <c:v>403.33333</c:v>
                </c:pt>
                <c:pt idx="122">
                  <c:v>406.66667</c:v>
                </c:pt>
                <c:pt idx="123">
                  <c:v>410</c:v>
                </c:pt>
                <c:pt idx="124">
                  <c:v>413.33333</c:v>
                </c:pt>
                <c:pt idx="125">
                  <c:v>416.66667</c:v>
                </c:pt>
                <c:pt idx="126">
                  <c:v>420</c:v>
                </c:pt>
                <c:pt idx="127">
                  <c:v>423.33333</c:v>
                </c:pt>
                <c:pt idx="128">
                  <c:v>426.66667</c:v>
                </c:pt>
                <c:pt idx="129">
                  <c:v>430</c:v>
                </c:pt>
                <c:pt idx="130">
                  <c:v>433.33333</c:v>
                </c:pt>
                <c:pt idx="131">
                  <c:v>436.66667</c:v>
                </c:pt>
                <c:pt idx="132">
                  <c:v>440</c:v>
                </c:pt>
                <c:pt idx="133">
                  <c:v>443.33333</c:v>
                </c:pt>
                <c:pt idx="134">
                  <c:v>446.66667</c:v>
                </c:pt>
                <c:pt idx="135">
                  <c:v>450</c:v>
                </c:pt>
                <c:pt idx="136">
                  <c:v>453.33333</c:v>
                </c:pt>
                <c:pt idx="137">
                  <c:v>456.66667</c:v>
                </c:pt>
                <c:pt idx="138">
                  <c:v>460</c:v>
                </c:pt>
                <c:pt idx="139">
                  <c:v>463.33333</c:v>
                </c:pt>
                <c:pt idx="140">
                  <c:v>466.66667</c:v>
                </c:pt>
                <c:pt idx="141">
                  <c:v>470</c:v>
                </c:pt>
                <c:pt idx="142">
                  <c:v>473.33333</c:v>
                </c:pt>
                <c:pt idx="143">
                  <c:v>476.66667</c:v>
                </c:pt>
                <c:pt idx="144">
                  <c:v>480</c:v>
                </c:pt>
                <c:pt idx="145">
                  <c:v>483.33333</c:v>
                </c:pt>
                <c:pt idx="146">
                  <c:v>486.66667</c:v>
                </c:pt>
                <c:pt idx="147">
                  <c:v>490</c:v>
                </c:pt>
                <c:pt idx="148">
                  <c:v>493.33333</c:v>
                </c:pt>
                <c:pt idx="149">
                  <c:v>496.66667</c:v>
                </c:pt>
                <c:pt idx="150">
                  <c:v>500</c:v>
                </c:pt>
                <c:pt idx="151">
                  <c:v>503.33333</c:v>
                </c:pt>
                <c:pt idx="152">
                  <c:v>506.66667</c:v>
                </c:pt>
                <c:pt idx="153">
                  <c:v>510</c:v>
                </c:pt>
                <c:pt idx="154">
                  <c:v>513.33333</c:v>
                </c:pt>
                <c:pt idx="155">
                  <c:v>516.66667</c:v>
                </c:pt>
                <c:pt idx="156">
                  <c:v>520</c:v>
                </c:pt>
                <c:pt idx="157">
                  <c:v>523.33333</c:v>
                </c:pt>
                <c:pt idx="158">
                  <c:v>526.66667</c:v>
                </c:pt>
                <c:pt idx="159">
                  <c:v>530</c:v>
                </c:pt>
                <c:pt idx="160">
                  <c:v>533.33333</c:v>
                </c:pt>
                <c:pt idx="161">
                  <c:v>536.66667</c:v>
                </c:pt>
                <c:pt idx="162">
                  <c:v>540</c:v>
                </c:pt>
                <c:pt idx="163">
                  <c:v>543.33333</c:v>
                </c:pt>
                <c:pt idx="164">
                  <c:v>546.66667</c:v>
                </c:pt>
                <c:pt idx="165">
                  <c:v>550</c:v>
                </c:pt>
                <c:pt idx="166">
                  <c:v>553.33333</c:v>
                </c:pt>
                <c:pt idx="167">
                  <c:v>556.66667</c:v>
                </c:pt>
                <c:pt idx="168">
                  <c:v>560</c:v>
                </c:pt>
                <c:pt idx="169">
                  <c:v>563.33333</c:v>
                </c:pt>
                <c:pt idx="170">
                  <c:v>566.66667</c:v>
                </c:pt>
                <c:pt idx="171">
                  <c:v>570</c:v>
                </c:pt>
                <c:pt idx="172">
                  <c:v>573.33333</c:v>
                </c:pt>
                <c:pt idx="173">
                  <c:v>576.66667</c:v>
                </c:pt>
                <c:pt idx="174">
                  <c:v>580</c:v>
                </c:pt>
                <c:pt idx="175">
                  <c:v>583.33333</c:v>
                </c:pt>
                <c:pt idx="176">
                  <c:v>586.66667</c:v>
                </c:pt>
                <c:pt idx="177">
                  <c:v>590</c:v>
                </c:pt>
                <c:pt idx="178">
                  <c:v>593.33333</c:v>
                </c:pt>
                <c:pt idx="179">
                  <c:v>596.66667</c:v>
                </c:pt>
                <c:pt idx="180">
                  <c:v>600</c:v>
                </c:pt>
                <c:pt idx="181">
                  <c:v>603.33333</c:v>
                </c:pt>
                <c:pt idx="182">
                  <c:v>606.66667</c:v>
                </c:pt>
                <c:pt idx="183">
                  <c:v>610</c:v>
                </c:pt>
                <c:pt idx="184">
                  <c:v>613.33333</c:v>
                </c:pt>
                <c:pt idx="185">
                  <c:v>616.66667</c:v>
                </c:pt>
                <c:pt idx="186">
                  <c:v>620</c:v>
                </c:pt>
                <c:pt idx="187">
                  <c:v>623.33333</c:v>
                </c:pt>
                <c:pt idx="188">
                  <c:v>626.66667</c:v>
                </c:pt>
                <c:pt idx="189">
                  <c:v>630</c:v>
                </c:pt>
                <c:pt idx="190">
                  <c:v>633.33333</c:v>
                </c:pt>
                <c:pt idx="191">
                  <c:v>636.66667</c:v>
                </c:pt>
                <c:pt idx="192">
                  <c:v>640</c:v>
                </c:pt>
                <c:pt idx="193">
                  <c:v>643.33333</c:v>
                </c:pt>
                <c:pt idx="194">
                  <c:v>646.66667</c:v>
                </c:pt>
                <c:pt idx="195">
                  <c:v>650</c:v>
                </c:pt>
                <c:pt idx="196">
                  <c:v>653.33333</c:v>
                </c:pt>
                <c:pt idx="197">
                  <c:v>656.66667</c:v>
                </c:pt>
                <c:pt idx="198">
                  <c:v>660</c:v>
                </c:pt>
                <c:pt idx="199">
                  <c:v>663.33333</c:v>
                </c:pt>
                <c:pt idx="200">
                  <c:v>666.66667</c:v>
                </c:pt>
                <c:pt idx="201">
                  <c:v>670</c:v>
                </c:pt>
                <c:pt idx="202">
                  <c:v>673.33333</c:v>
                </c:pt>
                <c:pt idx="203">
                  <c:v>676.66667</c:v>
                </c:pt>
                <c:pt idx="204">
                  <c:v>680</c:v>
                </c:pt>
                <c:pt idx="205">
                  <c:v>683.33333</c:v>
                </c:pt>
                <c:pt idx="206">
                  <c:v>686.66667</c:v>
                </c:pt>
                <c:pt idx="207">
                  <c:v>690</c:v>
                </c:pt>
                <c:pt idx="208">
                  <c:v>693.33333</c:v>
                </c:pt>
                <c:pt idx="209">
                  <c:v>696.66667</c:v>
                </c:pt>
                <c:pt idx="210">
                  <c:v>700</c:v>
                </c:pt>
                <c:pt idx="211">
                  <c:v>703.33333</c:v>
                </c:pt>
                <c:pt idx="212">
                  <c:v>706.66667</c:v>
                </c:pt>
                <c:pt idx="213">
                  <c:v>710</c:v>
                </c:pt>
                <c:pt idx="214">
                  <c:v>713.33333</c:v>
                </c:pt>
                <c:pt idx="215">
                  <c:v>716.66667</c:v>
                </c:pt>
                <c:pt idx="216">
                  <c:v>720</c:v>
                </c:pt>
                <c:pt idx="217">
                  <c:v>723.33333</c:v>
                </c:pt>
                <c:pt idx="218">
                  <c:v>726.66667</c:v>
                </c:pt>
                <c:pt idx="219">
                  <c:v>730</c:v>
                </c:pt>
                <c:pt idx="220">
                  <c:v>733.33333</c:v>
                </c:pt>
                <c:pt idx="221">
                  <c:v>736.66667</c:v>
                </c:pt>
                <c:pt idx="222">
                  <c:v>740</c:v>
                </c:pt>
                <c:pt idx="223">
                  <c:v>743.33333</c:v>
                </c:pt>
                <c:pt idx="224">
                  <c:v>746.66667</c:v>
                </c:pt>
                <c:pt idx="225">
                  <c:v>750</c:v>
                </c:pt>
                <c:pt idx="226">
                  <c:v>753.33333</c:v>
                </c:pt>
                <c:pt idx="227">
                  <c:v>756.66667</c:v>
                </c:pt>
                <c:pt idx="228">
                  <c:v>760</c:v>
                </c:pt>
                <c:pt idx="229">
                  <c:v>763.33333</c:v>
                </c:pt>
                <c:pt idx="230">
                  <c:v>766.66667</c:v>
                </c:pt>
                <c:pt idx="231">
                  <c:v>770</c:v>
                </c:pt>
                <c:pt idx="232">
                  <c:v>773.33333</c:v>
                </c:pt>
                <c:pt idx="233">
                  <c:v>776.66667</c:v>
                </c:pt>
                <c:pt idx="234">
                  <c:v>780</c:v>
                </c:pt>
                <c:pt idx="235">
                  <c:v>783.33333</c:v>
                </c:pt>
                <c:pt idx="236">
                  <c:v>786.66667</c:v>
                </c:pt>
                <c:pt idx="237">
                  <c:v>790</c:v>
                </c:pt>
                <c:pt idx="238">
                  <c:v>793.33333</c:v>
                </c:pt>
                <c:pt idx="239">
                  <c:v>796.66667</c:v>
                </c:pt>
                <c:pt idx="240">
                  <c:v>800</c:v>
                </c:pt>
                <c:pt idx="241">
                  <c:v>803.33333</c:v>
                </c:pt>
                <c:pt idx="242">
                  <c:v>806.66667</c:v>
                </c:pt>
                <c:pt idx="243">
                  <c:v>810</c:v>
                </c:pt>
                <c:pt idx="244">
                  <c:v>813.33333</c:v>
                </c:pt>
                <c:pt idx="245">
                  <c:v>816.66667</c:v>
                </c:pt>
                <c:pt idx="246">
                  <c:v>820</c:v>
                </c:pt>
                <c:pt idx="247">
                  <c:v>823.33333</c:v>
                </c:pt>
                <c:pt idx="248">
                  <c:v>826.66667</c:v>
                </c:pt>
                <c:pt idx="249">
                  <c:v>830</c:v>
                </c:pt>
                <c:pt idx="250">
                  <c:v>833.33333</c:v>
                </c:pt>
                <c:pt idx="251">
                  <c:v>836.66667</c:v>
                </c:pt>
                <c:pt idx="252">
                  <c:v>840</c:v>
                </c:pt>
                <c:pt idx="253">
                  <c:v>843.33333</c:v>
                </c:pt>
                <c:pt idx="254">
                  <c:v>846.66667</c:v>
                </c:pt>
                <c:pt idx="255">
                  <c:v>850</c:v>
                </c:pt>
                <c:pt idx="256">
                  <c:v>853.33333</c:v>
                </c:pt>
                <c:pt idx="257">
                  <c:v>856.66667</c:v>
                </c:pt>
                <c:pt idx="258">
                  <c:v>860</c:v>
                </c:pt>
                <c:pt idx="259">
                  <c:v>863.33333</c:v>
                </c:pt>
                <c:pt idx="260">
                  <c:v>866.66667</c:v>
                </c:pt>
                <c:pt idx="261">
                  <c:v>870</c:v>
                </c:pt>
                <c:pt idx="262">
                  <c:v>873.33333</c:v>
                </c:pt>
                <c:pt idx="263">
                  <c:v>876.66667</c:v>
                </c:pt>
                <c:pt idx="264">
                  <c:v>880</c:v>
                </c:pt>
                <c:pt idx="265">
                  <c:v>883.33333</c:v>
                </c:pt>
                <c:pt idx="266">
                  <c:v>886.66667</c:v>
                </c:pt>
                <c:pt idx="267">
                  <c:v>890</c:v>
                </c:pt>
                <c:pt idx="268">
                  <c:v>893.33333</c:v>
                </c:pt>
                <c:pt idx="269">
                  <c:v>896.66667</c:v>
                </c:pt>
                <c:pt idx="270">
                  <c:v>900</c:v>
                </c:pt>
                <c:pt idx="271">
                  <c:v>903.33333</c:v>
                </c:pt>
                <c:pt idx="272">
                  <c:v>906.66667</c:v>
                </c:pt>
                <c:pt idx="273">
                  <c:v>910</c:v>
                </c:pt>
                <c:pt idx="274">
                  <c:v>913.33333</c:v>
                </c:pt>
                <c:pt idx="275">
                  <c:v>916.66667</c:v>
                </c:pt>
                <c:pt idx="276">
                  <c:v>920</c:v>
                </c:pt>
                <c:pt idx="277">
                  <c:v>923.33333</c:v>
                </c:pt>
                <c:pt idx="278">
                  <c:v>926.66667</c:v>
                </c:pt>
                <c:pt idx="279">
                  <c:v>930</c:v>
                </c:pt>
                <c:pt idx="280">
                  <c:v>933.33333</c:v>
                </c:pt>
                <c:pt idx="281">
                  <c:v>936.66667</c:v>
                </c:pt>
                <c:pt idx="282">
                  <c:v>940</c:v>
                </c:pt>
                <c:pt idx="283">
                  <c:v>943.33333</c:v>
                </c:pt>
                <c:pt idx="284">
                  <c:v>946.66667</c:v>
                </c:pt>
                <c:pt idx="285">
                  <c:v>950</c:v>
                </c:pt>
                <c:pt idx="286">
                  <c:v>953.33333</c:v>
                </c:pt>
                <c:pt idx="287">
                  <c:v>956.66667</c:v>
                </c:pt>
                <c:pt idx="288">
                  <c:v>960</c:v>
                </c:pt>
                <c:pt idx="289">
                  <c:v>963.33333</c:v>
                </c:pt>
                <c:pt idx="290">
                  <c:v>966.66667</c:v>
                </c:pt>
                <c:pt idx="291">
                  <c:v>970</c:v>
                </c:pt>
                <c:pt idx="292">
                  <c:v>973.33333</c:v>
                </c:pt>
                <c:pt idx="293">
                  <c:v>976.66667</c:v>
                </c:pt>
                <c:pt idx="294">
                  <c:v>980</c:v>
                </c:pt>
                <c:pt idx="295">
                  <c:v>983.33333</c:v>
                </c:pt>
                <c:pt idx="296">
                  <c:v>986.66667</c:v>
                </c:pt>
                <c:pt idx="297">
                  <c:v>990</c:v>
                </c:pt>
                <c:pt idx="298">
                  <c:v>993.33333</c:v>
                </c:pt>
                <c:pt idx="299">
                  <c:v>996.66667</c:v>
                </c:pt>
                <c:pt idx="300">
                  <c:v>1000</c:v>
                </c:pt>
              </c:numCache>
            </c:numRef>
          </c:xVal>
          <c:yVal>
            <c:numRef>
              <c:f>Sheet1!$C$2:$C$302</c:f>
              <c:numCache>
                <c:formatCode>General</c:formatCode>
                <c:ptCount val="301"/>
                <c:pt idx="0">
                  <c:v>0</c:v>
                </c:pt>
                <c:pt idx="1">
                  <c:v>0.17104</c:v>
                </c:pt>
                <c:pt idx="2">
                  <c:v>0.23789</c:v>
                </c:pt>
                <c:pt idx="3">
                  <c:v>0.28654</c:v>
                </c:pt>
                <c:pt idx="4">
                  <c:v>0.3254</c:v>
                </c:pt>
                <c:pt idx="5">
                  <c:v>0.3578</c:v>
                </c:pt>
                <c:pt idx="6">
                  <c:v>0.38547</c:v>
                </c:pt>
                <c:pt idx="7">
                  <c:v>0.40947</c:v>
                </c:pt>
                <c:pt idx="8">
                  <c:v>0.43051</c:v>
                </c:pt>
                <c:pt idx="9">
                  <c:v>0.44907</c:v>
                </c:pt>
                <c:pt idx="10">
                  <c:v>0.46554</c:v>
                </c:pt>
                <c:pt idx="11">
                  <c:v>0.48019</c:v>
                </c:pt>
                <c:pt idx="12">
                  <c:v>0.49326</c:v>
                </c:pt>
                <c:pt idx="13">
                  <c:v>0.50491</c:v>
                </c:pt>
                <c:pt idx="14">
                  <c:v>0.51531</c:v>
                </c:pt>
                <c:pt idx="15">
                  <c:v>0.52458</c:v>
                </c:pt>
                <c:pt idx="16">
                  <c:v>0.53283</c:v>
                </c:pt>
                <c:pt idx="17">
                  <c:v>0.54015</c:v>
                </c:pt>
                <c:pt idx="18">
                  <c:v>0.54662</c:v>
                </c:pt>
                <c:pt idx="19">
                  <c:v>0.55232</c:v>
                </c:pt>
                <c:pt idx="20">
                  <c:v>0.5573</c:v>
                </c:pt>
                <c:pt idx="21">
                  <c:v>0.56163</c:v>
                </c:pt>
                <c:pt idx="22">
                  <c:v>0.56534</c:v>
                </c:pt>
                <c:pt idx="23">
                  <c:v>0.56849</c:v>
                </c:pt>
                <c:pt idx="24">
                  <c:v>0.57112</c:v>
                </c:pt>
                <c:pt idx="25">
                  <c:v>0.57326</c:v>
                </c:pt>
                <c:pt idx="26">
                  <c:v>0.57495</c:v>
                </c:pt>
                <c:pt idx="27">
                  <c:v>0.57622</c:v>
                </c:pt>
                <c:pt idx="28">
                  <c:v>0.5771</c:v>
                </c:pt>
                <c:pt idx="29">
                  <c:v>0.57761</c:v>
                </c:pt>
                <c:pt idx="30">
                  <c:v>0.57777</c:v>
                </c:pt>
                <c:pt idx="31">
                  <c:v>0.57761</c:v>
                </c:pt>
                <c:pt idx="32">
                  <c:v>0.57716</c:v>
                </c:pt>
                <c:pt idx="33">
                  <c:v>0.57642</c:v>
                </c:pt>
                <c:pt idx="34">
                  <c:v>0.57541</c:v>
                </c:pt>
                <c:pt idx="35">
                  <c:v>0.57417</c:v>
                </c:pt>
                <c:pt idx="36">
                  <c:v>0.57269</c:v>
                </c:pt>
                <c:pt idx="37">
                  <c:v>0.57099</c:v>
                </c:pt>
                <c:pt idx="38">
                  <c:v>0.56909</c:v>
                </c:pt>
                <c:pt idx="39">
                  <c:v>0.567</c:v>
                </c:pt>
                <c:pt idx="40">
                  <c:v>0.56473</c:v>
                </c:pt>
                <c:pt idx="41">
                  <c:v>0.5623</c:v>
                </c:pt>
                <c:pt idx="42">
                  <c:v>0.55971</c:v>
                </c:pt>
                <c:pt idx="43">
                  <c:v>0.55697</c:v>
                </c:pt>
                <c:pt idx="44">
                  <c:v>0.5541</c:v>
                </c:pt>
                <c:pt idx="45">
                  <c:v>0.5511</c:v>
                </c:pt>
                <c:pt idx="46">
                  <c:v>0.54798</c:v>
                </c:pt>
                <c:pt idx="47">
                  <c:v>0.54474</c:v>
                </c:pt>
                <c:pt idx="48">
                  <c:v>0.54141</c:v>
                </c:pt>
                <c:pt idx="49">
                  <c:v>0.53798</c:v>
                </c:pt>
                <c:pt idx="50">
                  <c:v>0.53446</c:v>
                </c:pt>
                <c:pt idx="51">
                  <c:v>0.53086</c:v>
                </c:pt>
                <c:pt idx="52">
                  <c:v>0.52717</c:v>
                </c:pt>
                <c:pt idx="53">
                  <c:v>0.52342</c:v>
                </c:pt>
                <c:pt idx="54">
                  <c:v>0.5196</c:v>
                </c:pt>
                <c:pt idx="55">
                  <c:v>0.51573</c:v>
                </c:pt>
                <c:pt idx="56">
                  <c:v>0.51179</c:v>
                </c:pt>
                <c:pt idx="57">
                  <c:v>0.50781</c:v>
                </c:pt>
                <c:pt idx="58">
                  <c:v>0.50378</c:v>
                </c:pt>
                <c:pt idx="59">
                  <c:v>0.4997</c:v>
                </c:pt>
                <c:pt idx="60">
                  <c:v>0.49559</c:v>
                </c:pt>
                <c:pt idx="61">
                  <c:v>0.49144</c:v>
                </c:pt>
                <c:pt idx="62">
                  <c:v>0.48727</c:v>
                </c:pt>
                <c:pt idx="63">
                  <c:v>0.48306</c:v>
                </c:pt>
                <c:pt idx="64">
                  <c:v>0.47883</c:v>
                </c:pt>
                <c:pt idx="65">
                  <c:v>0.47458</c:v>
                </c:pt>
                <c:pt idx="66">
                  <c:v>0.47032</c:v>
                </c:pt>
                <c:pt idx="67">
                  <c:v>0.46603</c:v>
                </c:pt>
                <c:pt idx="68">
                  <c:v>0.46174</c:v>
                </c:pt>
                <c:pt idx="69">
                  <c:v>0.45743</c:v>
                </c:pt>
                <c:pt idx="70">
                  <c:v>0.45312</c:v>
                </c:pt>
                <c:pt idx="71">
                  <c:v>0.4488</c:v>
                </c:pt>
                <c:pt idx="72">
                  <c:v>0.44448</c:v>
                </c:pt>
                <c:pt idx="73">
                  <c:v>0.44016</c:v>
                </c:pt>
                <c:pt idx="74">
                  <c:v>0.43584</c:v>
                </c:pt>
                <c:pt idx="75">
                  <c:v>0.43152</c:v>
                </c:pt>
                <c:pt idx="76">
                  <c:v>0.42721</c:v>
                </c:pt>
                <c:pt idx="77">
                  <c:v>0.4229</c:v>
                </c:pt>
                <c:pt idx="78">
                  <c:v>0.41861</c:v>
                </c:pt>
                <c:pt idx="79">
                  <c:v>0.41432</c:v>
                </c:pt>
                <c:pt idx="80">
                  <c:v>0.41004</c:v>
                </c:pt>
                <c:pt idx="81">
                  <c:v>0.40578</c:v>
                </c:pt>
                <c:pt idx="82">
                  <c:v>0.40152</c:v>
                </c:pt>
                <c:pt idx="83">
                  <c:v>0.39729</c:v>
                </c:pt>
                <c:pt idx="84">
                  <c:v>0.39307</c:v>
                </c:pt>
                <c:pt idx="85">
                  <c:v>0.38887</c:v>
                </c:pt>
                <c:pt idx="86">
                  <c:v>0.38468</c:v>
                </c:pt>
                <c:pt idx="87">
                  <c:v>0.38052</c:v>
                </c:pt>
                <c:pt idx="88">
                  <c:v>0.37637</c:v>
                </c:pt>
                <c:pt idx="89">
                  <c:v>0.37225</c:v>
                </c:pt>
                <c:pt idx="90">
                  <c:v>0.36815</c:v>
                </c:pt>
                <c:pt idx="91">
                  <c:v>0.36407</c:v>
                </c:pt>
                <c:pt idx="92">
                  <c:v>0.36001</c:v>
                </c:pt>
                <c:pt idx="93">
                  <c:v>0.35598</c:v>
                </c:pt>
                <c:pt idx="94">
                  <c:v>0.35197</c:v>
                </c:pt>
                <c:pt idx="95">
                  <c:v>0.34799</c:v>
                </c:pt>
                <c:pt idx="96">
                  <c:v>0.34404</c:v>
                </c:pt>
                <c:pt idx="97">
                  <c:v>0.34011</c:v>
                </c:pt>
                <c:pt idx="98">
                  <c:v>0.33621</c:v>
                </c:pt>
                <c:pt idx="99">
                  <c:v>0.33233</c:v>
                </c:pt>
                <c:pt idx="100">
                  <c:v>0.32849</c:v>
                </c:pt>
                <c:pt idx="101">
                  <c:v>0.32467</c:v>
                </c:pt>
                <c:pt idx="102">
                  <c:v>0.32088</c:v>
                </c:pt>
                <c:pt idx="103">
                  <c:v>0.31712</c:v>
                </c:pt>
                <c:pt idx="104">
                  <c:v>0.31339</c:v>
                </c:pt>
                <c:pt idx="105">
                  <c:v>0.30969</c:v>
                </c:pt>
                <c:pt idx="106">
                  <c:v>0.30601</c:v>
                </c:pt>
                <c:pt idx="107">
                  <c:v>0.30237</c:v>
                </c:pt>
                <c:pt idx="108">
                  <c:v>0.29876</c:v>
                </c:pt>
                <c:pt idx="109">
                  <c:v>0.29518</c:v>
                </c:pt>
                <c:pt idx="110">
                  <c:v>0.29163</c:v>
                </c:pt>
                <c:pt idx="111">
                  <c:v>0.28811</c:v>
                </c:pt>
                <c:pt idx="112">
                  <c:v>0.28462</c:v>
                </c:pt>
                <c:pt idx="113">
                  <c:v>0.28116</c:v>
                </c:pt>
                <c:pt idx="114">
                  <c:v>0.27774</c:v>
                </c:pt>
                <c:pt idx="115">
                  <c:v>0.27434</c:v>
                </c:pt>
                <c:pt idx="116">
                  <c:v>0.27098</c:v>
                </c:pt>
                <c:pt idx="117">
                  <c:v>0.26765</c:v>
                </c:pt>
                <c:pt idx="118">
                  <c:v>0.26434</c:v>
                </c:pt>
                <c:pt idx="119">
                  <c:v>0.26107</c:v>
                </c:pt>
                <c:pt idx="120">
                  <c:v>0.25784</c:v>
                </c:pt>
                <c:pt idx="121">
                  <c:v>0.25463</c:v>
                </c:pt>
                <c:pt idx="122">
                  <c:v>0.25145</c:v>
                </c:pt>
                <c:pt idx="123">
                  <c:v>0.24831</c:v>
                </c:pt>
                <c:pt idx="124">
                  <c:v>0.24519</c:v>
                </c:pt>
                <c:pt idx="125">
                  <c:v>0.24211</c:v>
                </c:pt>
                <c:pt idx="126">
                  <c:v>0.23906</c:v>
                </c:pt>
                <c:pt idx="127">
                  <c:v>0.23604</c:v>
                </c:pt>
                <c:pt idx="128">
                  <c:v>0.23305</c:v>
                </c:pt>
                <c:pt idx="129">
                  <c:v>0.23009</c:v>
                </c:pt>
                <c:pt idx="130">
                  <c:v>0.22717</c:v>
                </c:pt>
                <c:pt idx="131">
                  <c:v>0.22427</c:v>
                </c:pt>
                <c:pt idx="132">
                  <c:v>0.2214</c:v>
                </c:pt>
                <c:pt idx="133">
                  <c:v>0.21857</c:v>
                </c:pt>
                <c:pt idx="134">
                  <c:v>0.21576</c:v>
                </c:pt>
                <c:pt idx="135">
                  <c:v>0.21298</c:v>
                </c:pt>
                <c:pt idx="136">
                  <c:v>0.21024</c:v>
                </c:pt>
                <c:pt idx="137">
                  <c:v>0.20752</c:v>
                </c:pt>
                <c:pt idx="138">
                  <c:v>0.20483</c:v>
                </c:pt>
                <c:pt idx="139">
                  <c:v>0.20218</c:v>
                </c:pt>
                <c:pt idx="140">
                  <c:v>0.19955</c:v>
                </c:pt>
                <c:pt idx="141">
                  <c:v>0.19695</c:v>
                </c:pt>
                <c:pt idx="142">
                  <c:v>0.19438</c:v>
                </c:pt>
                <c:pt idx="143">
                  <c:v>0.19184</c:v>
                </c:pt>
                <c:pt idx="144">
                  <c:v>0.18933</c:v>
                </c:pt>
                <c:pt idx="145">
                  <c:v>0.18684</c:v>
                </c:pt>
                <c:pt idx="146">
                  <c:v>0.18439</c:v>
                </c:pt>
                <c:pt idx="147">
                  <c:v>0.18196</c:v>
                </c:pt>
                <c:pt idx="148">
                  <c:v>0.17956</c:v>
                </c:pt>
                <c:pt idx="149">
                  <c:v>0.17719</c:v>
                </c:pt>
                <c:pt idx="150">
                  <c:v>0.17484</c:v>
                </c:pt>
                <c:pt idx="151">
                  <c:v>0.17253</c:v>
                </c:pt>
                <c:pt idx="152">
                  <c:v>0.17024</c:v>
                </c:pt>
                <c:pt idx="153">
                  <c:v>0.16797</c:v>
                </c:pt>
                <c:pt idx="154">
                  <c:v>0.16573</c:v>
                </c:pt>
                <c:pt idx="155">
                  <c:v>0.16352</c:v>
                </c:pt>
                <c:pt idx="156">
                  <c:v>0.16134</c:v>
                </c:pt>
                <c:pt idx="157">
                  <c:v>0.15918</c:v>
                </c:pt>
                <c:pt idx="158">
                  <c:v>0.15705</c:v>
                </c:pt>
                <c:pt idx="159">
                  <c:v>0.15494</c:v>
                </c:pt>
                <c:pt idx="160">
                  <c:v>0.15286</c:v>
                </c:pt>
                <c:pt idx="161">
                  <c:v>0.1508</c:v>
                </c:pt>
                <c:pt idx="162">
                  <c:v>0.14877</c:v>
                </c:pt>
                <c:pt idx="163">
                  <c:v>0.14676</c:v>
                </c:pt>
                <c:pt idx="164">
                  <c:v>0.14477</c:v>
                </c:pt>
                <c:pt idx="165">
                  <c:v>0.14281</c:v>
                </c:pt>
                <c:pt idx="166">
                  <c:v>0.14088</c:v>
                </c:pt>
                <c:pt idx="167">
                  <c:v>0.13897</c:v>
                </c:pt>
                <c:pt idx="168">
                  <c:v>0.13708</c:v>
                </c:pt>
                <c:pt idx="169">
                  <c:v>0.13521</c:v>
                </c:pt>
                <c:pt idx="170">
                  <c:v>0.13337</c:v>
                </c:pt>
                <c:pt idx="171">
                  <c:v>0.13155</c:v>
                </c:pt>
                <c:pt idx="172">
                  <c:v>0.12976</c:v>
                </c:pt>
                <c:pt idx="173">
                  <c:v>0.12798</c:v>
                </c:pt>
                <c:pt idx="174">
                  <c:v>0.12623</c:v>
                </c:pt>
                <c:pt idx="175">
                  <c:v>0.1245</c:v>
                </c:pt>
                <c:pt idx="176">
                  <c:v>0.12279</c:v>
                </c:pt>
                <c:pt idx="177">
                  <c:v>0.1211</c:v>
                </c:pt>
                <c:pt idx="178">
                  <c:v>0.11944</c:v>
                </c:pt>
                <c:pt idx="179">
                  <c:v>0.11779</c:v>
                </c:pt>
                <c:pt idx="180">
                  <c:v>0.11617</c:v>
                </c:pt>
                <c:pt idx="181">
                  <c:v>0.11457</c:v>
                </c:pt>
                <c:pt idx="182">
                  <c:v>0.11298</c:v>
                </c:pt>
                <c:pt idx="183">
                  <c:v>0.11142</c:v>
                </c:pt>
                <c:pt idx="184">
                  <c:v>0.10988</c:v>
                </c:pt>
                <c:pt idx="185">
                  <c:v>0.10836</c:v>
                </c:pt>
                <c:pt idx="186">
                  <c:v>0.10685</c:v>
                </c:pt>
                <c:pt idx="187">
                  <c:v>0.10537</c:v>
                </c:pt>
                <c:pt idx="188">
                  <c:v>0.1039</c:v>
                </c:pt>
                <c:pt idx="189">
                  <c:v>0.10246</c:v>
                </c:pt>
                <c:pt idx="190">
                  <c:v>0.10103</c:v>
                </c:pt>
                <c:pt idx="191">
                  <c:v>0.09962</c:v>
                </c:pt>
                <c:pt idx="192">
                  <c:v>0.09823</c:v>
                </c:pt>
                <c:pt idx="193">
                  <c:v>0.09686</c:v>
                </c:pt>
                <c:pt idx="194">
                  <c:v>0.0955</c:v>
                </c:pt>
                <c:pt idx="195">
                  <c:v>0.09417</c:v>
                </c:pt>
                <c:pt idx="196">
                  <c:v>0.09285</c:v>
                </c:pt>
                <c:pt idx="197">
                  <c:v>0.09155</c:v>
                </c:pt>
                <c:pt idx="198">
                  <c:v>0.09026</c:v>
                </c:pt>
                <c:pt idx="199">
                  <c:v>0.08899</c:v>
                </c:pt>
                <c:pt idx="200">
                  <c:v>0.08774</c:v>
                </c:pt>
                <c:pt idx="201">
                  <c:v>0.08651</c:v>
                </c:pt>
                <c:pt idx="202">
                  <c:v>0.08529</c:v>
                </c:pt>
                <c:pt idx="203">
                  <c:v>0.08409</c:v>
                </c:pt>
                <c:pt idx="204">
                  <c:v>0.0829</c:v>
                </c:pt>
                <c:pt idx="205">
                  <c:v>0.08173</c:v>
                </c:pt>
                <c:pt idx="206">
                  <c:v>0.08057</c:v>
                </c:pt>
                <c:pt idx="207">
                  <c:v>0.07943</c:v>
                </c:pt>
                <c:pt idx="208">
                  <c:v>0.07831</c:v>
                </c:pt>
                <c:pt idx="209">
                  <c:v>0.0772</c:v>
                </c:pt>
                <c:pt idx="210">
                  <c:v>0.07611</c:v>
                </c:pt>
                <c:pt idx="211">
                  <c:v>0.07503</c:v>
                </c:pt>
                <c:pt idx="212">
                  <c:v>0.07396</c:v>
                </c:pt>
                <c:pt idx="213">
                  <c:v>0.07291</c:v>
                </c:pt>
                <c:pt idx="214">
                  <c:v>0.07187</c:v>
                </c:pt>
                <c:pt idx="215">
                  <c:v>0.07085</c:v>
                </c:pt>
                <c:pt idx="216">
                  <c:v>0.06984</c:v>
                </c:pt>
                <c:pt idx="217">
                  <c:v>0.06885</c:v>
                </c:pt>
                <c:pt idx="218">
                  <c:v>0.06786</c:v>
                </c:pt>
                <c:pt idx="219">
                  <c:v>0.06689</c:v>
                </c:pt>
                <c:pt idx="220">
                  <c:v>0.06594</c:v>
                </c:pt>
                <c:pt idx="221">
                  <c:v>0.065</c:v>
                </c:pt>
                <c:pt idx="222">
                  <c:v>0.06407</c:v>
                </c:pt>
                <c:pt idx="223">
                  <c:v>0.06315</c:v>
                </c:pt>
                <c:pt idx="224">
                  <c:v>0.06224</c:v>
                </c:pt>
                <c:pt idx="225">
                  <c:v>0.06135</c:v>
                </c:pt>
                <c:pt idx="226">
                  <c:v>0.06047</c:v>
                </c:pt>
                <c:pt idx="227">
                  <c:v>0.0596</c:v>
                </c:pt>
                <c:pt idx="228">
                  <c:v>0.05875</c:v>
                </c:pt>
                <c:pt idx="229">
                  <c:v>0.0579</c:v>
                </c:pt>
                <c:pt idx="230">
                  <c:v>0.05707</c:v>
                </c:pt>
                <c:pt idx="231">
                  <c:v>0.05625</c:v>
                </c:pt>
                <c:pt idx="232">
                  <c:v>0.05544</c:v>
                </c:pt>
                <c:pt idx="233">
                  <c:v>0.05464</c:v>
                </c:pt>
                <c:pt idx="234">
                  <c:v>0.05385</c:v>
                </c:pt>
                <c:pt idx="235">
                  <c:v>0.05307</c:v>
                </c:pt>
                <c:pt idx="236">
                  <c:v>0.05231</c:v>
                </c:pt>
                <c:pt idx="237">
                  <c:v>0.05155</c:v>
                </c:pt>
                <c:pt idx="238">
                  <c:v>0.05081</c:v>
                </c:pt>
                <c:pt idx="239">
                  <c:v>0.05007</c:v>
                </c:pt>
                <c:pt idx="240">
                  <c:v>0.04935</c:v>
                </c:pt>
                <c:pt idx="241">
                  <c:v>0.04863</c:v>
                </c:pt>
                <c:pt idx="242">
                  <c:v>0.04793</c:v>
                </c:pt>
                <c:pt idx="243">
                  <c:v>0.04723</c:v>
                </c:pt>
                <c:pt idx="244">
                  <c:v>0.04655</c:v>
                </c:pt>
                <c:pt idx="245">
                  <c:v>0.04587</c:v>
                </c:pt>
                <c:pt idx="246">
                  <c:v>0.04521</c:v>
                </c:pt>
                <c:pt idx="247">
                  <c:v>0.04455</c:v>
                </c:pt>
                <c:pt idx="248">
                  <c:v>0.0439</c:v>
                </c:pt>
                <c:pt idx="249">
                  <c:v>0.04326</c:v>
                </c:pt>
                <c:pt idx="250">
                  <c:v>0.04263</c:v>
                </c:pt>
                <c:pt idx="251">
                  <c:v>0.04201</c:v>
                </c:pt>
                <c:pt idx="252">
                  <c:v>0.0414</c:v>
                </c:pt>
                <c:pt idx="253">
                  <c:v>0.0408</c:v>
                </c:pt>
                <c:pt idx="254">
                  <c:v>0.0402</c:v>
                </c:pt>
                <c:pt idx="255">
                  <c:v>0.03962</c:v>
                </c:pt>
                <c:pt idx="256">
                  <c:v>0.03904</c:v>
                </c:pt>
                <c:pt idx="257">
                  <c:v>0.03847</c:v>
                </c:pt>
                <c:pt idx="258">
                  <c:v>0.0379</c:v>
                </c:pt>
                <c:pt idx="259">
                  <c:v>0.03735</c:v>
                </c:pt>
                <c:pt idx="260">
                  <c:v>0.0368</c:v>
                </c:pt>
                <c:pt idx="261">
                  <c:v>0.03626</c:v>
                </c:pt>
                <c:pt idx="262">
                  <c:v>0.03573</c:v>
                </c:pt>
                <c:pt idx="263">
                  <c:v>0.03521</c:v>
                </c:pt>
                <c:pt idx="264">
                  <c:v>0.03469</c:v>
                </c:pt>
                <c:pt idx="265">
                  <c:v>0.03418</c:v>
                </c:pt>
                <c:pt idx="266">
                  <c:v>0.03368</c:v>
                </c:pt>
                <c:pt idx="267">
                  <c:v>0.03319</c:v>
                </c:pt>
                <c:pt idx="268">
                  <c:v>0.0327</c:v>
                </c:pt>
                <c:pt idx="269">
                  <c:v>0.03222</c:v>
                </c:pt>
                <c:pt idx="270">
                  <c:v>0.03175</c:v>
                </c:pt>
                <c:pt idx="271">
                  <c:v>0.03128</c:v>
                </c:pt>
                <c:pt idx="272">
                  <c:v>0.03082</c:v>
                </c:pt>
                <c:pt idx="273">
                  <c:v>0.03037</c:v>
                </c:pt>
                <c:pt idx="274">
                  <c:v>0.02992</c:v>
                </c:pt>
                <c:pt idx="275">
                  <c:v>0.02948</c:v>
                </c:pt>
                <c:pt idx="276">
                  <c:v>0.02904</c:v>
                </c:pt>
                <c:pt idx="277">
                  <c:v>0.02861</c:v>
                </c:pt>
                <c:pt idx="278">
                  <c:v>0.02819</c:v>
                </c:pt>
                <c:pt idx="279">
                  <c:v>0.02778</c:v>
                </c:pt>
                <c:pt idx="280">
                  <c:v>0.02737</c:v>
                </c:pt>
                <c:pt idx="281">
                  <c:v>0.02696</c:v>
                </c:pt>
                <c:pt idx="282">
                  <c:v>0.02656</c:v>
                </c:pt>
                <c:pt idx="283">
                  <c:v>0.02617</c:v>
                </c:pt>
                <c:pt idx="284">
                  <c:v>0.02578</c:v>
                </c:pt>
                <c:pt idx="285">
                  <c:v>0.0254</c:v>
                </c:pt>
                <c:pt idx="286">
                  <c:v>0.02503</c:v>
                </c:pt>
                <c:pt idx="287">
                  <c:v>0.02466</c:v>
                </c:pt>
                <c:pt idx="288">
                  <c:v>0.02429</c:v>
                </c:pt>
                <c:pt idx="289">
                  <c:v>0.02393</c:v>
                </c:pt>
                <c:pt idx="290">
                  <c:v>0.02357</c:v>
                </c:pt>
                <c:pt idx="291">
                  <c:v>0.02323</c:v>
                </c:pt>
                <c:pt idx="292">
                  <c:v>0.02288</c:v>
                </c:pt>
                <c:pt idx="293">
                  <c:v>0.02254</c:v>
                </c:pt>
                <c:pt idx="294">
                  <c:v>0.02221</c:v>
                </c:pt>
                <c:pt idx="295">
                  <c:v>0.02188</c:v>
                </c:pt>
                <c:pt idx="296">
                  <c:v>0.02155</c:v>
                </c:pt>
                <c:pt idx="297">
                  <c:v>0.02123</c:v>
                </c:pt>
                <c:pt idx="298">
                  <c:v>0.02091</c:v>
                </c:pt>
                <c:pt idx="299">
                  <c:v>0.0206</c:v>
                </c:pt>
                <c:pt idx="300">
                  <c:v>0.0203</c:v>
                </c:pt>
              </c:numCache>
            </c:numRef>
          </c:yVal>
          <c:smooth val="0"/>
        </c:ser>
        <c:ser>
          <c:idx val="2"/>
          <c:order val="2"/>
          <c:tx>
            <c:strRef>
              <c:f>Sheet1!$D$1</c:f>
              <c:strCache>
                <c:ptCount val="1"/>
                <c:pt idx="0">
                  <c:v>forma 9, escala 33,3</c:v>
                </c:pt>
              </c:strCache>
            </c:strRef>
          </c:tx>
          <c:spPr>
            <a:solidFill>
              <a:srgbClr val="333333"/>
            </a:solidFill>
            <a:ln w="31750" cap="flat">
              <a:solidFill>
                <a:srgbClr val="333333"/>
              </a:solidFill>
              <a:prstDash val="solid"/>
              <a:round/>
            </a:ln>
            <a:effectLst/>
          </c:spPr>
          <c:marker>
            <c:symbol val="none"/>
            <c:size val="6"/>
            <c:spPr>
              <a:solidFill>
                <a:srgbClr val="333333"/>
              </a:solidFill>
              <a:ln w="9525" cap="flat">
                <a:solidFill>
                  <a:srgbClr val="333333"/>
                </a:solidFill>
                <a:prstDash val="solid"/>
                <a:round/>
              </a:ln>
              <a:effectLst/>
            </c:spPr>
          </c:marker>
          <c:xVal>
            <c:numRef>
              <c:f>Sheet1!$A$2:$A$302</c:f>
              <c:numCache>
                <c:formatCode>General</c:formatCode>
                <c:ptCount val="301"/>
                <c:pt idx="0">
                  <c:v>0</c:v>
                </c:pt>
                <c:pt idx="1">
                  <c:v>3.33333</c:v>
                </c:pt>
                <c:pt idx="2">
                  <c:v>6.66667</c:v>
                </c:pt>
                <c:pt idx="3">
                  <c:v>10</c:v>
                </c:pt>
                <c:pt idx="4">
                  <c:v>13.33333</c:v>
                </c:pt>
                <c:pt idx="5">
                  <c:v>16.66667</c:v>
                </c:pt>
                <c:pt idx="6">
                  <c:v>20</c:v>
                </c:pt>
                <c:pt idx="7">
                  <c:v>23.33333</c:v>
                </c:pt>
                <c:pt idx="8">
                  <c:v>26.66667</c:v>
                </c:pt>
                <c:pt idx="9">
                  <c:v>30</c:v>
                </c:pt>
                <c:pt idx="10">
                  <c:v>33.33333</c:v>
                </c:pt>
                <c:pt idx="11">
                  <c:v>36.66667</c:v>
                </c:pt>
                <c:pt idx="12">
                  <c:v>40</c:v>
                </c:pt>
                <c:pt idx="13">
                  <c:v>43.33333</c:v>
                </c:pt>
                <c:pt idx="14">
                  <c:v>46.66667</c:v>
                </c:pt>
                <c:pt idx="15">
                  <c:v>50</c:v>
                </c:pt>
                <c:pt idx="16">
                  <c:v>53.33333</c:v>
                </c:pt>
                <c:pt idx="17">
                  <c:v>56.66667</c:v>
                </c:pt>
                <c:pt idx="18">
                  <c:v>60</c:v>
                </c:pt>
                <c:pt idx="19">
                  <c:v>63.33333</c:v>
                </c:pt>
                <c:pt idx="20">
                  <c:v>66.66667</c:v>
                </c:pt>
                <c:pt idx="21">
                  <c:v>70</c:v>
                </c:pt>
                <c:pt idx="22">
                  <c:v>73.33333</c:v>
                </c:pt>
                <c:pt idx="23">
                  <c:v>76.66667</c:v>
                </c:pt>
                <c:pt idx="24">
                  <c:v>80</c:v>
                </c:pt>
                <c:pt idx="25">
                  <c:v>83.33333</c:v>
                </c:pt>
                <c:pt idx="26">
                  <c:v>86.66667</c:v>
                </c:pt>
                <c:pt idx="27">
                  <c:v>90</c:v>
                </c:pt>
                <c:pt idx="28">
                  <c:v>93.33333</c:v>
                </c:pt>
                <c:pt idx="29">
                  <c:v>96.66667</c:v>
                </c:pt>
                <c:pt idx="30">
                  <c:v>100</c:v>
                </c:pt>
                <c:pt idx="31">
                  <c:v>103.33333</c:v>
                </c:pt>
                <c:pt idx="32">
                  <c:v>106.66667</c:v>
                </c:pt>
                <c:pt idx="33">
                  <c:v>110</c:v>
                </c:pt>
                <c:pt idx="34">
                  <c:v>113.33333</c:v>
                </c:pt>
                <c:pt idx="35">
                  <c:v>116.66667</c:v>
                </c:pt>
                <c:pt idx="36">
                  <c:v>120</c:v>
                </c:pt>
                <c:pt idx="37">
                  <c:v>123.33333</c:v>
                </c:pt>
                <c:pt idx="38">
                  <c:v>126.66667</c:v>
                </c:pt>
                <c:pt idx="39">
                  <c:v>130</c:v>
                </c:pt>
                <c:pt idx="40">
                  <c:v>133.33333</c:v>
                </c:pt>
                <c:pt idx="41">
                  <c:v>136.66667</c:v>
                </c:pt>
                <c:pt idx="42">
                  <c:v>140</c:v>
                </c:pt>
                <c:pt idx="43">
                  <c:v>143.33333</c:v>
                </c:pt>
                <c:pt idx="44">
                  <c:v>146.66667</c:v>
                </c:pt>
                <c:pt idx="45">
                  <c:v>150</c:v>
                </c:pt>
                <c:pt idx="46">
                  <c:v>153.33333</c:v>
                </c:pt>
                <c:pt idx="47">
                  <c:v>156.66667</c:v>
                </c:pt>
                <c:pt idx="48">
                  <c:v>160</c:v>
                </c:pt>
                <c:pt idx="49">
                  <c:v>163.33333</c:v>
                </c:pt>
                <c:pt idx="50">
                  <c:v>166.66667</c:v>
                </c:pt>
                <c:pt idx="51">
                  <c:v>170</c:v>
                </c:pt>
                <c:pt idx="52">
                  <c:v>173.33333</c:v>
                </c:pt>
                <c:pt idx="53">
                  <c:v>176.66667</c:v>
                </c:pt>
                <c:pt idx="54">
                  <c:v>180</c:v>
                </c:pt>
                <c:pt idx="55">
                  <c:v>183.33333</c:v>
                </c:pt>
                <c:pt idx="56">
                  <c:v>186.66667</c:v>
                </c:pt>
                <c:pt idx="57">
                  <c:v>190</c:v>
                </c:pt>
                <c:pt idx="58">
                  <c:v>193.33333</c:v>
                </c:pt>
                <c:pt idx="59">
                  <c:v>196.66667</c:v>
                </c:pt>
                <c:pt idx="60">
                  <c:v>200</c:v>
                </c:pt>
                <c:pt idx="61">
                  <c:v>203.33333</c:v>
                </c:pt>
                <c:pt idx="62">
                  <c:v>206.66667</c:v>
                </c:pt>
                <c:pt idx="63">
                  <c:v>210</c:v>
                </c:pt>
                <c:pt idx="64">
                  <c:v>213.33333</c:v>
                </c:pt>
                <c:pt idx="65">
                  <c:v>216.66667</c:v>
                </c:pt>
                <c:pt idx="66">
                  <c:v>220</c:v>
                </c:pt>
                <c:pt idx="67">
                  <c:v>223.33333</c:v>
                </c:pt>
                <c:pt idx="68">
                  <c:v>226.66667</c:v>
                </c:pt>
                <c:pt idx="69">
                  <c:v>230</c:v>
                </c:pt>
                <c:pt idx="70">
                  <c:v>233.33333</c:v>
                </c:pt>
                <c:pt idx="71">
                  <c:v>236.66667</c:v>
                </c:pt>
                <c:pt idx="72">
                  <c:v>240</c:v>
                </c:pt>
                <c:pt idx="73">
                  <c:v>243.33333</c:v>
                </c:pt>
                <c:pt idx="74">
                  <c:v>246.66667</c:v>
                </c:pt>
                <c:pt idx="75">
                  <c:v>250</c:v>
                </c:pt>
                <c:pt idx="76">
                  <c:v>253.33333</c:v>
                </c:pt>
                <c:pt idx="77">
                  <c:v>256.66667</c:v>
                </c:pt>
                <c:pt idx="78">
                  <c:v>260</c:v>
                </c:pt>
                <c:pt idx="79">
                  <c:v>263.33333</c:v>
                </c:pt>
                <c:pt idx="80">
                  <c:v>266.66667</c:v>
                </c:pt>
                <c:pt idx="81">
                  <c:v>270</c:v>
                </c:pt>
                <c:pt idx="82">
                  <c:v>273.33333</c:v>
                </c:pt>
                <c:pt idx="83">
                  <c:v>276.66667</c:v>
                </c:pt>
                <c:pt idx="84">
                  <c:v>280</c:v>
                </c:pt>
                <c:pt idx="85">
                  <c:v>283.33333</c:v>
                </c:pt>
                <c:pt idx="86">
                  <c:v>286.66667</c:v>
                </c:pt>
                <c:pt idx="87">
                  <c:v>290</c:v>
                </c:pt>
                <c:pt idx="88">
                  <c:v>293.33333</c:v>
                </c:pt>
                <c:pt idx="89">
                  <c:v>296.66667</c:v>
                </c:pt>
                <c:pt idx="90">
                  <c:v>300</c:v>
                </c:pt>
                <c:pt idx="91">
                  <c:v>303.33333</c:v>
                </c:pt>
                <c:pt idx="92">
                  <c:v>306.66667</c:v>
                </c:pt>
                <c:pt idx="93">
                  <c:v>310</c:v>
                </c:pt>
                <c:pt idx="94">
                  <c:v>313.33333</c:v>
                </c:pt>
                <c:pt idx="95">
                  <c:v>316.66667</c:v>
                </c:pt>
                <c:pt idx="96">
                  <c:v>320</c:v>
                </c:pt>
                <c:pt idx="97">
                  <c:v>323.33333</c:v>
                </c:pt>
                <c:pt idx="98">
                  <c:v>326.66667</c:v>
                </c:pt>
                <c:pt idx="99">
                  <c:v>330</c:v>
                </c:pt>
                <c:pt idx="100">
                  <c:v>333.33333</c:v>
                </c:pt>
                <c:pt idx="101">
                  <c:v>336.66667</c:v>
                </c:pt>
                <c:pt idx="102">
                  <c:v>340</c:v>
                </c:pt>
                <c:pt idx="103">
                  <c:v>343.33333</c:v>
                </c:pt>
                <c:pt idx="104">
                  <c:v>346.66667</c:v>
                </c:pt>
                <c:pt idx="105">
                  <c:v>350</c:v>
                </c:pt>
                <c:pt idx="106">
                  <c:v>353.33333</c:v>
                </c:pt>
                <c:pt idx="107">
                  <c:v>356.66667</c:v>
                </c:pt>
                <c:pt idx="108">
                  <c:v>360</c:v>
                </c:pt>
                <c:pt idx="109">
                  <c:v>363.33333</c:v>
                </c:pt>
                <c:pt idx="110">
                  <c:v>366.66667</c:v>
                </c:pt>
                <c:pt idx="111">
                  <c:v>370</c:v>
                </c:pt>
                <c:pt idx="112">
                  <c:v>373.33333</c:v>
                </c:pt>
                <c:pt idx="113">
                  <c:v>376.66667</c:v>
                </c:pt>
                <c:pt idx="114">
                  <c:v>380</c:v>
                </c:pt>
                <c:pt idx="115">
                  <c:v>383.33333</c:v>
                </c:pt>
                <c:pt idx="116">
                  <c:v>386.66667</c:v>
                </c:pt>
                <c:pt idx="117">
                  <c:v>390</c:v>
                </c:pt>
                <c:pt idx="118">
                  <c:v>393.33333</c:v>
                </c:pt>
                <c:pt idx="119">
                  <c:v>396.66667</c:v>
                </c:pt>
                <c:pt idx="120">
                  <c:v>400</c:v>
                </c:pt>
                <c:pt idx="121">
                  <c:v>403.33333</c:v>
                </c:pt>
                <c:pt idx="122">
                  <c:v>406.66667</c:v>
                </c:pt>
                <c:pt idx="123">
                  <c:v>410</c:v>
                </c:pt>
                <c:pt idx="124">
                  <c:v>413.33333</c:v>
                </c:pt>
                <c:pt idx="125">
                  <c:v>416.66667</c:v>
                </c:pt>
                <c:pt idx="126">
                  <c:v>420</c:v>
                </c:pt>
                <c:pt idx="127">
                  <c:v>423.33333</c:v>
                </c:pt>
                <c:pt idx="128">
                  <c:v>426.66667</c:v>
                </c:pt>
                <c:pt idx="129">
                  <c:v>430</c:v>
                </c:pt>
                <c:pt idx="130">
                  <c:v>433.33333</c:v>
                </c:pt>
                <c:pt idx="131">
                  <c:v>436.66667</c:v>
                </c:pt>
                <c:pt idx="132">
                  <c:v>440</c:v>
                </c:pt>
                <c:pt idx="133">
                  <c:v>443.33333</c:v>
                </c:pt>
                <c:pt idx="134">
                  <c:v>446.66667</c:v>
                </c:pt>
                <c:pt idx="135">
                  <c:v>450</c:v>
                </c:pt>
                <c:pt idx="136">
                  <c:v>453.33333</c:v>
                </c:pt>
                <c:pt idx="137">
                  <c:v>456.66667</c:v>
                </c:pt>
                <c:pt idx="138">
                  <c:v>460</c:v>
                </c:pt>
                <c:pt idx="139">
                  <c:v>463.33333</c:v>
                </c:pt>
                <c:pt idx="140">
                  <c:v>466.66667</c:v>
                </c:pt>
                <c:pt idx="141">
                  <c:v>470</c:v>
                </c:pt>
                <c:pt idx="142">
                  <c:v>473.33333</c:v>
                </c:pt>
                <c:pt idx="143">
                  <c:v>476.66667</c:v>
                </c:pt>
                <c:pt idx="144">
                  <c:v>480</c:v>
                </c:pt>
                <c:pt idx="145">
                  <c:v>483.33333</c:v>
                </c:pt>
                <c:pt idx="146">
                  <c:v>486.66667</c:v>
                </c:pt>
                <c:pt idx="147">
                  <c:v>490</c:v>
                </c:pt>
                <c:pt idx="148">
                  <c:v>493.33333</c:v>
                </c:pt>
                <c:pt idx="149">
                  <c:v>496.66667</c:v>
                </c:pt>
                <c:pt idx="150">
                  <c:v>500</c:v>
                </c:pt>
                <c:pt idx="151">
                  <c:v>503.33333</c:v>
                </c:pt>
                <c:pt idx="152">
                  <c:v>506.66667</c:v>
                </c:pt>
                <c:pt idx="153">
                  <c:v>510</c:v>
                </c:pt>
                <c:pt idx="154">
                  <c:v>513.33333</c:v>
                </c:pt>
                <c:pt idx="155">
                  <c:v>516.66667</c:v>
                </c:pt>
                <c:pt idx="156">
                  <c:v>520</c:v>
                </c:pt>
                <c:pt idx="157">
                  <c:v>523.33333</c:v>
                </c:pt>
                <c:pt idx="158">
                  <c:v>526.66667</c:v>
                </c:pt>
                <c:pt idx="159">
                  <c:v>530</c:v>
                </c:pt>
                <c:pt idx="160">
                  <c:v>533.33333</c:v>
                </c:pt>
                <c:pt idx="161">
                  <c:v>536.66667</c:v>
                </c:pt>
                <c:pt idx="162">
                  <c:v>540</c:v>
                </c:pt>
                <c:pt idx="163">
                  <c:v>543.33333</c:v>
                </c:pt>
                <c:pt idx="164">
                  <c:v>546.66667</c:v>
                </c:pt>
                <c:pt idx="165">
                  <c:v>550</c:v>
                </c:pt>
                <c:pt idx="166">
                  <c:v>553.33333</c:v>
                </c:pt>
                <c:pt idx="167">
                  <c:v>556.66667</c:v>
                </c:pt>
                <c:pt idx="168">
                  <c:v>560</c:v>
                </c:pt>
                <c:pt idx="169">
                  <c:v>563.33333</c:v>
                </c:pt>
                <c:pt idx="170">
                  <c:v>566.66667</c:v>
                </c:pt>
                <c:pt idx="171">
                  <c:v>570</c:v>
                </c:pt>
                <c:pt idx="172">
                  <c:v>573.33333</c:v>
                </c:pt>
                <c:pt idx="173">
                  <c:v>576.66667</c:v>
                </c:pt>
                <c:pt idx="174">
                  <c:v>580</c:v>
                </c:pt>
                <c:pt idx="175">
                  <c:v>583.33333</c:v>
                </c:pt>
                <c:pt idx="176">
                  <c:v>586.66667</c:v>
                </c:pt>
                <c:pt idx="177">
                  <c:v>590</c:v>
                </c:pt>
                <c:pt idx="178">
                  <c:v>593.33333</c:v>
                </c:pt>
                <c:pt idx="179">
                  <c:v>596.66667</c:v>
                </c:pt>
                <c:pt idx="180">
                  <c:v>600</c:v>
                </c:pt>
                <c:pt idx="181">
                  <c:v>603.33333</c:v>
                </c:pt>
                <c:pt idx="182">
                  <c:v>606.66667</c:v>
                </c:pt>
                <c:pt idx="183">
                  <c:v>610</c:v>
                </c:pt>
                <c:pt idx="184">
                  <c:v>613.33333</c:v>
                </c:pt>
                <c:pt idx="185">
                  <c:v>616.66667</c:v>
                </c:pt>
                <c:pt idx="186">
                  <c:v>620</c:v>
                </c:pt>
                <c:pt idx="187">
                  <c:v>623.33333</c:v>
                </c:pt>
                <c:pt idx="188">
                  <c:v>626.66667</c:v>
                </c:pt>
                <c:pt idx="189">
                  <c:v>630</c:v>
                </c:pt>
                <c:pt idx="190">
                  <c:v>633.33333</c:v>
                </c:pt>
                <c:pt idx="191">
                  <c:v>636.66667</c:v>
                </c:pt>
                <c:pt idx="192">
                  <c:v>640</c:v>
                </c:pt>
                <c:pt idx="193">
                  <c:v>643.33333</c:v>
                </c:pt>
                <c:pt idx="194">
                  <c:v>646.66667</c:v>
                </c:pt>
                <c:pt idx="195">
                  <c:v>650</c:v>
                </c:pt>
                <c:pt idx="196">
                  <c:v>653.33333</c:v>
                </c:pt>
                <c:pt idx="197">
                  <c:v>656.66667</c:v>
                </c:pt>
                <c:pt idx="198">
                  <c:v>660</c:v>
                </c:pt>
                <c:pt idx="199">
                  <c:v>663.33333</c:v>
                </c:pt>
                <c:pt idx="200">
                  <c:v>666.66667</c:v>
                </c:pt>
                <c:pt idx="201">
                  <c:v>670</c:v>
                </c:pt>
                <c:pt idx="202">
                  <c:v>673.33333</c:v>
                </c:pt>
                <c:pt idx="203">
                  <c:v>676.66667</c:v>
                </c:pt>
                <c:pt idx="204">
                  <c:v>680</c:v>
                </c:pt>
                <c:pt idx="205">
                  <c:v>683.33333</c:v>
                </c:pt>
                <c:pt idx="206">
                  <c:v>686.66667</c:v>
                </c:pt>
                <c:pt idx="207">
                  <c:v>690</c:v>
                </c:pt>
                <c:pt idx="208">
                  <c:v>693.33333</c:v>
                </c:pt>
                <c:pt idx="209">
                  <c:v>696.66667</c:v>
                </c:pt>
                <c:pt idx="210">
                  <c:v>700</c:v>
                </c:pt>
                <c:pt idx="211">
                  <c:v>703.33333</c:v>
                </c:pt>
                <c:pt idx="212">
                  <c:v>706.66667</c:v>
                </c:pt>
                <c:pt idx="213">
                  <c:v>710</c:v>
                </c:pt>
                <c:pt idx="214">
                  <c:v>713.33333</c:v>
                </c:pt>
                <c:pt idx="215">
                  <c:v>716.66667</c:v>
                </c:pt>
                <c:pt idx="216">
                  <c:v>720</c:v>
                </c:pt>
                <c:pt idx="217">
                  <c:v>723.33333</c:v>
                </c:pt>
                <c:pt idx="218">
                  <c:v>726.66667</c:v>
                </c:pt>
                <c:pt idx="219">
                  <c:v>730</c:v>
                </c:pt>
                <c:pt idx="220">
                  <c:v>733.33333</c:v>
                </c:pt>
                <c:pt idx="221">
                  <c:v>736.66667</c:v>
                </c:pt>
                <c:pt idx="222">
                  <c:v>740</c:v>
                </c:pt>
                <c:pt idx="223">
                  <c:v>743.33333</c:v>
                </c:pt>
                <c:pt idx="224">
                  <c:v>746.66667</c:v>
                </c:pt>
                <c:pt idx="225">
                  <c:v>750</c:v>
                </c:pt>
                <c:pt idx="226">
                  <c:v>753.33333</c:v>
                </c:pt>
                <c:pt idx="227">
                  <c:v>756.66667</c:v>
                </c:pt>
                <c:pt idx="228">
                  <c:v>760</c:v>
                </c:pt>
                <c:pt idx="229">
                  <c:v>763.33333</c:v>
                </c:pt>
                <c:pt idx="230">
                  <c:v>766.66667</c:v>
                </c:pt>
                <c:pt idx="231">
                  <c:v>770</c:v>
                </c:pt>
                <c:pt idx="232">
                  <c:v>773.33333</c:v>
                </c:pt>
                <c:pt idx="233">
                  <c:v>776.66667</c:v>
                </c:pt>
                <c:pt idx="234">
                  <c:v>780</c:v>
                </c:pt>
                <c:pt idx="235">
                  <c:v>783.33333</c:v>
                </c:pt>
                <c:pt idx="236">
                  <c:v>786.66667</c:v>
                </c:pt>
                <c:pt idx="237">
                  <c:v>790</c:v>
                </c:pt>
                <c:pt idx="238">
                  <c:v>793.33333</c:v>
                </c:pt>
                <c:pt idx="239">
                  <c:v>796.66667</c:v>
                </c:pt>
                <c:pt idx="240">
                  <c:v>800</c:v>
                </c:pt>
                <c:pt idx="241">
                  <c:v>803.33333</c:v>
                </c:pt>
                <c:pt idx="242">
                  <c:v>806.66667</c:v>
                </c:pt>
                <c:pt idx="243">
                  <c:v>810</c:v>
                </c:pt>
                <c:pt idx="244">
                  <c:v>813.33333</c:v>
                </c:pt>
                <c:pt idx="245">
                  <c:v>816.66667</c:v>
                </c:pt>
                <c:pt idx="246">
                  <c:v>820</c:v>
                </c:pt>
                <c:pt idx="247">
                  <c:v>823.33333</c:v>
                </c:pt>
                <c:pt idx="248">
                  <c:v>826.66667</c:v>
                </c:pt>
                <c:pt idx="249">
                  <c:v>830</c:v>
                </c:pt>
                <c:pt idx="250">
                  <c:v>833.33333</c:v>
                </c:pt>
                <c:pt idx="251">
                  <c:v>836.66667</c:v>
                </c:pt>
                <c:pt idx="252">
                  <c:v>840</c:v>
                </c:pt>
                <c:pt idx="253">
                  <c:v>843.33333</c:v>
                </c:pt>
                <c:pt idx="254">
                  <c:v>846.66667</c:v>
                </c:pt>
                <c:pt idx="255">
                  <c:v>850</c:v>
                </c:pt>
                <c:pt idx="256">
                  <c:v>853.33333</c:v>
                </c:pt>
                <c:pt idx="257">
                  <c:v>856.66667</c:v>
                </c:pt>
                <c:pt idx="258">
                  <c:v>860</c:v>
                </c:pt>
                <c:pt idx="259">
                  <c:v>863.33333</c:v>
                </c:pt>
                <c:pt idx="260">
                  <c:v>866.66667</c:v>
                </c:pt>
                <c:pt idx="261">
                  <c:v>870</c:v>
                </c:pt>
                <c:pt idx="262">
                  <c:v>873.33333</c:v>
                </c:pt>
                <c:pt idx="263">
                  <c:v>876.66667</c:v>
                </c:pt>
                <c:pt idx="264">
                  <c:v>880</c:v>
                </c:pt>
                <c:pt idx="265">
                  <c:v>883.33333</c:v>
                </c:pt>
                <c:pt idx="266">
                  <c:v>886.66667</c:v>
                </c:pt>
                <c:pt idx="267">
                  <c:v>890</c:v>
                </c:pt>
                <c:pt idx="268">
                  <c:v>893.33333</c:v>
                </c:pt>
                <c:pt idx="269">
                  <c:v>896.66667</c:v>
                </c:pt>
                <c:pt idx="270">
                  <c:v>900</c:v>
                </c:pt>
                <c:pt idx="271">
                  <c:v>903.33333</c:v>
                </c:pt>
                <c:pt idx="272">
                  <c:v>906.66667</c:v>
                </c:pt>
                <c:pt idx="273">
                  <c:v>910</c:v>
                </c:pt>
                <c:pt idx="274">
                  <c:v>913.33333</c:v>
                </c:pt>
                <c:pt idx="275">
                  <c:v>916.66667</c:v>
                </c:pt>
                <c:pt idx="276">
                  <c:v>920</c:v>
                </c:pt>
                <c:pt idx="277">
                  <c:v>923.33333</c:v>
                </c:pt>
                <c:pt idx="278">
                  <c:v>926.66667</c:v>
                </c:pt>
                <c:pt idx="279">
                  <c:v>930</c:v>
                </c:pt>
                <c:pt idx="280">
                  <c:v>933.33333</c:v>
                </c:pt>
                <c:pt idx="281">
                  <c:v>936.66667</c:v>
                </c:pt>
                <c:pt idx="282">
                  <c:v>940</c:v>
                </c:pt>
                <c:pt idx="283">
                  <c:v>943.33333</c:v>
                </c:pt>
                <c:pt idx="284">
                  <c:v>946.66667</c:v>
                </c:pt>
                <c:pt idx="285">
                  <c:v>950</c:v>
                </c:pt>
                <c:pt idx="286">
                  <c:v>953.33333</c:v>
                </c:pt>
                <c:pt idx="287">
                  <c:v>956.66667</c:v>
                </c:pt>
                <c:pt idx="288">
                  <c:v>960</c:v>
                </c:pt>
                <c:pt idx="289">
                  <c:v>963.33333</c:v>
                </c:pt>
                <c:pt idx="290">
                  <c:v>966.66667</c:v>
                </c:pt>
                <c:pt idx="291">
                  <c:v>970</c:v>
                </c:pt>
                <c:pt idx="292">
                  <c:v>973.33333</c:v>
                </c:pt>
                <c:pt idx="293">
                  <c:v>976.66667</c:v>
                </c:pt>
                <c:pt idx="294">
                  <c:v>980</c:v>
                </c:pt>
                <c:pt idx="295">
                  <c:v>983.33333</c:v>
                </c:pt>
                <c:pt idx="296">
                  <c:v>986.66667</c:v>
                </c:pt>
                <c:pt idx="297">
                  <c:v>990</c:v>
                </c:pt>
                <c:pt idx="298">
                  <c:v>993.33333</c:v>
                </c:pt>
                <c:pt idx="299">
                  <c:v>996.66667</c:v>
                </c:pt>
                <c:pt idx="300">
                  <c:v>1000</c:v>
                </c:pt>
              </c:numCache>
            </c:numRef>
          </c:xVal>
          <c:yVal>
            <c:numRef>
              <c:f>Sheet1!$D$2:$D$302</c:f>
              <c:numCache>
                <c:formatCode>General</c:formatCode>
                <c:ptCount val="301"/>
                <c:pt idx="0">
                  <c:v>0</c:v>
                </c:pt>
                <c:pt idx="1">
                  <c:v>0</c:v>
                </c:pt>
                <c:pt idx="2">
                  <c:v>0</c:v>
                </c:pt>
                <c:pt idx="3">
                  <c:v>0</c:v>
                </c:pt>
                <c:pt idx="4">
                  <c:v>0</c:v>
                </c:pt>
                <c:pt idx="5">
                  <c:v>0</c:v>
                </c:pt>
                <c:pt idx="6">
                  <c:v>0</c:v>
                </c:pt>
                <c:pt idx="7">
                  <c:v>0.00001</c:v>
                </c:pt>
                <c:pt idx="8">
                  <c:v>0.00001</c:v>
                </c:pt>
                <c:pt idx="9">
                  <c:v>0.00003</c:v>
                </c:pt>
                <c:pt idx="10">
                  <c:v>0.00007</c:v>
                </c:pt>
                <c:pt idx="11">
                  <c:v>0.00013</c:v>
                </c:pt>
                <c:pt idx="12">
                  <c:v>0.00023</c:v>
                </c:pt>
                <c:pt idx="13">
                  <c:v>0.0004</c:v>
                </c:pt>
                <c:pt idx="14">
                  <c:v>0.00065</c:v>
                </c:pt>
                <c:pt idx="15">
                  <c:v>0.00102</c:v>
                </c:pt>
                <c:pt idx="16">
                  <c:v>0.00154</c:v>
                </c:pt>
                <c:pt idx="17">
                  <c:v>0.00227</c:v>
                </c:pt>
                <c:pt idx="18">
                  <c:v>0.00324</c:v>
                </c:pt>
                <c:pt idx="19">
                  <c:v>0.00452</c:v>
                </c:pt>
                <c:pt idx="20">
                  <c:v>0.00616</c:v>
                </c:pt>
                <c:pt idx="21">
                  <c:v>0.00823</c:v>
                </c:pt>
                <c:pt idx="22">
                  <c:v>0.01081</c:v>
                </c:pt>
                <c:pt idx="23">
                  <c:v>0.01396</c:v>
                </c:pt>
                <c:pt idx="24">
                  <c:v>0.01775</c:v>
                </c:pt>
                <c:pt idx="25">
                  <c:v>0.02227</c:v>
                </c:pt>
                <c:pt idx="26">
                  <c:v>0.02757</c:v>
                </c:pt>
                <c:pt idx="27">
                  <c:v>0.03374</c:v>
                </c:pt>
                <c:pt idx="28">
                  <c:v>0.04084</c:v>
                </c:pt>
                <c:pt idx="29">
                  <c:v>0.04893</c:v>
                </c:pt>
                <c:pt idx="30">
                  <c:v>0.05807</c:v>
                </c:pt>
                <c:pt idx="31">
                  <c:v>0.0683</c:v>
                </c:pt>
                <c:pt idx="32">
                  <c:v>0.07967</c:v>
                </c:pt>
                <c:pt idx="33">
                  <c:v>0.09221</c:v>
                </c:pt>
                <c:pt idx="34">
                  <c:v>0.10594</c:v>
                </c:pt>
                <c:pt idx="35">
                  <c:v>0.12088</c:v>
                </c:pt>
                <c:pt idx="36">
                  <c:v>0.13702</c:v>
                </c:pt>
                <c:pt idx="37">
                  <c:v>0.15436</c:v>
                </c:pt>
                <c:pt idx="38">
                  <c:v>0.17289</c:v>
                </c:pt>
                <c:pt idx="39">
                  <c:v>0.19257</c:v>
                </c:pt>
                <c:pt idx="40">
                  <c:v>0.21336</c:v>
                </c:pt>
                <c:pt idx="41">
                  <c:v>0.23522</c:v>
                </c:pt>
                <c:pt idx="42">
                  <c:v>0.25808</c:v>
                </c:pt>
                <c:pt idx="43">
                  <c:v>0.28189</c:v>
                </c:pt>
                <c:pt idx="44">
                  <c:v>0.30656</c:v>
                </c:pt>
                <c:pt idx="45">
                  <c:v>0.33202</c:v>
                </c:pt>
                <c:pt idx="46">
                  <c:v>0.35817</c:v>
                </c:pt>
                <c:pt idx="47">
                  <c:v>0.38493</c:v>
                </c:pt>
                <c:pt idx="48">
                  <c:v>0.41218</c:v>
                </c:pt>
                <c:pt idx="49">
                  <c:v>0.43984</c:v>
                </c:pt>
                <c:pt idx="50">
                  <c:v>0.46779</c:v>
                </c:pt>
                <c:pt idx="51">
                  <c:v>0.49593</c:v>
                </c:pt>
                <c:pt idx="52">
                  <c:v>0.52415</c:v>
                </c:pt>
                <c:pt idx="53">
                  <c:v>0.55233</c:v>
                </c:pt>
                <c:pt idx="54">
                  <c:v>0.58038</c:v>
                </c:pt>
                <c:pt idx="55">
                  <c:v>0.60817</c:v>
                </c:pt>
                <c:pt idx="56">
                  <c:v>0.63562</c:v>
                </c:pt>
                <c:pt idx="57">
                  <c:v>0.66261</c:v>
                </c:pt>
                <c:pt idx="58">
                  <c:v>0.68904</c:v>
                </c:pt>
                <c:pt idx="59">
                  <c:v>0.71484</c:v>
                </c:pt>
                <c:pt idx="60">
                  <c:v>0.73989</c:v>
                </c:pt>
                <c:pt idx="61">
                  <c:v>0.76412</c:v>
                </c:pt>
                <c:pt idx="62">
                  <c:v>0.78745</c:v>
                </c:pt>
                <c:pt idx="63">
                  <c:v>0.8098</c:v>
                </c:pt>
                <c:pt idx="64">
                  <c:v>0.83111</c:v>
                </c:pt>
                <c:pt idx="65">
                  <c:v>0.85132</c:v>
                </c:pt>
                <c:pt idx="66">
                  <c:v>0.87037</c:v>
                </c:pt>
                <c:pt idx="67">
                  <c:v>0.88821</c:v>
                </c:pt>
                <c:pt idx="68">
                  <c:v>0.90481</c:v>
                </c:pt>
                <c:pt idx="69">
                  <c:v>0.92012</c:v>
                </c:pt>
                <c:pt idx="70">
                  <c:v>0.93412</c:v>
                </c:pt>
                <c:pt idx="71">
                  <c:v>0.94678</c:v>
                </c:pt>
                <c:pt idx="72">
                  <c:v>0.9581</c:v>
                </c:pt>
                <c:pt idx="73">
                  <c:v>0.96805</c:v>
                </c:pt>
                <c:pt idx="74">
                  <c:v>0.97664</c:v>
                </c:pt>
                <c:pt idx="75">
                  <c:v>0.98387</c:v>
                </c:pt>
                <c:pt idx="76">
                  <c:v>0.98975</c:v>
                </c:pt>
                <c:pt idx="77">
                  <c:v>0.99428</c:v>
                </c:pt>
                <c:pt idx="78">
                  <c:v>0.99748</c:v>
                </c:pt>
                <c:pt idx="79">
                  <c:v>0.99938</c:v>
                </c:pt>
                <c:pt idx="80">
                  <c:v>1</c:v>
                </c:pt>
                <c:pt idx="81">
                  <c:v>0.99937</c:v>
                </c:pt>
                <c:pt idx="82">
                  <c:v>0.99752</c:v>
                </c:pt>
                <c:pt idx="83">
                  <c:v>0.9945</c:v>
                </c:pt>
                <c:pt idx="84">
                  <c:v>0.99033</c:v>
                </c:pt>
                <c:pt idx="85">
                  <c:v>0.98506</c:v>
                </c:pt>
                <c:pt idx="86">
                  <c:v>0.97873</c:v>
                </c:pt>
                <c:pt idx="87">
                  <c:v>0.9714</c:v>
                </c:pt>
                <c:pt idx="88">
                  <c:v>0.9631</c:v>
                </c:pt>
                <c:pt idx="89">
                  <c:v>0.95389</c:v>
                </c:pt>
                <c:pt idx="90">
                  <c:v>0.9438</c:v>
                </c:pt>
                <c:pt idx="91">
                  <c:v>0.93291</c:v>
                </c:pt>
                <c:pt idx="92">
                  <c:v>0.92125</c:v>
                </c:pt>
                <c:pt idx="93">
                  <c:v>0.90888</c:v>
                </c:pt>
                <c:pt idx="94">
                  <c:v>0.89584</c:v>
                </c:pt>
                <c:pt idx="95">
                  <c:v>0.88219</c:v>
                </c:pt>
                <c:pt idx="96">
                  <c:v>0.86798</c:v>
                </c:pt>
                <c:pt idx="97">
                  <c:v>0.85326</c:v>
                </c:pt>
                <c:pt idx="98">
                  <c:v>0.83807</c:v>
                </c:pt>
                <c:pt idx="99">
                  <c:v>0.82247</c:v>
                </c:pt>
                <c:pt idx="100">
                  <c:v>0.8065</c:v>
                </c:pt>
                <c:pt idx="101">
                  <c:v>0.79021</c:v>
                </c:pt>
                <c:pt idx="102">
                  <c:v>0.77364</c:v>
                </c:pt>
                <c:pt idx="103">
                  <c:v>0.75683</c:v>
                </c:pt>
                <c:pt idx="104">
                  <c:v>0.73984</c:v>
                </c:pt>
                <c:pt idx="105">
                  <c:v>0.72269</c:v>
                </c:pt>
                <c:pt idx="106">
                  <c:v>0.70542</c:v>
                </c:pt>
                <c:pt idx="107">
                  <c:v>0.68808</c:v>
                </c:pt>
                <c:pt idx="108">
                  <c:v>0.67069</c:v>
                </c:pt>
                <c:pt idx="109">
                  <c:v>0.6533</c:v>
                </c:pt>
                <c:pt idx="110">
                  <c:v>0.63593</c:v>
                </c:pt>
                <c:pt idx="111">
                  <c:v>0.61861</c:v>
                </c:pt>
                <c:pt idx="112">
                  <c:v>0.60137</c:v>
                </c:pt>
                <c:pt idx="113">
                  <c:v>0.58424</c:v>
                </c:pt>
                <c:pt idx="114">
                  <c:v>0.56724</c:v>
                </c:pt>
                <c:pt idx="115">
                  <c:v>0.5504</c:v>
                </c:pt>
                <c:pt idx="116">
                  <c:v>0.53374</c:v>
                </c:pt>
                <c:pt idx="117">
                  <c:v>0.51727</c:v>
                </c:pt>
                <c:pt idx="118">
                  <c:v>0.50102</c:v>
                </c:pt>
                <c:pt idx="119">
                  <c:v>0.485</c:v>
                </c:pt>
                <c:pt idx="120">
                  <c:v>0.46922</c:v>
                </c:pt>
                <c:pt idx="121">
                  <c:v>0.45371</c:v>
                </c:pt>
                <c:pt idx="122">
                  <c:v>0.43847</c:v>
                </c:pt>
                <c:pt idx="123">
                  <c:v>0.42351</c:v>
                </c:pt>
                <c:pt idx="124">
                  <c:v>0.40885</c:v>
                </c:pt>
                <c:pt idx="125">
                  <c:v>0.39449</c:v>
                </c:pt>
                <c:pt idx="126">
                  <c:v>0.38044</c:v>
                </c:pt>
                <c:pt idx="127">
                  <c:v>0.36671</c:v>
                </c:pt>
                <c:pt idx="128">
                  <c:v>0.3533</c:v>
                </c:pt>
                <c:pt idx="129">
                  <c:v>0.34021</c:v>
                </c:pt>
                <c:pt idx="130">
                  <c:v>0.32744</c:v>
                </c:pt>
                <c:pt idx="131">
                  <c:v>0.31501</c:v>
                </c:pt>
                <c:pt idx="132">
                  <c:v>0.30291</c:v>
                </c:pt>
                <c:pt idx="133">
                  <c:v>0.29114</c:v>
                </c:pt>
                <c:pt idx="134">
                  <c:v>0.2797</c:v>
                </c:pt>
                <c:pt idx="135">
                  <c:v>0.26859</c:v>
                </c:pt>
                <c:pt idx="136">
                  <c:v>0.25781</c:v>
                </c:pt>
                <c:pt idx="137">
                  <c:v>0.24735</c:v>
                </c:pt>
                <c:pt idx="138">
                  <c:v>0.23722</c:v>
                </c:pt>
                <c:pt idx="139">
                  <c:v>0.22741</c:v>
                </c:pt>
                <c:pt idx="140">
                  <c:v>0.21791</c:v>
                </c:pt>
                <c:pt idx="141">
                  <c:v>0.20872</c:v>
                </c:pt>
                <c:pt idx="142">
                  <c:v>0.19984</c:v>
                </c:pt>
                <c:pt idx="143">
                  <c:v>0.19127</c:v>
                </c:pt>
                <c:pt idx="144">
                  <c:v>0.18299</c:v>
                </c:pt>
                <c:pt idx="145">
                  <c:v>0.175</c:v>
                </c:pt>
                <c:pt idx="146">
                  <c:v>0.16729</c:v>
                </c:pt>
                <c:pt idx="147">
                  <c:v>0.15987</c:v>
                </c:pt>
                <c:pt idx="148">
                  <c:v>0.15271</c:v>
                </c:pt>
                <c:pt idx="149">
                  <c:v>0.14583</c:v>
                </c:pt>
                <c:pt idx="150">
                  <c:v>0.1392</c:v>
                </c:pt>
                <c:pt idx="151">
                  <c:v>0.13283</c:v>
                </c:pt>
                <c:pt idx="152">
                  <c:v>0.12671</c:v>
                </c:pt>
                <c:pt idx="153">
                  <c:v>0.12082</c:v>
                </c:pt>
                <c:pt idx="154">
                  <c:v>0.11517</c:v>
                </c:pt>
                <c:pt idx="155">
                  <c:v>0.10975</c:v>
                </c:pt>
                <c:pt idx="156">
                  <c:v>0.10455</c:v>
                </c:pt>
                <c:pt idx="157">
                  <c:v>0.09956</c:v>
                </c:pt>
                <c:pt idx="158">
                  <c:v>0.09478</c:v>
                </c:pt>
                <c:pt idx="159">
                  <c:v>0.0902</c:v>
                </c:pt>
                <c:pt idx="160">
                  <c:v>0.08581</c:v>
                </c:pt>
                <c:pt idx="161">
                  <c:v>0.08161</c:v>
                </c:pt>
                <c:pt idx="162">
                  <c:v>0.07759</c:v>
                </c:pt>
                <c:pt idx="163">
                  <c:v>0.07375</c:v>
                </c:pt>
                <c:pt idx="164">
                  <c:v>0.07008</c:v>
                </c:pt>
                <c:pt idx="165">
                  <c:v>0.06657</c:v>
                </c:pt>
                <c:pt idx="166">
                  <c:v>0.06322</c:v>
                </c:pt>
                <c:pt idx="167">
                  <c:v>0.06002</c:v>
                </c:pt>
                <c:pt idx="168">
                  <c:v>0.05696</c:v>
                </c:pt>
                <c:pt idx="169">
                  <c:v>0.05405</c:v>
                </c:pt>
                <c:pt idx="170">
                  <c:v>0.05127</c:v>
                </c:pt>
                <c:pt idx="171">
                  <c:v>0.04862</c:v>
                </c:pt>
                <c:pt idx="172">
                  <c:v>0.04609</c:v>
                </c:pt>
                <c:pt idx="173">
                  <c:v>0.04368</c:v>
                </c:pt>
                <c:pt idx="174">
                  <c:v>0.04139</c:v>
                </c:pt>
                <c:pt idx="175">
                  <c:v>0.03921</c:v>
                </c:pt>
                <c:pt idx="176">
                  <c:v>0.03713</c:v>
                </c:pt>
                <c:pt idx="177">
                  <c:v>0.03516</c:v>
                </c:pt>
                <c:pt idx="178">
                  <c:v>0.03328</c:v>
                </c:pt>
                <c:pt idx="179">
                  <c:v>0.03149</c:v>
                </c:pt>
                <c:pt idx="180">
                  <c:v>0.02979</c:v>
                </c:pt>
                <c:pt idx="181">
                  <c:v>0.02818</c:v>
                </c:pt>
                <c:pt idx="182">
                  <c:v>0.02664</c:v>
                </c:pt>
                <c:pt idx="183">
                  <c:v>0.02519</c:v>
                </c:pt>
                <c:pt idx="184">
                  <c:v>0.02381</c:v>
                </c:pt>
                <c:pt idx="185">
                  <c:v>0.0225</c:v>
                </c:pt>
                <c:pt idx="186">
                  <c:v>0.02125</c:v>
                </c:pt>
                <c:pt idx="187">
                  <c:v>0.02007</c:v>
                </c:pt>
                <c:pt idx="188">
                  <c:v>0.01895</c:v>
                </c:pt>
                <c:pt idx="189">
                  <c:v>0.01789</c:v>
                </c:pt>
                <c:pt idx="190">
                  <c:v>0.01689</c:v>
                </c:pt>
                <c:pt idx="191">
                  <c:v>0.01594</c:v>
                </c:pt>
                <c:pt idx="192">
                  <c:v>0.01504</c:v>
                </c:pt>
                <c:pt idx="193">
                  <c:v>0.01418</c:v>
                </c:pt>
                <c:pt idx="194">
                  <c:v>0.01337</c:v>
                </c:pt>
                <c:pt idx="195">
                  <c:v>0.01261</c:v>
                </c:pt>
                <c:pt idx="196">
                  <c:v>0.01189</c:v>
                </c:pt>
                <c:pt idx="197">
                  <c:v>0.0112</c:v>
                </c:pt>
                <c:pt idx="198">
                  <c:v>0.01055</c:v>
                </c:pt>
                <c:pt idx="199">
                  <c:v>0.00994</c:v>
                </c:pt>
                <c:pt idx="200">
                  <c:v>0.00936</c:v>
                </c:pt>
                <c:pt idx="201">
                  <c:v>0.00882</c:v>
                </c:pt>
                <c:pt idx="202">
                  <c:v>0.0083</c:v>
                </c:pt>
                <c:pt idx="203">
                  <c:v>0.00781</c:v>
                </c:pt>
                <c:pt idx="204">
                  <c:v>0.00735</c:v>
                </c:pt>
                <c:pt idx="205">
                  <c:v>0.00692</c:v>
                </c:pt>
                <c:pt idx="206">
                  <c:v>0.00651</c:v>
                </c:pt>
                <c:pt idx="207">
                  <c:v>0.00612</c:v>
                </c:pt>
                <c:pt idx="208">
                  <c:v>0.00576</c:v>
                </c:pt>
                <c:pt idx="209">
                  <c:v>0.00541</c:v>
                </c:pt>
                <c:pt idx="210">
                  <c:v>0.00509</c:v>
                </c:pt>
                <c:pt idx="211">
                  <c:v>0.00478</c:v>
                </c:pt>
                <c:pt idx="212">
                  <c:v>0.00449</c:v>
                </c:pt>
                <c:pt idx="213">
                  <c:v>0.00422</c:v>
                </c:pt>
                <c:pt idx="214">
                  <c:v>0.00397</c:v>
                </c:pt>
                <c:pt idx="215">
                  <c:v>0.00373</c:v>
                </c:pt>
                <c:pt idx="216">
                  <c:v>0.0035</c:v>
                </c:pt>
                <c:pt idx="217">
                  <c:v>0.00328</c:v>
                </c:pt>
                <c:pt idx="218">
                  <c:v>0.00308</c:v>
                </c:pt>
                <c:pt idx="219">
                  <c:v>0.00289</c:v>
                </c:pt>
                <c:pt idx="220">
                  <c:v>0.00272</c:v>
                </c:pt>
                <c:pt idx="221">
                  <c:v>0.00255</c:v>
                </c:pt>
                <c:pt idx="222">
                  <c:v>0.00239</c:v>
                </c:pt>
                <c:pt idx="223">
                  <c:v>0.00224</c:v>
                </c:pt>
                <c:pt idx="224">
                  <c:v>0.0021</c:v>
                </c:pt>
                <c:pt idx="225">
                  <c:v>0.00197</c:v>
                </c:pt>
                <c:pt idx="226">
                  <c:v>0.00185</c:v>
                </c:pt>
                <c:pt idx="227">
                  <c:v>0.00173</c:v>
                </c:pt>
                <c:pt idx="228">
                  <c:v>0.00162</c:v>
                </c:pt>
                <c:pt idx="229">
                  <c:v>0.00152</c:v>
                </c:pt>
                <c:pt idx="230">
                  <c:v>0.00143</c:v>
                </c:pt>
                <c:pt idx="231">
                  <c:v>0.00134</c:v>
                </c:pt>
                <c:pt idx="232">
                  <c:v>0.00125</c:v>
                </c:pt>
                <c:pt idx="233">
                  <c:v>0.00117</c:v>
                </c:pt>
                <c:pt idx="234">
                  <c:v>0.0011</c:v>
                </c:pt>
                <c:pt idx="235">
                  <c:v>0.00103</c:v>
                </c:pt>
                <c:pt idx="236">
                  <c:v>0.00096</c:v>
                </c:pt>
                <c:pt idx="237">
                  <c:v>0.0009</c:v>
                </c:pt>
                <c:pt idx="238">
                  <c:v>0.00084</c:v>
                </c:pt>
                <c:pt idx="239">
                  <c:v>0.00079</c:v>
                </c:pt>
                <c:pt idx="240">
                  <c:v>0.00074</c:v>
                </c:pt>
                <c:pt idx="241">
                  <c:v>0.00069</c:v>
                </c:pt>
                <c:pt idx="242">
                  <c:v>0.00064</c:v>
                </c:pt>
                <c:pt idx="243">
                  <c:v>0.0006</c:v>
                </c:pt>
                <c:pt idx="244">
                  <c:v>0.00056</c:v>
                </c:pt>
                <c:pt idx="245">
                  <c:v>0.00053</c:v>
                </c:pt>
                <c:pt idx="246">
                  <c:v>0.00049</c:v>
                </c:pt>
                <c:pt idx="247">
                  <c:v>0.00046</c:v>
                </c:pt>
                <c:pt idx="248">
                  <c:v>0.00043</c:v>
                </c:pt>
                <c:pt idx="249">
                  <c:v>0.0004</c:v>
                </c:pt>
                <c:pt idx="250">
                  <c:v>0.00038</c:v>
                </c:pt>
                <c:pt idx="251">
                  <c:v>0.00035</c:v>
                </c:pt>
                <c:pt idx="252">
                  <c:v>0.00033</c:v>
                </c:pt>
                <c:pt idx="253">
                  <c:v>0.00031</c:v>
                </c:pt>
                <c:pt idx="254">
                  <c:v>0.00029</c:v>
                </c:pt>
                <c:pt idx="255">
                  <c:v>0.00027</c:v>
                </c:pt>
                <c:pt idx="256">
                  <c:v>0.00025</c:v>
                </c:pt>
                <c:pt idx="257">
                  <c:v>0.00023</c:v>
                </c:pt>
                <c:pt idx="258">
                  <c:v>0.00022</c:v>
                </c:pt>
                <c:pt idx="259">
                  <c:v>0.0002</c:v>
                </c:pt>
                <c:pt idx="260">
                  <c:v>0.00019</c:v>
                </c:pt>
                <c:pt idx="261">
                  <c:v>0.00018</c:v>
                </c:pt>
                <c:pt idx="262">
                  <c:v>0.00016</c:v>
                </c:pt>
                <c:pt idx="263">
                  <c:v>0.00015</c:v>
                </c:pt>
                <c:pt idx="264">
                  <c:v>0.00014</c:v>
                </c:pt>
                <c:pt idx="265">
                  <c:v>0.00013</c:v>
                </c:pt>
                <c:pt idx="266">
                  <c:v>0.00012</c:v>
                </c:pt>
                <c:pt idx="267">
                  <c:v>0.00012</c:v>
                </c:pt>
                <c:pt idx="268">
                  <c:v>0.00011</c:v>
                </c:pt>
                <c:pt idx="269">
                  <c:v>0.0001</c:v>
                </c:pt>
                <c:pt idx="270">
                  <c:v>0.00009</c:v>
                </c:pt>
                <c:pt idx="271">
                  <c:v>0.00009</c:v>
                </c:pt>
                <c:pt idx="272">
                  <c:v>0.00008</c:v>
                </c:pt>
                <c:pt idx="273">
                  <c:v>0.00008</c:v>
                </c:pt>
                <c:pt idx="274">
                  <c:v>0.00007</c:v>
                </c:pt>
                <c:pt idx="275">
                  <c:v>0.00007</c:v>
                </c:pt>
                <c:pt idx="276">
                  <c:v>0.00006</c:v>
                </c:pt>
                <c:pt idx="277">
                  <c:v>0.00006</c:v>
                </c:pt>
                <c:pt idx="278">
                  <c:v>0.00005</c:v>
                </c:pt>
                <c:pt idx="279">
                  <c:v>0.00005</c:v>
                </c:pt>
                <c:pt idx="280">
                  <c:v>0.00005</c:v>
                </c:pt>
                <c:pt idx="281">
                  <c:v>0.00004</c:v>
                </c:pt>
                <c:pt idx="282">
                  <c:v>0.00004</c:v>
                </c:pt>
                <c:pt idx="283">
                  <c:v>0.00004</c:v>
                </c:pt>
                <c:pt idx="284">
                  <c:v>0.00003</c:v>
                </c:pt>
                <c:pt idx="285">
                  <c:v>0.00003</c:v>
                </c:pt>
                <c:pt idx="286">
                  <c:v>0.00003</c:v>
                </c:pt>
                <c:pt idx="287">
                  <c:v>0.00003</c:v>
                </c:pt>
                <c:pt idx="288">
                  <c:v>0.00003</c:v>
                </c:pt>
                <c:pt idx="289">
                  <c:v>0.00002</c:v>
                </c:pt>
                <c:pt idx="290">
                  <c:v>0.00002</c:v>
                </c:pt>
                <c:pt idx="291">
                  <c:v>0.00002</c:v>
                </c:pt>
                <c:pt idx="292">
                  <c:v>0.00002</c:v>
                </c:pt>
                <c:pt idx="293">
                  <c:v>0.00002</c:v>
                </c:pt>
                <c:pt idx="294">
                  <c:v>0.00002</c:v>
                </c:pt>
                <c:pt idx="295">
                  <c:v>0.00002</c:v>
                </c:pt>
                <c:pt idx="296">
                  <c:v>0.00001</c:v>
                </c:pt>
                <c:pt idx="297">
                  <c:v>0.00001</c:v>
                </c:pt>
                <c:pt idx="298">
                  <c:v>0.00001</c:v>
                </c:pt>
                <c:pt idx="299">
                  <c:v>0.00001</c:v>
                </c:pt>
                <c:pt idx="300">
                  <c:v>0.00001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Horas hombre</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20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EXPONENCIAL media 10 días</a:t>
            </a:r>
          </a:p>
        </c:rich>
      </c:tx>
      <c:layout/>
      <c:overlay val="0"/>
    </c:title>
    <c:autoTitleDeleted val="0"/>
    <c:plotArea>
      <c:layout/>
      <c:scatterChart>
        <c:scatterStyle val="lineMarker"/>
        <c:varyColors val="0"/>
        <c:ser>
          <c:idx val="0"/>
          <c:order val="0"/>
          <c:tx>
            <c:strRef>
              <c:f>Sheet1!$B$1</c:f>
              <c:strCache>
                <c:ptCount val="1"/>
                <c:pt idx="0">
                  <c:v>EXPONENCIAL media 10</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Sheet1!$A$2:$A$202</c:f>
              <c:numCache>
                <c:formatCode>General</c:formatCode>
                <c:ptCount val="20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numCache>
            </c:numRef>
          </c:xVal>
          <c:yVal>
            <c:numRef>
              <c:f>Sheet1!$B$2:$B$202</c:f>
              <c:numCache>
                <c:formatCode>General</c:formatCode>
                <c:ptCount val="201"/>
                <c:pt idx="0">
                  <c:v>1</c:v>
                </c:pt>
                <c:pt idx="1">
                  <c:v>0.97531</c:v>
                </c:pt>
                <c:pt idx="2">
                  <c:v>0.95123</c:v>
                </c:pt>
                <c:pt idx="3">
                  <c:v>0.92774</c:v>
                </c:pt>
                <c:pt idx="4">
                  <c:v>0.90484</c:v>
                </c:pt>
                <c:pt idx="5">
                  <c:v>0.8825</c:v>
                </c:pt>
                <c:pt idx="6">
                  <c:v>0.86071</c:v>
                </c:pt>
                <c:pt idx="7">
                  <c:v>0.83946</c:v>
                </c:pt>
                <c:pt idx="8">
                  <c:v>0.81873</c:v>
                </c:pt>
                <c:pt idx="9">
                  <c:v>0.79852</c:v>
                </c:pt>
                <c:pt idx="10">
                  <c:v>0.7788</c:v>
                </c:pt>
                <c:pt idx="11">
                  <c:v>0.75957</c:v>
                </c:pt>
                <c:pt idx="12">
                  <c:v>0.74082</c:v>
                </c:pt>
                <c:pt idx="13">
                  <c:v>0.72253</c:v>
                </c:pt>
                <c:pt idx="14">
                  <c:v>0.70469</c:v>
                </c:pt>
                <c:pt idx="15">
                  <c:v>0.68729</c:v>
                </c:pt>
                <c:pt idx="16">
                  <c:v>0.67032</c:v>
                </c:pt>
                <c:pt idx="17">
                  <c:v>0.65377</c:v>
                </c:pt>
                <c:pt idx="18">
                  <c:v>0.63763</c:v>
                </c:pt>
                <c:pt idx="19">
                  <c:v>0.62189</c:v>
                </c:pt>
                <c:pt idx="20">
                  <c:v>0.60653</c:v>
                </c:pt>
                <c:pt idx="21">
                  <c:v>0.59156</c:v>
                </c:pt>
                <c:pt idx="22">
                  <c:v>0.57695</c:v>
                </c:pt>
                <c:pt idx="23">
                  <c:v>0.5627</c:v>
                </c:pt>
                <c:pt idx="24">
                  <c:v>0.54881</c:v>
                </c:pt>
                <c:pt idx="25">
                  <c:v>0.53526</c:v>
                </c:pt>
                <c:pt idx="26">
                  <c:v>0.52205</c:v>
                </c:pt>
                <c:pt idx="27">
                  <c:v>0.50916</c:v>
                </c:pt>
                <c:pt idx="28">
                  <c:v>0.49659</c:v>
                </c:pt>
                <c:pt idx="29">
                  <c:v>0.48432</c:v>
                </c:pt>
                <c:pt idx="30">
                  <c:v>0.47237</c:v>
                </c:pt>
                <c:pt idx="31">
                  <c:v>0.4607</c:v>
                </c:pt>
                <c:pt idx="32">
                  <c:v>0.44933</c:v>
                </c:pt>
                <c:pt idx="33">
                  <c:v>0.43823</c:v>
                </c:pt>
                <c:pt idx="34">
                  <c:v>0.42741</c:v>
                </c:pt>
                <c:pt idx="35">
                  <c:v>0.41686</c:v>
                </c:pt>
                <c:pt idx="36">
                  <c:v>0.40657</c:v>
                </c:pt>
                <c:pt idx="37">
                  <c:v>0.39653</c:v>
                </c:pt>
                <c:pt idx="38">
                  <c:v>0.38674</c:v>
                </c:pt>
                <c:pt idx="39">
                  <c:v>0.37719</c:v>
                </c:pt>
                <c:pt idx="40">
                  <c:v>0.36788</c:v>
                </c:pt>
                <c:pt idx="41">
                  <c:v>0.3588</c:v>
                </c:pt>
                <c:pt idx="42">
                  <c:v>0.34994</c:v>
                </c:pt>
                <c:pt idx="43">
                  <c:v>0.3413</c:v>
                </c:pt>
                <c:pt idx="44">
                  <c:v>0.33287</c:v>
                </c:pt>
                <c:pt idx="45">
                  <c:v>0.32465</c:v>
                </c:pt>
                <c:pt idx="46">
                  <c:v>0.31664</c:v>
                </c:pt>
                <c:pt idx="47">
                  <c:v>0.30882</c:v>
                </c:pt>
                <c:pt idx="48">
                  <c:v>0.30119</c:v>
                </c:pt>
                <c:pt idx="49">
                  <c:v>0.29376</c:v>
                </c:pt>
                <c:pt idx="50">
                  <c:v>0.2865</c:v>
                </c:pt>
                <c:pt idx="51">
                  <c:v>0.27943</c:v>
                </c:pt>
                <c:pt idx="52">
                  <c:v>0.27253</c:v>
                </c:pt>
                <c:pt idx="53">
                  <c:v>0.2658</c:v>
                </c:pt>
                <c:pt idx="54">
                  <c:v>0.25924</c:v>
                </c:pt>
                <c:pt idx="55">
                  <c:v>0.25284</c:v>
                </c:pt>
                <c:pt idx="56">
                  <c:v>0.2466</c:v>
                </c:pt>
                <c:pt idx="57">
                  <c:v>0.24051</c:v>
                </c:pt>
                <c:pt idx="58">
                  <c:v>0.23457</c:v>
                </c:pt>
                <c:pt idx="59">
                  <c:v>0.22878</c:v>
                </c:pt>
                <c:pt idx="60">
                  <c:v>0.22313</c:v>
                </c:pt>
                <c:pt idx="61">
                  <c:v>0.21762</c:v>
                </c:pt>
                <c:pt idx="62">
                  <c:v>0.21225</c:v>
                </c:pt>
                <c:pt idx="63">
                  <c:v>0.20701</c:v>
                </c:pt>
                <c:pt idx="64">
                  <c:v>0.2019</c:v>
                </c:pt>
                <c:pt idx="65">
                  <c:v>0.19691</c:v>
                </c:pt>
                <c:pt idx="66">
                  <c:v>0.19205</c:v>
                </c:pt>
                <c:pt idx="67">
                  <c:v>0.18731</c:v>
                </c:pt>
                <c:pt idx="68">
                  <c:v>0.18268</c:v>
                </c:pt>
                <c:pt idx="69">
                  <c:v>0.17817</c:v>
                </c:pt>
                <c:pt idx="70">
                  <c:v>0.17377</c:v>
                </c:pt>
                <c:pt idx="71">
                  <c:v>0.16948</c:v>
                </c:pt>
                <c:pt idx="72">
                  <c:v>0.1653</c:v>
                </c:pt>
                <c:pt idx="73">
                  <c:v>0.16122</c:v>
                </c:pt>
                <c:pt idx="74">
                  <c:v>0.15724</c:v>
                </c:pt>
                <c:pt idx="75">
                  <c:v>0.15335</c:v>
                </c:pt>
                <c:pt idx="76">
                  <c:v>0.14957</c:v>
                </c:pt>
                <c:pt idx="77">
                  <c:v>0.14588</c:v>
                </c:pt>
                <c:pt idx="78">
                  <c:v>0.14227</c:v>
                </c:pt>
                <c:pt idx="79">
                  <c:v>0.13876</c:v>
                </c:pt>
                <c:pt idx="80">
                  <c:v>0.13534</c:v>
                </c:pt>
                <c:pt idx="81">
                  <c:v>0.13199</c:v>
                </c:pt>
                <c:pt idx="82">
                  <c:v>0.12873</c:v>
                </c:pt>
                <c:pt idx="83">
                  <c:v>0.12556</c:v>
                </c:pt>
                <c:pt idx="84">
                  <c:v>0.12246</c:v>
                </c:pt>
                <c:pt idx="85">
                  <c:v>0.11943</c:v>
                </c:pt>
                <c:pt idx="86">
                  <c:v>0.11648</c:v>
                </c:pt>
                <c:pt idx="87">
                  <c:v>0.11361</c:v>
                </c:pt>
                <c:pt idx="88">
                  <c:v>0.1108</c:v>
                </c:pt>
                <c:pt idx="89">
                  <c:v>0.10807</c:v>
                </c:pt>
                <c:pt idx="90">
                  <c:v>0.1054</c:v>
                </c:pt>
                <c:pt idx="91">
                  <c:v>0.1028</c:v>
                </c:pt>
                <c:pt idx="92">
                  <c:v>0.10026</c:v>
                </c:pt>
                <c:pt idx="93">
                  <c:v>0.09778</c:v>
                </c:pt>
                <c:pt idx="94">
                  <c:v>0.09537</c:v>
                </c:pt>
                <c:pt idx="95">
                  <c:v>0.09301</c:v>
                </c:pt>
                <c:pt idx="96">
                  <c:v>0.09072</c:v>
                </c:pt>
                <c:pt idx="97">
                  <c:v>0.08848</c:v>
                </c:pt>
                <c:pt idx="98">
                  <c:v>0.08629</c:v>
                </c:pt>
                <c:pt idx="99">
                  <c:v>0.08416</c:v>
                </c:pt>
                <c:pt idx="100">
                  <c:v>0.08208</c:v>
                </c:pt>
                <c:pt idx="101">
                  <c:v>0.08006</c:v>
                </c:pt>
                <c:pt idx="102">
                  <c:v>0.07808</c:v>
                </c:pt>
                <c:pt idx="103">
                  <c:v>0.07615</c:v>
                </c:pt>
                <c:pt idx="104">
                  <c:v>0.07427</c:v>
                </c:pt>
                <c:pt idx="105">
                  <c:v>0.07244</c:v>
                </c:pt>
                <c:pt idx="106">
                  <c:v>0.07065</c:v>
                </c:pt>
                <c:pt idx="107">
                  <c:v>0.06891</c:v>
                </c:pt>
                <c:pt idx="108">
                  <c:v>0.06721</c:v>
                </c:pt>
                <c:pt idx="109">
                  <c:v>0.06555</c:v>
                </c:pt>
                <c:pt idx="110">
                  <c:v>0.06393</c:v>
                </c:pt>
                <c:pt idx="111">
                  <c:v>0.06235</c:v>
                </c:pt>
                <c:pt idx="112">
                  <c:v>0.06081</c:v>
                </c:pt>
                <c:pt idx="113">
                  <c:v>0.05931</c:v>
                </c:pt>
                <c:pt idx="114">
                  <c:v>0.05784</c:v>
                </c:pt>
                <c:pt idx="115">
                  <c:v>0.05642</c:v>
                </c:pt>
                <c:pt idx="116">
                  <c:v>0.05502</c:v>
                </c:pt>
                <c:pt idx="117">
                  <c:v>0.05366</c:v>
                </c:pt>
                <c:pt idx="118">
                  <c:v>0.05234</c:v>
                </c:pt>
                <c:pt idx="119">
                  <c:v>0.05105</c:v>
                </c:pt>
                <c:pt idx="120">
                  <c:v>0.04979</c:v>
                </c:pt>
                <c:pt idx="121">
                  <c:v>0.04856</c:v>
                </c:pt>
                <c:pt idx="122">
                  <c:v>0.04736</c:v>
                </c:pt>
                <c:pt idx="123">
                  <c:v>0.04619</c:v>
                </c:pt>
                <c:pt idx="124">
                  <c:v>0.04505</c:v>
                </c:pt>
                <c:pt idx="125">
                  <c:v>0.04394</c:v>
                </c:pt>
                <c:pt idx="126">
                  <c:v>0.04285</c:v>
                </c:pt>
                <c:pt idx="127">
                  <c:v>0.04179</c:v>
                </c:pt>
                <c:pt idx="128">
                  <c:v>0.04076</c:v>
                </c:pt>
                <c:pt idx="129">
                  <c:v>0.03976</c:v>
                </c:pt>
                <c:pt idx="130">
                  <c:v>0.03877</c:v>
                </c:pt>
                <c:pt idx="131">
                  <c:v>0.03782</c:v>
                </c:pt>
                <c:pt idx="132">
                  <c:v>0.03688</c:v>
                </c:pt>
                <c:pt idx="133">
                  <c:v>0.03597</c:v>
                </c:pt>
                <c:pt idx="134">
                  <c:v>0.03508</c:v>
                </c:pt>
                <c:pt idx="135">
                  <c:v>0.03422</c:v>
                </c:pt>
                <c:pt idx="136">
                  <c:v>0.03337</c:v>
                </c:pt>
                <c:pt idx="137">
                  <c:v>0.03255</c:v>
                </c:pt>
                <c:pt idx="138">
                  <c:v>0.03175</c:v>
                </c:pt>
                <c:pt idx="139">
                  <c:v>0.03096</c:v>
                </c:pt>
                <c:pt idx="140">
                  <c:v>0.0302</c:v>
                </c:pt>
                <c:pt idx="141">
                  <c:v>0.02945</c:v>
                </c:pt>
                <c:pt idx="142">
                  <c:v>0.02872</c:v>
                </c:pt>
                <c:pt idx="143">
                  <c:v>0.02802</c:v>
                </c:pt>
                <c:pt idx="144">
                  <c:v>0.02732</c:v>
                </c:pt>
                <c:pt idx="145">
                  <c:v>0.02665</c:v>
                </c:pt>
                <c:pt idx="146">
                  <c:v>0.02599</c:v>
                </c:pt>
                <c:pt idx="147">
                  <c:v>0.02535</c:v>
                </c:pt>
                <c:pt idx="148">
                  <c:v>0.02472</c:v>
                </c:pt>
                <c:pt idx="149">
                  <c:v>0.02411</c:v>
                </c:pt>
                <c:pt idx="150">
                  <c:v>0.02352</c:v>
                </c:pt>
                <c:pt idx="151">
                  <c:v>0.02294</c:v>
                </c:pt>
                <c:pt idx="152">
                  <c:v>0.02237</c:v>
                </c:pt>
                <c:pt idx="153">
                  <c:v>0.02182</c:v>
                </c:pt>
                <c:pt idx="154">
                  <c:v>0.02128</c:v>
                </c:pt>
                <c:pt idx="155">
                  <c:v>0.02075</c:v>
                </c:pt>
                <c:pt idx="156">
                  <c:v>0.02024</c:v>
                </c:pt>
                <c:pt idx="157">
                  <c:v>0.01974</c:v>
                </c:pt>
                <c:pt idx="158">
                  <c:v>0.01925</c:v>
                </c:pt>
                <c:pt idx="159">
                  <c:v>0.01878</c:v>
                </c:pt>
                <c:pt idx="160">
                  <c:v>0.01832</c:v>
                </c:pt>
                <c:pt idx="161">
                  <c:v>0.01786</c:v>
                </c:pt>
                <c:pt idx="162">
                  <c:v>0.01742</c:v>
                </c:pt>
                <c:pt idx="163">
                  <c:v>0.01699</c:v>
                </c:pt>
                <c:pt idx="164">
                  <c:v>0.01657</c:v>
                </c:pt>
                <c:pt idx="165">
                  <c:v>0.01616</c:v>
                </c:pt>
                <c:pt idx="166">
                  <c:v>0.01576</c:v>
                </c:pt>
                <c:pt idx="167">
                  <c:v>0.01538</c:v>
                </c:pt>
                <c:pt idx="168">
                  <c:v>0.015</c:v>
                </c:pt>
                <c:pt idx="169">
                  <c:v>0.01463</c:v>
                </c:pt>
                <c:pt idx="170">
                  <c:v>0.01426</c:v>
                </c:pt>
                <c:pt idx="171">
                  <c:v>0.01391</c:v>
                </c:pt>
                <c:pt idx="172">
                  <c:v>0.01357</c:v>
                </c:pt>
                <c:pt idx="173">
                  <c:v>0.01323</c:v>
                </c:pt>
                <c:pt idx="174">
                  <c:v>0.01291</c:v>
                </c:pt>
                <c:pt idx="175">
                  <c:v>0.01259</c:v>
                </c:pt>
                <c:pt idx="176">
                  <c:v>0.01228</c:v>
                </c:pt>
                <c:pt idx="177">
                  <c:v>0.01197</c:v>
                </c:pt>
                <c:pt idx="178">
                  <c:v>0.01168</c:v>
                </c:pt>
                <c:pt idx="179">
                  <c:v>0.01139</c:v>
                </c:pt>
                <c:pt idx="180">
                  <c:v>0.01111</c:v>
                </c:pt>
                <c:pt idx="181">
                  <c:v>0.01083</c:v>
                </c:pt>
                <c:pt idx="182">
                  <c:v>0.01057</c:v>
                </c:pt>
                <c:pt idx="183">
                  <c:v>0.01031</c:v>
                </c:pt>
                <c:pt idx="184">
                  <c:v>0.01005</c:v>
                </c:pt>
                <c:pt idx="185">
                  <c:v>0.0098</c:v>
                </c:pt>
                <c:pt idx="186">
                  <c:v>0.00956</c:v>
                </c:pt>
                <c:pt idx="187">
                  <c:v>0.00933</c:v>
                </c:pt>
                <c:pt idx="188">
                  <c:v>0.0091</c:v>
                </c:pt>
                <c:pt idx="189">
                  <c:v>0.00887</c:v>
                </c:pt>
                <c:pt idx="190">
                  <c:v>0.00865</c:v>
                </c:pt>
                <c:pt idx="191">
                  <c:v>0.00844</c:v>
                </c:pt>
                <c:pt idx="192">
                  <c:v>0.00823</c:v>
                </c:pt>
                <c:pt idx="193">
                  <c:v>0.00803</c:v>
                </c:pt>
                <c:pt idx="194">
                  <c:v>0.00783</c:v>
                </c:pt>
                <c:pt idx="195">
                  <c:v>0.00764</c:v>
                </c:pt>
                <c:pt idx="196">
                  <c:v>0.00745</c:v>
                </c:pt>
                <c:pt idx="197">
                  <c:v>0.00726</c:v>
                </c:pt>
                <c:pt idx="198">
                  <c:v>0.00708</c:v>
                </c:pt>
                <c:pt idx="199">
                  <c:v>0.00691</c:v>
                </c:pt>
                <c:pt idx="200">
                  <c:v>0.00674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5"/>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WEIBULL escala 8 con distintas formas</a:t>
            </a:r>
          </a:p>
        </c:rich>
      </c:tx>
      <c:layout/>
      <c:overlay val="0"/>
    </c:title>
    <c:autoTitleDeleted val="0"/>
    <c:plotArea>
      <c:layout/>
      <c:scatterChart>
        <c:scatterStyle val="lineMarker"/>
        <c:varyColors val="0"/>
        <c:ser>
          <c:idx val="0"/>
          <c:order val="0"/>
          <c:tx>
            <c:strRef>
              <c:f>Sheet1!$B$1</c:f>
              <c:strCache>
                <c:ptCount val="1"/>
                <c:pt idx="0">
                  <c:v>forma 0,8</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Sheet1!$A$2:$A$242</c:f>
              <c:numCache>
                <c:formatCode>General</c:formatCode>
                <c:ptCount val="241"/>
                <c:pt idx="0">
                  <c:v>0</c:v>
                </c:pt>
                <c:pt idx="1">
                  <c:v>0.125</c:v>
                </c:pt>
                <c:pt idx="2">
                  <c:v>0.25</c:v>
                </c:pt>
                <c:pt idx="3">
                  <c:v>0.375</c:v>
                </c:pt>
                <c:pt idx="4">
                  <c:v>0.5</c:v>
                </c:pt>
                <c:pt idx="5">
                  <c:v>0.625</c:v>
                </c:pt>
                <c:pt idx="6">
                  <c:v>0.75</c:v>
                </c:pt>
                <c:pt idx="7">
                  <c:v>0.875</c:v>
                </c:pt>
                <c:pt idx="8">
                  <c:v>1</c:v>
                </c:pt>
                <c:pt idx="9">
                  <c:v>1.125</c:v>
                </c:pt>
                <c:pt idx="10">
                  <c:v>1.25</c:v>
                </c:pt>
                <c:pt idx="11">
                  <c:v>1.375</c:v>
                </c:pt>
                <c:pt idx="12">
                  <c:v>1.5</c:v>
                </c:pt>
                <c:pt idx="13">
                  <c:v>1.625</c:v>
                </c:pt>
                <c:pt idx="14">
                  <c:v>1.75</c:v>
                </c:pt>
                <c:pt idx="15">
                  <c:v>1.875</c:v>
                </c:pt>
                <c:pt idx="16">
                  <c:v>2</c:v>
                </c:pt>
                <c:pt idx="17">
                  <c:v>2.125</c:v>
                </c:pt>
                <c:pt idx="18">
                  <c:v>2.25</c:v>
                </c:pt>
                <c:pt idx="19">
                  <c:v>2.375</c:v>
                </c:pt>
                <c:pt idx="20">
                  <c:v>2.5</c:v>
                </c:pt>
                <c:pt idx="21">
                  <c:v>2.625</c:v>
                </c:pt>
                <c:pt idx="22">
                  <c:v>2.75</c:v>
                </c:pt>
                <c:pt idx="23">
                  <c:v>2.875</c:v>
                </c:pt>
                <c:pt idx="24">
                  <c:v>3</c:v>
                </c:pt>
                <c:pt idx="25">
                  <c:v>3.125</c:v>
                </c:pt>
                <c:pt idx="26">
                  <c:v>3.25</c:v>
                </c:pt>
                <c:pt idx="27">
                  <c:v>3.375</c:v>
                </c:pt>
                <c:pt idx="28">
                  <c:v>3.5</c:v>
                </c:pt>
                <c:pt idx="29">
                  <c:v>3.625</c:v>
                </c:pt>
                <c:pt idx="30">
                  <c:v>3.75</c:v>
                </c:pt>
                <c:pt idx="31">
                  <c:v>3.875</c:v>
                </c:pt>
                <c:pt idx="32">
                  <c:v>4</c:v>
                </c:pt>
                <c:pt idx="33">
                  <c:v>4.125</c:v>
                </c:pt>
                <c:pt idx="34">
                  <c:v>4.25</c:v>
                </c:pt>
                <c:pt idx="35">
                  <c:v>4.375</c:v>
                </c:pt>
                <c:pt idx="36">
                  <c:v>4.5</c:v>
                </c:pt>
                <c:pt idx="37">
                  <c:v>4.625</c:v>
                </c:pt>
                <c:pt idx="38">
                  <c:v>4.75</c:v>
                </c:pt>
                <c:pt idx="39">
                  <c:v>4.875</c:v>
                </c:pt>
                <c:pt idx="40">
                  <c:v>5</c:v>
                </c:pt>
                <c:pt idx="41">
                  <c:v>5.125</c:v>
                </c:pt>
                <c:pt idx="42">
                  <c:v>5.25</c:v>
                </c:pt>
                <c:pt idx="43">
                  <c:v>5.375</c:v>
                </c:pt>
                <c:pt idx="44">
                  <c:v>5.5</c:v>
                </c:pt>
                <c:pt idx="45">
                  <c:v>5.625</c:v>
                </c:pt>
                <c:pt idx="46">
                  <c:v>5.75</c:v>
                </c:pt>
                <c:pt idx="47">
                  <c:v>5.875</c:v>
                </c:pt>
                <c:pt idx="48">
                  <c:v>6</c:v>
                </c:pt>
                <c:pt idx="49">
                  <c:v>6.125</c:v>
                </c:pt>
                <c:pt idx="50">
                  <c:v>6.25</c:v>
                </c:pt>
                <c:pt idx="51">
                  <c:v>6.375</c:v>
                </c:pt>
                <c:pt idx="52">
                  <c:v>6.5</c:v>
                </c:pt>
                <c:pt idx="53">
                  <c:v>6.625</c:v>
                </c:pt>
                <c:pt idx="54">
                  <c:v>6.75</c:v>
                </c:pt>
                <c:pt idx="55">
                  <c:v>6.875</c:v>
                </c:pt>
                <c:pt idx="56">
                  <c:v>7</c:v>
                </c:pt>
                <c:pt idx="57">
                  <c:v>7.125</c:v>
                </c:pt>
                <c:pt idx="58">
                  <c:v>7.25</c:v>
                </c:pt>
                <c:pt idx="59">
                  <c:v>7.375</c:v>
                </c:pt>
                <c:pt idx="60">
                  <c:v>7.5</c:v>
                </c:pt>
                <c:pt idx="61">
                  <c:v>7.625</c:v>
                </c:pt>
                <c:pt idx="62">
                  <c:v>7.75</c:v>
                </c:pt>
                <c:pt idx="63">
                  <c:v>7.875</c:v>
                </c:pt>
                <c:pt idx="64">
                  <c:v>8</c:v>
                </c:pt>
                <c:pt idx="65">
                  <c:v>8.125</c:v>
                </c:pt>
                <c:pt idx="66">
                  <c:v>8.25</c:v>
                </c:pt>
                <c:pt idx="67">
                  <c:v>8.375</c:v>
                </c:pt>
                <c:pt idx="68">
                  <c:v>8.5</c:v>
                </c:pt>
                <c:pt idx="69">
                  <c:v>8.625</c:v>
                </c:pt>
                <c:pt idx="70">
                  <c:v>8.75</c:v>
                </c:pt>
                <c:pt idx="71">
                  <c:v>8.875</c:v>
                </c:pt>
                <c:pt idx="72">
                  <c:v>9</c:v>
                </c:pt>
                <c:pt idx="73">
                  <c:v>9.125</c:v>
                </c:pt>
                <c:pt idx="74">
                  <c:v>9.25</c:v>
                </c:pt>
                <c:pt idx="75">
                  <c:v>9.375</c:v>
                </c:pt>
                <c:pt idx="76">
                  <c:v>9.5</c:v>
                </c:pt>
                <c:pt idx="77">
                  <c:v>9.625</c:v>
                </c:pt>
                <c:pt idx="78">
                  <c:v>9.75</c:v>
                </c:pt>
                <c:pt idx="79">
                  <c:v>9.875</c:v>
                </c:pt>
                <c:pt idx="80">
                  <c:v>10</c:v>
                </c:pt>
                <c:pt idx="81">
                  <c:v>10.125</c:v>
                </c:pt>
                <c:pt idx="82">
                  <c:v>10.25</c:v>
                </c:pt>
                <c:pt idx="83">
                  <c:v>10.375</c:v>
                </c:pt>
                <c:pt idx="84">
                  <c:v>10.5</c:v>
                </c:pt>
                <c:pt idx="85">
                  <c:v>10.625</c:v>
                </c:pt>
                <c:pt idx="86">
                  <c:v>10.75</c:v>
                </c:pt>
                <c:pt idx="87">
                  <c:v>10.875</c:v>
                </c:pt>
                <c:pt idx="88">
                  <c:v>11</c:v>
                </c:pt>
                <c:pt idx="89">
                  <c:v>11.125</c:v>
                </c:pt>
                <c:pt idx="90">
                  <c:v>11.25</c:v>
                </c:pt>
                <c:pt idx="91">
                  <c:v>11.375</c:v>
                </c:pt>
                <c:pt idx="92">
                  <c:v>11.5</c:v>
                </c:pt>
                <c:pt idx="93">
                  <c:v>11.625</c:v>
                </c:pt>
                <c:pt idx="94">
                  <c:v>11.75</c:v>
                </c:pt>
                <c:pt idx="95">
                  <c:v>11.875</c:v>
                </c:pt>
                <c:pt idx="96">
                  <c:v>12</c:v>
                </c:pt>
                <c:pt idx="97">
                  <c:v>12.125</c:v>
                </c:pt>
                <c:pt idx="98">
                  <c:v>12.25</c:v>
                </c:pt>
                <c:pt idx="99">
                  <c:v>12.375</c:v>
                </c:pt>
                <c:pt idx="100">
                  <c:v>12.5</c:v>
                </c:pt>
                <c:pt idx="101">
                  <c:v>12.625</c:v>
                </c:pt>
                <c:pt idx="102">
                  <c:v>12.75</c:v>
                </c:pt>
                <c:pt idx="103">
                  <c:v>12.875</c:v>
                </c:pt>
                <c:pt idx="104">
                  <c:v>13</c:v>
                </c:pt>
                <c:pt idx="105">
                  <c:v>13.125</c:v>
                </c:pt>
                <c:pt idx="106">
                  <c:v>13.25</c:v>
                </c:pt>
                <c:pt idx="107">
                  <c:v>13.375</c:v>
                </c:pt>
                <c:pt idx="108">
                  <c:v>13.5</c:v>
                </c:pt>
                <c:pt idx="109">
                  <c:v>13.625</c:v>
                </c:pt>
                <c:pt idx="110">
                  <c:v>13.75</c:v>
                </c:pt>
                <c:pt idx="111">
                  <c:v>13.875</c:v>
                </c:pt>
                <c:pt idx="112">
                  <c:v>14</c:v>
                </c:pt>
                <c:pt idx="113">
                  <c:v>14.125</c:v>
                </c:pt>
                <c:pt idx="114">
                  <c:v>14.25</c:v>
                </c:pt>
                <c:pt idx="115">
                  <c:v>14.375</c:v>
                </c:pt>
                <c:pt idx="116">
                  <c:v>14.5</c:v>
                </c:pt>
                <c:pt idx="117">
                  <c:v>14.625</c:v>
                </c:pt>
                <c:pt idx="118">
                  <c:v>14.75</c:v>
                </c:pt>
                <c:pt idx="119">
                  <c:v>14.875</c:v>
                </c:pt>
                <c:pt idx="120">
                  <c:v>15</c:v>
                </c:pt>
                <c:pt idx="121">
                  <c:v>15.125</c:v>
                </c:pt>
                <c:pt idx="122">
                  <c:v>15.25</c:v>
                </c:pt>
                <c:pt idx="123">
                  <c:v>15.375</c:v>
                </c:pt>
                <c:pt idx="124">
                  <c:v>15.5</c:v>
                </c:pt>
                <c:pt idx="125">
                  <c:v>15.625</c:v>
                </c:pt>
                <c:pt idx="126">
                  <c:v>15.75</c:v>
                </c:pt>
                <c:pt idx="127">
                  <c:v>15.875</c:v>
                </c:pt>
                <c:pt idx="128">
                  <c:v>16</c:v>
                </c:pt>
                <c:pt idx="129">
                  <c:v>16.125</c:v>
                </c:pt>
                <c:pt idx="130">
                  <c:v>16.25</c:v>
                </c:pt>
                <c:pt idx="131">
                  <c:v>16.375</c:v>
                </c:pt>
                <c:pt idx="132">
                  <c:v>16.5</c:v>
                </c:pt>
                <c:pt idx="133">
                  <c:v>16.625</c:v>
                </c:pt>
                <c:pt idx="134">
                  <c:v>16.75</c:v>
                </c:pt>
                <c:pt idx="135">
                  <c:v>16.875</c:v>
                </c:pt>
                <c:pt idx="136">
                  <c:v>17</c:v>
                </c:pt>
                <c:pt idx="137">
                  <c:v>17.125</c:v>
                </c:pt>
                <c:pt idx="138">
                  <c:v>17.25</c:v>
                </c:pt>
                <c:pt idx="139">
                  <c:v>17.375</c:v>
                </c:pt>
                <c:pt idx="140">
                  <c:v>17.5</c:v>
                </c:pt>
                <c:pt idx="141">
                  <c:v>17.625</c:v>
                </c:pt>
                <c:pt idx="142">
                  <c:v>17.75</c:v>
                </c:pt>
                <c:pt idx="143">
                  <c:v>17.875</c:v>
                </c:pt>
                <c:pt idx="144">
                  <c:v>18</c:v>
                </c:pt>
                <c:pt idx="145">
                  <c:v>18.125</c:v>
                </c:pt>
                <c:pt idx="146">
                  <c:v>18.25</c:v>
                </c:pt>
                <c:pt idx="147">
                  <c:v>18.375</c:v>
                </c:pt>
                <c:pt idx="148">
                  <c:v>18.5</c:v>
                </c:pt>
                <c:pt idx="149">
                  <c:v>18.625</c:v>
                </c:pt>
                <c:pt idx="150">
                  <c:v>18.75</c:v>
                </c:pt>
                <c:pt idx="151">
                  <c:v>18.875</c:v>
                </c:pt>
                <c:pt idx="152">
                  <c:v>19</c:v>
                </c:pt>
                <c:pt idx="153">
                  <c:v>19.125</c:v>
                </c:pt>
                <c:pt idx="154">
                  <c:v>19.25</c:v>
                </c:pt>
                <c:pt idx="155">
                  <c:v>19.375</c:v>
                </c:pt>
                <c:pt idx="156">
                  <c:v>19.5</c:v>
                </c:pt>
                <c:pt idx="157">
                  <c:v>19.625</c:v>
                </c:pt>
                <c:pt idx="158">
                  <c:v>19.75</c:v>
                </c:pt>
                <c:pt idx="159">
                  <c:v>19.875</c:v>
                </c:pt>
                <c:pt idx="160">
                  <c:v>20</c:v>
                </c:pt>
                <c:pt idx="161">
                  <c:v>20.125</c:v>
                </c:pt>
                <c:pt idx="162">
                  <c:v>20.25</c:v>
                </c:pt>
                <c:pt idx="163">
                  <c:v>20.375</c:v>
                </c:pt>
                <c:pt idx="164">
                  <c:v>20.5</c:v>
                </c:pt>
                <c:pt idx="165">
                  <c:v>20.625</c:v>
                </c:pt>
                <c:pt idx="166">
                  <c:v>20.75</c:v>
                </c:pt>
                <c:pt idx="167">
                  <c:v>20.875</c:v>
                </c:pt>
                <c:pt idx="168">
                  <c:v>21</c:v>
                </c:pt>
                <c:pt idx="169">
                  <c:v>21.125</c:v>
                </c:pt>
                <c:pt idx="170">
                  <c:v>21.25</c:v>
                </c:pt>
                <c:pt idx="171">
                  <c:v>21.375</c:v>
                </c:pt>
                <c:pt idx="172">
                  <c:v>21.5</c:v>
                </c:pt>
                <c:pt idx="173">
                  <c:v>21.625</c:v>
                </c:pt>
                <c:pt idx="174">
                  <c:v>21.75</c:v>
                </c:pt>
                <c:pt idx="175">
                  <c:v>21.875</c:v>
                </c:pt>
                <c:pt idx="176">
                  <c:v>22</c:v>
                </c:pt>
                <c:pt idx="177">
                  <c:v>22.125</c:v>
                </c:pt>
                <c:pt idx="178">
                  <c:v>22.25</c:v>
                </c:pt>
                <c:pt idx="179">
                  <c:v>22.375</c:v>
                </c:pt>
                <c:pt idx="180">
                  <c:v>22.5</c:v>
                </c:pt>
                <c:pt idx="181">
                  <c:v>22.625</c:v>
                </c:pt>
                <c:pt idx="182">
                  <c:v>22.75</c:v>
                </c:pt>
                <c:pt idx="183">
                  <c:v>22.875</c:v>
                </c:pt>
                <c:pt idx="184">
                  <c:v>23</c:v>
                </c:pt>
                <c:pt idx="185">
                  <c:v>23.125</c:v>
                </c:pt>
                <c:pt idx="186">
                  <c:v>23.25</c:v>
                </c:pt>
                <c:pt idx="187">
                  <c:v>23.375</c:v>
                </c:pt>
                <c:pt idx="188">
                  <c:v>23.5</c:v>
                </c:pt>
                <c:pt idx="189">
                  <c:v>23.625</c:v>
                </c:pt>
                <c:pt idx="190">
                  <c:v>23.75</c:v>
                </c:pt>
                <c:pt idx="191">
                  <c:v>23.875</c:v>
                </c:pt>
                <c:pt idx="192">
                  <c:v>24</c:v>
                </c:pt>
                <c:pt idx="193">
                  <c:v>24.125</c:v>
                </c:pt>
                <c:pt idx="194">
                  <c:v>24.25</c:v>
                </c:pt>
                <c:pt idx="195">
                  <c:v>24.375</c:v>
                </c:pt>
                <c:pt idx="196">
                  <c:v>24.5</c:v>
                </c:pt>
                <c:pt idx="197">
                  <c:v>24.625</c:v>
                </c:pt>
                <c:pt idx="198">
                  <c:v>24.75</c:v>
                </c:pt>
                <c:pt idx="199">
                  <c:v>24.875</c:v>
                </c:pt>
                <c:pt idx="200">
                  <c:v>25</c:v>
                </c:pt>
                <c:pt idx="201">
                  <c:v>25.125</c:v>
                </c:pt>
                <c:pt idx="202">
                  <c:v>25.25</c:v>
                </c:pt>
                <c:pt idx="203">
                  <c:v>25.375</c:v>
                </c:pt>
                <c:pt idx="204">
                  <c:v>25.5</c:v>
                </c:pt>
                <c:pt idx="205">
                  <c:v>25.625</c:v>
                </c:pt>
                <c:pt idx="206">
                  <c:v>25.75</c:v>
                </c:pt>
                <c:pt idx="207">
                  <c:v>25.875</c:v>
                </c:pt>
                <c:pt idx="208">
                  <c:v>26</c:v>
                </c:pt>
                <c:pt idx="209">
                  <c:v>26.125</c:v>
                </c:pt>
                <c:pt idx="210">
                  <c:v>26.25</c:v>
                </c:pt>
                <c:pt idx="211">
                  <c:v>26.375</c:v>
                </c:pt>
                <c:pt idx="212">
                  <c:v>26.5</c:v>
                </c:pt>
                <c:pt idx="213">
                  <c:v>26.625</c:v>
                </c:pt>
                <c:pt idx="214">
                  <c:v>26.75</c:v>
                </c:pt>
                <c:pt idx="215">
                  <c:v>26.875</c:v>
                </c:pt>
                <c:pt idx="216">
                  <c:v>27</c:v>
                </c:pt>
                <c:pt idx="217">
                  <c:v>27.125</c:v>
                </c:pt>
                <c:pt idx="218">
                  <c:v>27.25</c:v>
                </c:pt>
                <c:pt idx="219">
                  <c:v>27.375</c:v>
                </c:pt>
                <c:pt idx="220">
                  <c:v>27.5</c:v>
                </c:pt>
                <c:pt idx="221">
                  <c:v>27.625</c:v>
                </c:pt>
                <c:pt idx="222">
                  <c:v>27.75</c:v>
                </c:pt>
                <c:pt idx="223">
                  <c:v>27.875</c:v>
                </c:pt>
                <c:pt idx="224">
                  <c:v>28</c:v>
                </c:pt>
                <c:pt idx="225">
                  <c:v>28.125</c:v>
                </c:pt>
                <c:pt idx="226">
                  <c:v>28.25</c:v>
                </c:pt>
                <c:pt idx="227">
                  <c:v>28.375</c:v>
                </c:pt>
                <c:pt idx="228">
                  <c:v>28.5</c:v>
                </c:pt>
                <c:pt idx="229">
                  <c:v>28.625</c:v>
                </c:pt>
                <c:pt idx="230">
                  <c:v>28.75</c:v>
                </c:pt>
                <c:pt idx="231">
                  <c:v>28.875</c:v>
                </c:pt>
                <c:pt idx="232">
                  <c:v>29</c:v>
                </c:pt>
                <c:pt idx="233">
                  <c:v>29.125</c:v>
                </c:pt>
                <c:pt idx="234">
                  <c:v>29.25</c:v>
                </c:pt>
                <c:pt idx="235">
                  <c:v>29.375</c:v>
                </c:pt>
                <c:pt idx="236">
                  <c:v>29.5</c:v>
                </c:pt>
                <c:pt idx="237">
                  <c:v>29.625</c:v>
                </c:pt>
                <c:pt idx="238">
                  <c:v>29.75</c:v>
                </c:pt>
                <c:pt idx="239">
                  <c:v>29.875</c:v>
                </c:pt>
                <c:pt idx="240">
                  <c:v>30</c:v>
                </c:pt>
              </c:numCache>
            </c:numRef>
          </c:xVal>
          <c:yVal>
            <c:numRef>
              <c:f>Sheet1!$B$2:$B$242</c:f>
              <c:numCache>
                <c:formatCode>General</c:formatCode>
                <c:ptCount val="241"/>
                <c:pt idx="0">
                  <c:v>0</c:v>
                </c:pt>
                <c:pt idx="1">
                  <c:v>1</c:v>
                </c:pt>
                <c:pt idx="2">
                  <c:v>0.8477</c:v>
                </c:pt>
                <c:pt idx="3">
                  <c:v>0.76317</c:v>
                </c:pt>
                <c:pt idx="4">
                  <c:v>0.70456</c:v>
                </c:pt>
                <c:pt idx="5">
                  <c:v>0.65963</c:v>
                </c:pt>
                <c:pt idx="6">
                  <c:v>0.62315</c:v>
                </c:pt>
                <c:pt idx="7">
                  <c:v>0.59241</c:v>
                </c:pt>
                <c:pt idx="8">
                  <c:v>0.56583</c:v>
                </c:pt>
                <c:pt idx="9">
                  <c:v>0.54241</c:v>
                </c:pt>
                <c:pt idx="10">
                  <c:v>0.52146</c:v>
                </c:pt>
                <c:pt idx="11">
                  <c:v>0.50252</c:v>
                </c:pt>
                <c:pt idx="12">
                  <c:v>0.48522</c:v>
                </c:pt>
                <c:pt idx="13">
                  <c:v>0.46931</c:v>
                </c:pt>
                <c:pt idx="14">
                  <c:v>0.45459</c:v>
                </c:pt>
                <c:pt idx="15">
                  <c:v>0.44088</c:v>
                </c:pt>
                <c:pt idx="16">
                  <c:v>0.42806</c:v>
                </c:pt>
                <c:pt idx="17">
                  <c:v>0.41602</c:v>
                </c:pt>
                <c:pt idx="18">
                  <c:v>0.40468</c:v>
                </c:pt>
                <c:pt idx="19">
                  <c:v>0.39397</c:v>
                </c:pt>
                <c:pt idx="20">
                  <c:v>0.38381</c:v>
                </c:pt>
                <c:pt idx="21">
                  <c:v>0.37417</c:v>
                </c:pt>
                <c:pt idx="22">
                  <c:v>0.36498</c:v>
                </c:pt>
                <c:pt idx="23">
                  <c:v>0.35622</c:v>
                </c:pt>
                <c:pt idx="24">
                  <c:v>0.34785</c:v>
                </c:pt>
                <c:pt idx="25">
                  <c:v>0.33983</c:v>
                </c:pt>
                <c:pt idx="26">
                  <c:v>0.33215</c:v>
                </c:pt>
                <c:pt idx="27">
                  <c:v>0.32477</c:v>
                </c:pt>
                <c:pt idx="28">
                  <c:v>0.31768</c:v>
                </c:pt>
                <c:pt idx="29">
                  <c:v>0.31086</c:v>
                </c:pt>
                <c:pt idx="30">
                  <c:v>0.30429</c:v>
                </c:pt>
                <c:pt idx="31">
                  <c:v>0.29795</c:v>
                </c:pt>
                <c:pt idx="32">
                  <c:v>0.29183</c:v>
                </c:pt>
                <c:pt idx="33">
                  <c:v>0.28591</c:v>
                </c:pt>
                <c:pt idx="34">
                  <c:v>0.2802</c:v>
                </c:pt>
                <c:pt idx="35">
                  <c:v>0.27466</c:v>
                </c:pt>
                <c:pt idx="36">
                  <c:v>0.26931</c:v>
                </c:pt>
                <c:pt idx="37">
                  <c:v>0.26411</c:v>
                </c:pt>
                <c:pt idx="38">
                  <c:v>0.25908</c:v>
                </c:pt>
                <c:pt idx="39">
                  <c:v>0.2542</c:v>
                </c:pt>
                <c:pt idx="40">
                  <c:v>0.24945</c:v>
                </c:pt>
                <c:pt idx="41">
                  <c:v>0.24485</c:v>
                </c:pt>
                <c:pt idx="42">
                  <c:v>0.24037</c:v>
                </c:pt>
                <c:pt idx="43">
                  <c:v>0.23602</c:v>
                </c:pt>
                <c:pt idx="44">
                  <c:v>0.23179</c:v>
                </c:pt>
                <c:pt idx="45">
                  <c:v>0.22767</c:v>
                </c:pt>
                <c:pt idx="46">
                  <c:v>0.22365</c:v>
                </c:pt>
                <c:pt idx="47">
                  <c:v>0.21975</c:v>
                </c:pt>
                <c:pt idx="48">
                  <c:v>0.21594</c:v>
                </c:pt>
                <c:pt idx="49">
                  <c:v>0.21223</c:v>
                </c:pt>
                <c:pt idx="50">
                  <c:v>0.20861</c:v>
                </c:pt>
                <c:pt idx="51">
                  <c:v>0.20508</c:v>
                </c:pt>
                <c:pt idx="52">
                  <c:v>0.20163</c:v>
                </c:pt>
                <c:pt idx="53">
                  <c:v>0.19827</c:v>
                </c:pt>
                <c:pt idx="54">
                  <c:v>0.19499</c:v>
                </c:pt>
                <c:pt idx="55">
                  <c:v>0.19178</c:v>
                </c:pt>
                <c:pt idx="56">
                  <c:v>0.18865</c:v>
                </c:pt>
                <c:pt idx="57">
                  <c:v>0.18559</c:v>
                </c:pt>
                <c:pt idx="58">
                  <c:v>0.1826</c:v>
                </c:pt>
                <c:pt idx="59">
                  <c:v>0.17967</c:v>
                </c:pt>
                <c:pt idx="60">
                  <c:v>0.17681</c:v>
                </c:pt>
                <c:pt idx="61">
                  <c:v>0.17402</c:v>
                </c:pt>
                <c:pt idx="62">
                  <c:v>0.17128</c:v>
                </c:pt>
                <c:pt idx="63">
                  <c:v>0.1686</c:v>
                </c:pt>
                <c:pt idx="64">
                  <c:v>0.16598</c:v>
                </c:pt>
                <c:pt idx="65">
                  <c:v>0.16342</c:v>
                </c:pt>
                <c:pt idx="66">
                  <c:v>0.1609</c:v>
                </c:pt>
                <c:pt idx="67">
                  <c:v>0.15844</c:v>
                </c:pt>
                <c:pt idx="68">
                  <c:v>0.15603</c:v>
                </c:pt>
                <c:pt idx="69">
                  <c:v>0.15367</c:v>
                </c:pt>
                <c:pt idx="70">
                  <c:v>0.15136</c:v>
                </c:pt>
                <c:pt idx="71">
                  <c:v>0.14909</c:v>
                </c:pt>
                <c:pt idx="72">
                  <c:v>0.14686</c:v>
                </c:pt>
                <c:pt idx="73">
                  <c:v>0.14469</c:v>
                </c:pt>
                <c:pt idx="74">
                  <c:v>0.14255</c:v>
                </c:pt>
                <c:pt idx="75">
                  <c:v>0.14045</c:v>
                </c:pt>
                <c:pt idx="76">
                  <c:v>0.1384</c:v>
                </c:pt>
                <c:pt idx="77">
                  <c:v>0.13638</c:v>
                </c:pt>
                <c:pt idx="78">
                  <c:v>0.1344</c:v>
                </c:pt>
                <c:pt idx="79">
                  <c:v>0.13246</c:v>
                </c:pt>
                <c:pt idx="80">
                  <c:v>0.13056</c:v>
                </c:pt>
                <c:pt idx="81">
                  <c:v>0.12869</c:v>
                </c:pt>
                <c:pt idx="82">
                  <c:v>0.12685</c:v>
                </c:pt>
                <c:pt idx="83">
                  <c:v>0.12505</c:v>
                </c:pt>
                <c:pt idx="84">
                  <c:v>0.12328</c:v>
                </c:pt>
                <c:pt idx="85">
                  <c:v>0.12154</c:v>
                </c:pt>
                <c:pt idx="86">
                  <c:v>0.11984</c:v>
                </c:pt>
                <c:pt idx="87">
                  <c:v>0.11816</c:v>
                </c:pt>
                <c:pt idx="88">
                  <c:v>0.11652</c:v>
                </c:pt>
                <c:pt idx="89">
                  <c:v>0.1149</c:v>
                </c:pt>
                <c:pt idx="90">
                  <c:v>0.11331</c:v>
                </c:pt>
                <c:pt idx="91">
                  <c:v>0.11175</c:v>
                </c:pt>
                <c:pt idx="92">
                  <c:v>0.11022</c:v>
                </c:pt>
                <c:pt idx="93">
                  <c:v>0.10871</c:v>
                </c:pt>
                <c:pt idx="94">
                  <c:v>0.10723</c:v>
                </c:pt>
                <c:pt idx="95">
                  <c:v>0.10577</c:v>
                </c:pt>
                <c:pt idx="96">
                  <c:v>0.10434</c:v>
                </c:pt>
                <c:pt idx="97">
                  <c:v>0.10293</c:v>
                </c:pt>
                <c:pt idx="98">
                  <c:v>0.10154</c:v>
                </c:pt>
                <c:pt idx="99">
                  <c:v>0.10018</c:v>
                </c:pt>
                <c:pt idx="100">
                  <c:v>0.09884</c:v>
                </c:pt>
                <c:pt idx="101">
                  <c:v>0.09753</c:v>
                </c:pt>
                <c:pt idx="102">
                  <c:v>0.09623</c:v>
                </c:pt>
                <c:pt idx="103">
                  <c:v>0.09496</c:v>
                </c:pt>
                <c:pt idx="104">
                  <c:v>0.0937</c:v>
                </c:pt>
                <c:pt idx="105">
                  <c:v>0.09247</c:v>
                </c:pt>
                <c:pt idx="106">
                  <c:v>0.09126</c:v>
                </c:pt>
                <c:pt idx="107">
                  <c:v>0.09006</c:v>
                </c:pt>
                <c:pt idx="108">
                  <c:v>0.08889</c:v>
                </c:pt>
                <c:pt idx="109">
                  <c:v>0.08773</c:v>
                </c:pt>
                <c:pt idx="110">
                  <c:v>0.0866</c:v>
                </c:pt>
                <c:pt idx="111">
                  <c:v>0.08548</c:v>
                </c:pt>
                <c:pt idx="112">
                  <c:v>0.08437</c:v>
                </c:pt>
                <c:pt idx="113">
                  <c:v>0.08329</c:v>
                </c:pt>
                <c:pt idx="114">
                  <c:v>0.08222</c:v>
                </c:pt>
                <c:pt idx="115">
                  <c:v>0.08117</c:v>
                </c:pt>
                <c:pt idx="116">
                  <c:v>0.08013</c:v>
                </c:pt>
                <c:pt idx="117">
                  <c:v>0.07911</c:v>
                </c:pt>
                <c:pt idx="118">
                  <c:v>0.07811</c:v>
                </c:pt>
                <c:pt idx="119">
                  <c:v>0.07712</c:v>
                </c:pt>
                <c:pt idx="120">
                  <c:v>0.07615</c:v>
                </c:pt>
                <c:pt idx="121">
                  <c:v>0.07519</c:v>
                </c:pt>
                <c:pt idx="122">
                  <c:v>0.07424</c:v>
                </c:pt>
                <c:pt idx="123">
                  <c:v>0.07331</c:v>
                </c:pt>
                <c:pt idx="124">
                  <c:v>0.0724</c:v>
                </c:pt>
                <c:pt idx="125">
                  <c:v>0.07149</c:v>
                </c:pt>
                <c:pt idx="126">
                  <c:v>0.0706</c:v>
                </c:pt>
                <c:pt idx="127">
                  <c:v>0.06973</c:v>
                </c:pt>
                <c:pt idx="128">
                  <c:v>0.06886</c:v>
                </c:pt>
                <c:pt idx="129">
                  <c:v>0.06801</c:v>
                </c:pt>
                <c:pt idx="130">
                  <c:v>0.06718</c:v>
                </c:pt>
                <c:pt idx="131">
                  <c:v>0.06635</c:v>
                </c:pt>
                <c:pt idx="132">
                  <c:v>0.06554</c:v>
                </c:pt>
                <c:pt idx="133">
                  <c:v>0.06473</c:v>
                </c:pt>
                <c:pt idx="134">
                  <c:v>0.06394</c:v>
                </c:pt>
                <c:pt idx="135">
                  <c:v>0.06316</c:v>
                </c:pt>
                <c:pt idx="136">
                  <c:v>0.0624</c:v>
                </c:pt>
                <c:pt idx="137">
                  <c:v>0.06164</c:v>
                </c:pt>
                <c:pt idx="138">
                  <c:v>0.06089</c:v>
                </c:pt>
                <c:pt idx="139">
                  <c:v>0.06016</c:v>
                </c:pt>
                <c:pt idx="140">
                  <c:v>0.05943</c:v>
                </c:pt>
                <c:pt idx="141">
                  <c:v>0.05872</c:v>
                </c:pt>
                <c:pt idx="142">
                  <c:v>0.05801</c:v>
                </c:pt>
                <c:pt idx="143">
                  <c:v>0.05732</c:v>
                </c:pt>
                <c:pt idx="144">
                  <c:v>0.05663</c:v>
                </c:pt>
                <c:pt idx="145">
                  <c:v>0.05595</c:v>
                </c:pt>
                <c:pt idx="146">
                  <c:v>0.05529</c:v>
                </c:pt>
                <c:pt idx="147">
                  <c:v>0.05463</c:v>
                </c:pt>
                <c:pt idx="148">
                  <c:v>0.05398</c:v>
                </c:pt>
                <c:pt idx="149">
                  <c:v>0.05334</c:v>
                </c:pt>
                <c:pt idx="150">
                  <c:v>0.05271</c:v>
                </c:pt>
                <c:pt idx="151">
                  <c:v>0.05209</c:v>
                </c:pt>
                <c:pt idx="152">
                  <c:v>0.05148</c:v>
                </c:pt>
                <c:pt idx="153">
                  <c:v>0.05087</c:v>
                </c:pt>
                <c:pt idx="154">
                  <c:v>0.05028</c:v>
                </c:pt>
                <c:pt idx="155">
                  <c:v>0.04969</c:v>
                </c:pt>
                <c:pt idx="156">
                  <c:v>0.04911</c:v>
                </c:pt>
                <c:pt idx="157">
                  <c:v>0.04854</c:v>
                </c:pt>
                <c:pt idx="158">
                  <c:v>0.04797</c:v>
                </c:pt>
                <c:pt idx="159">
                  <c:v>0.04741</c:v>
                </c:pt>
                <c:pt idx="160">
                  <c:v>0.04686</c:v>
                </c:pt>
                <c:pt idx="161">
                  <c:v>0.04632</c:v>
                </c:pt>
                <c:pt idx="162">
                  <c:v>0.04579</c:v>
                </c:pt>
                <c:pt idx="163">
                  <c:v>0.04526</c:v>
                </c:pt>
                <c:pt idx="164">
                  <c:v>0.04474</c:v>
                </c:pt>
                <c:pt idx="165">
                  <c:v>0.04422</c:v>
                </c:pt>
                <c:pt idx="166">
                  <c:v>0.04371</c:v>
                </c:pt>
                <c:pt idx="167">
                  <c:v>0.04321</c:v>
                </c:pt>
                <c:pt idx="168">
                  <c:v>0.04272</c:v>
                </c:pt>
                <c:pt idx="169">
                  <c:v>0.04223</c:v>
                </c:pt>
                <c:pt idx="170">
                  <c:v>0.04175</c:v>
                </c:pt>
                <c:pt idx="171">
                  <c:v>0.04127</c:v>
                </c:pt>
                <c:pt idx="172">
                  <c:v>0.0408</c:v>
                </c:pt>
                <c:pt idx="173">
                  <c:v>0.04034</c:v>
                </c:pt>
                <c:pt idx="174">
                  <c:v>0.03988</c:v>
                </c:pt>
                <c:pt idx="175">
                  <c:v>0.03943</c:v>
                </c:pt>
                <c:pt idx="176">
                  <c:v>0.03899</c:v>
                </c:pt>
                <c:pt idx="177">
                  <c:v>0.03855</c:v>
                </c:pt>
                <c:pt idx="178">
                  <c:v>0.03811</c:v>
                </c:pt>
                <c:pt idx="179">
                  <c:v>0.03769</c:v>
                </c:pt>
                <c:pt idx="180">
                  <c:v>0.03726</c:v>
                </c:pt>
                <c:pt idx="181">
                  <c:v>0.03685</c:v>
                </c:pt>
                <c:pt idx="182">
                  <c:v>0.03643</c:v>
                </c:pt>
                <c:pt idx="183">
                  <c:v>0.03603</c:v>
                </c:pt>
                <c:pt idx="184">
                  <c:v>0.03563</c:v>
                </c:pt>
                <c:pt idx="185">
                  <c:v>0.03523</c:v>
                </c:pt>
                <c:pt idx="186">
                  <c:v>0.03484</c:v>
                </c:pt>
                <c:pt idx="187">
                  <c:v>0.03445</c:v>
                </c:pt>
                <c:pt idx="188">
                  <c:v>0.03407</c:v>
                </c:pt>
                <c:pt idx="189">
                  <c:v>0.03369</c:v>
                </c:pt>
                <c:pt idx="190">
                  <c:v>0.03332</c:v>
                </c:pt>
                <c:pt idx="191">
                  <c:v>0.03295</c:v>
                </c:pt>
                <c:pt idx="192">
                  <c:v>0.03259</c:v>
                </c:pt>
                <c:pt idx="193">
                  <c:v>0.03223</c:v>
                </c:pt>
                <c:pt idx="194">
                  <c:v>0.03187</c:v>
                </c:pt>
                <c:pt idx="195">
                  <c:v>0.03152</c:v>
                </c:pt>
                <c:pt idx="196">
                  <c:v>0.03118</c:v>
                </c:pt>
                <c:pt idx="197">
                  <c:v>0.03084</c:v>
                </c:pt>
                <c:pt idx="198">
                  <c:v>0.0305</c:v>
                </c:pt>
                <c:pt idx="199">
                  <c:v>0.03017</c:v>
                </c:pt>
                <c:pt idx="200">
                  <c:v>0.02984</c:v>
                </c:pt>
                <c:pt idx="201">
                  <c:v>0.02951</c:v>
                </c:pt>
                <c:pt idx="202">
                  <c:v>0.02919</c:v>
                </c:pt>
                <c:pt idx="203">
                  <c:v>0.02888</c:v>
                </c:pt>
                <c:pt idx="204">
                  <c:v>0.02856</c:v>
                </c:pt>
                <c:pt idx="205">
                  <c:v>0.02825</c:v>
                </c:pt>
                <c:pt idx="206">
                  <c:v>0.02795</c:v>
                </c:pt>
                <c:pt idx="207">
                  <c:v>0.02765</c:v>
                </c:pt>
                <c:pt idx="208">
                  <c:v>0.02735</c:v>
                </c:pt>
                <c:pt idx="209">
                  <c:v>0.02705</c:v>
                </c:pt>
                <c:pt idx="210">
                  <c:v>0.02676</c:v>
                </c:pt>
                <c:pt idx="211">
                  <c:v>0.02648</c:v>
                </c:pt>
                <c:pt idx="212">
                  <c:v>0.02619</c:v>
                </c:pt>
                <c:pt idx="213">
                  <c:v>0.02591</c:v>
                </c:pt>
                <c:pt idx="214">
                  <c:v>0.02563</c:v>
                </c:pt>
                <c:pt idx="215">
                  <c:v>0.02536</c:v>
                </c:pt>
                <c:pt idx="216">
                  <c:v>0.02509</c:v>
                </c:pt>
                <c:pt idx="217">
                  <c:v>0.02482</c:v>
                </c:pt>
                <c:pt idx="218">
                  <c:v>0.02456</c:v>
                </c:pt>
                <c:pt idx="219">
                  <c:v>0.0243</c:v>
                </c:pt>
                <c:pt idx="220">
                  <c:v>0.02404</c:v>
                </c:pt>
                <c:pt idx="221">
                  <c:v>0.02378</c:v>
                </c:pt>
                <c:pt idx="222">
                  <c:v>0.02353</c:v>
                </c:pt>
                <c:pt idx="223">
                  <c:v>0.02328</c:v>
                </c:pt>
                <c:pt idx="224">
                  <c:v>0.02304</c:v>
                </c:pt>
                <c:pt idx="225">
                  <c:v>0.02279</c:v>
                </c:pt>
                <c:pt idx="226">
                  <c:v>0.02255</c:v>
                </c:pt>
                <c:pt idx="227">
                  <c:v>0.02231</c:v>
                </c:pt>
                <c:pt idx="228">
                  <c:v>0.02208</c:v>
                </c:pt>
                <c:pt idx="229">
                  <c:v>0.02185</c:v>
                </c:pt>
                <c:pt idx="230">
                  <c:v>0.02162</c:v>
                </c:pt>
                <c:pt idx="231">
                  <c:v>0.02139</c:v>
                </c:pt>
                <c:pt idx="232">
                  <c:v>0.02117</c:v>
                </c:pt>
                <c:pt idx="233">
                  <c:v>0.02095</c:v>
                </c:pt>
                <c:pt idx="234">
                  <c:v>0.02073</c:v>
                </c:pt>
                <c:pt idx="235">
                  <c:v>0.02051</c:v>
                </c:pt>
                <c:pt idx="236">
                  <c:v>0.0203</c:v>
                </c:pt>
                <c:pt idx="237">
                  <c:v>0.02009</c:v>
                </c:pt>
                <c:pt idx="238">
                  <c:v>0.01988</c:v>
                </c:pt>
                <c:pt idx="239">
                  <c:v>0.01967</c:v>
                </c:pt>
                <c:pt idx="240">
                  <c:v>0.01947</c:v>
                </c:pt>
              </c:numCache>
            </c:numRef>
          </c:yVal>
          <c:smooth val="0"/>
        </c:ser>
        <c:ser>
          <c:idx val="1"/>
          <c:order val="1"/>
          <c:tx>
            <c:strRef>
              <c:f>Sheet1!$C$1</c:f>
              <c:strCache>
                <c:ptCount val="1"/>
                <c:pt idx="0">
                  <c:v>forma 1,5</c:v>
                </c:pt>
              </c:strCache>
            </c:strRef>
          </c:tx>
          <c:spPr>
            <a:solidFill>
              <a:srgbClr val="FF6600"/>
            </a:solidFill>
            <a:ln w="3175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Sheet1!$A$2:$A$242</c:f>
              <c:numCache>
                <c:formatCode>General</c:formatCode>
                <c:ptCount val="241"/>
                <c:pt idx="0">
                  <c:v>0</c:v>
                </c:pt>
                <c:pt idx="1">
                  <c:v>0.125</c:v>
                </c:pt>
                <c:pt idx="2">
                  <c:v>0.25</c:v>
                </c:pt>
                <c:pt idx="3">
                  <c:v>0.375</c:v>
                </c:pt>
                <c:pt idx="4">
                  <c:v>0.5</c:v>
                </c:pt>
                <c:pt idx="5">
                  <c:v>0.625</c:v>
                </c:pt>
                <c:pt idx="6">
                  <c:v>0.75</c:v>
                </c:pt>
                <c:pt idx="7">
                  <c:v>0.875</c:v>
                </c:pt>
                <c:pt idx="8">
                  <c:v>1</c:v>
                </c:pt>
                <c:pt idx="9">
                  <c:v>1.125</c:v>
                </c:pt>
                <c:pt idx="10">
                  <c:v>1.25</c:v>
                </c:pt>
                <c:pt idx="11">
                  <c:v>1.375</c:v>
                </c:pt>
                <c:pt idx="12">
                  <c:v>1.5</c:v>
                </c:pt>
                <c:pt idx="13">
                  <c:v>1.625</c:v>
                </c:pt>
                <c:pt idx="14">
                  <c:v>1.75</c:v>
                </c:pt>
                <c:pt idx="15">
                  <c:v>1.875</c:v>
                </c:pt>
                <c:pt idx="16">
                  <c:v>2</c:v>
                </c:pt>
                <c:pt idx="17">
                  <c:v>2.125</c:v>
                </c:pt>
                <c:pt idx="18">
                  <c:v>2.25</c:v>
                </c:pt>
                <c:pt idx="19">
                  <c:v>2.375</c:v>
                </c:pt>
                <c:pt idx="20">
                  <c:v>2.5</c:v>
                </c:pt>
                <c:pt idx="21">
                  <c:v>2.625</c:v>
                </c:pt>
                <c:pt idx="22">
                  <c:v>2.75</c:v>
                </c:pt>
                <c:pt idx="23">
                  <c:v>2.875</c:v>
                </c:pt>
                <c:pt idx="24">
                  <c:v>3</c:v>
                </c:pt>
                <c:pt idx="25">
                  <c:v>3.125</c:v>
                </c:pt>
                <c:pt idx="26">
                  <c:v>3.25</c:v>
                </c:pt>
                <c:pt idx="27">
                  <c:v>3.375</c:v>
                </c:pt>
                <c:pt idx="28">
                  <c:v>3.5</c:v>
                </c:pt>
                <c:pt idx="29">
                  <c:v>3.625</c:v>
                </c:pt>
                <c:pt idx="30">
                  <c:v>3.75</c:v>
                </c:pt>
                <c:pt idx="31">
                  <c:v>3.875</c:v>
                </c:pt>
                <c:pt idx="32">
                  <c:v>4</c:v>
                </c:pt>
                <c:pt idx="33">
                  <c:v>4.125</c:v>
                </c:pt>
                <c:pt idx="34">
                  <c:v>4.25</c:v>
                </c:pt>
                <c:pt idx="35">
                  <c:v>4.375</c:v>
                </c:pt>
                <c:pt idx="36">
                  <c:v>4.5</c:v>
                </c:pt>
                <c:pt idx="37">
                  <c:v>4.625</c:v>
                </c:pt>
                <c:pt idx="38">
                  <c:v>4.75</c:v>
                </c:pt>
                <c:pt idx="39">
                  <c:v>4.875</c:v>
                </c:pt>
                <c:pt idx="40">
                  <c:v>5</c:v>
                </c:pt>
                <c:pt idx="41">
                  <c:v>5.125</c:v>
                </c:pt>
                <c:pt idx="42">
                  <c:v>5.25</c:v>
                </c:pt>
                <c:pt idx="43">
                  <c:v>5.375</c:v>
                </c:pt>
                <c:pt idx="44">
                  <c:v>5.5</c:v>
                </c:pt>
                <c:pt idx="45">
                  <c:v>5.625</c:v>
                </c:pt>
                <c:pt idx="46">
                  <c:v>5.75</c:v>
                </c:pt>
                <c:pt idx="47">
                  <c:v>5.875</c:v>
                </c:pt>
                <c:pt idx="48">
                  <c:v>6</c:v>
                </c:pt>
                <c:pt idx="49">
                  <c:v>6.125</c:v>
                </c:pt>
                <c:pt idx="50">
                  <c:v>6.25</c:v>
                </c:pt>
                <c:pt idx="51">
                  <c:v>6.375</c:v>
                </c:pt>
                <c:pt idx="52">
                  <c:v>6.5</c:v>
                </c:pt>
                <c:pt idx="53">
                  <c:v>6.625</c:v>
                </c:pt>
                <c:pt idx="54">
                  <c:v>6.75</c:v>
                </c:pt>
                <c:pt idx="55">
                  <c:v>6.875</c:v>
                </c:pt>
                <c:pt idx="56">
                  <c:v>7</c:v>
                </c:pt>
                <c:pt idx="57">
                  <c:v>7.125</c:v>
                </c:pt>
                <c:pt idx="58">
                  <c:v>7.25</c:v>
                </c:pt>
                <c:pt idx="59">
                  <c:v>7.375</c:v>
                </c:pt>
                <c:pt idx="60">
                  <c:v>7.5</c:v>
                </c:pt>
                <c:pt idx="61">
                  <c:v>7.625</c:v>
                </c:pt>
                <c:pt idx="62">
                  <c:v>7.75</c:v>
                </c:pt>
                <c:pt idx="63">
                  <c:v>7.875</c:v>
                </c:pt>
                <c:pt idx="64">
                  <c:v>8</c:v>
                </c:pt>
                <c:pt idx="65">
                  <c:v>8.125</c:v>
                </c:pt>
                <c:pt idx="66">
                  <c:v>8.25</c:v>
                </c:pt>
                <c:pt idx="67">
                  <c:v>8.375</c:v>
                </c:pt>
                <c:pt idx="68">
                  <c:v>8.5</c:v>
                </c:pt>
                <c:pt idx="69">
                  <c:v>8.625</c:v>
                </c:pt>
                <c:pt idx="70">
                  <c:v>8.75</c:v>
                </c:pt>
                <c:pt idx="71">
                  <c:v>8.875</c:v>
                </c:pt>
                <c:pt idx="72">
                  <c:v>9</c:v>
                </c:pt>
                <c:pt idx="73">
                  <c:v>9.125</c:v>
                </c:pt>
                <c:pt idx="74">
                  <c:v>9.25</c:v>
                </c:pt>
                <c:pt idx="75">
                  <c:v>9.375</c:v>
                </c:pt>
                <c:pt idx="76">
                  <c:v>9.5</c:v>
                </c:pt>
                <c:pt idx="77">
                  <c:v>9.625</c:v>
                </c:pt>
                <c:pt idx="78">
                  <c:v>9.75</c:v>
                </c:pt>
                <c:pt idx="79">
                  <c:v>9.875</c:v>
                </c:pt>
                <c:pt idx="80">
                  <c:v>10</c:v>
                </c:pt>
                <c:pt idx="81">
                  <c:v>10.125</c:v>
                </c:pt>
                <c:pt idx="82">
                  <c:v>10.25</c:v>
                </c:pt>
                <c:pt idx="83">
                  <c:v>10.375</c:v>
                </c:pt>
                <c:pt idx="84">
                  <c:v>10.5</c:v>
                </c:pt>
                <c:pt idx="85">
                  <c:v>10.625</c:v>
                </c:pt>
                <c:pt idx="86">
                  <c:v>10.75</c:v>
                </c:pt>
                <c:pt idx="87">
                  <c:v>10.875</c:v>
                </c:pt>
                <c:pt idx="88">
                  <c:v>11</c:v>
                </c:pt>
                <c:pt idx="89">
                  <c:v>11.125</c:v>
                </c:pt>
                <c:pt idx="90">
                  <c:v>11.25</c:v>
                </c:pt>
                <c:pt idx="91">
                  <c:v>11.375</c:v>
                </c:pt>
                <c:pt idx="92">
                  <c:v>11.5</c:v>
                </c:pt>
                <c:pt idx="93">
                  <c:v>11.625</c:v>
                </c:pt>
                <c:pt idx="94">
                  <c:v>11.75</c:v>
                </c:pt>
                <c:pt idx="95">
                  <c:v>11.875</c:v>
                </c:pt>
                <c:pt idx="96">
                  <c:v>12</c:v>
                </c:pt>
                <c:pt idx="97">
                  <c:v>12.125</c:v>
                </c:pt>
                <c:pt idx="98">
                  <c:v>12.25</c:v>
                </c:pt>
                <c:pt idx="99">
                  <c:v>12.375</c:v>
                </c:pt>
                <c:pt idx="100">
                  <c:v>12.5</c:v>
                </c:pt>
                <c:pt idx="101">
                  <c:v>12.625</c:v>
                </c:pt>
                <c:pt idx="102">
                  <c:v>12.75</c:v>
                </c:pt>
                <c:pt idx="103">
                  <c:v>12.875</c:v>
                </c:pt>
                <c:pt idx="104">
                  <c:v>13</c:v>
                </c:pt>
                <c:pt idx="105">
                  <c:v>13.125</c:v>
                </c:pt>
                <c:pt idx="106">
                  <c:v>13.25</c:v>
                </c:pt>
                <c:pt idx="107">
                  <c:v>13.375</c:v>
                </c:pt>
                <c:pt idx="108">
                  <c:v>13.5</c:v>
                </c:pt>
                <c:pt idx="109">
                  <c:v>13.625</c:v>
                </c:pt>
                <c:pt idx="110">
                  <c:v>13.75</c:v>
                </c:pt>
                <c:pt idx="111">
                  <c:v>13.875</c:v>
                </c:pt>
                <c:pt idx="112">
                  <c:v>14</c:v>
                </c:pt>
                <c:pt idx="113">
                  <c:v>14.125</c:v>
                </c:pt>
                <c:pt idx="114">
                  <c:v>14.25</c:v>
                </c:pt>
                <c:pt idx="115">
                  <c:v>14.375</c:v>
                </c:pt>
                <c:pt idx="116">
                  <c:v>14.5</c:v>
                </c:pt>
                <c:pt idx="117">
                  <c:v>14.625</c:v>
                </c:pt>
                <c:pt idx="118">
                  <c:v>14.75</c:v>
                </c:pt>
                <c:pt idx="119">
                  <c:v>14.875</c:v>
                </c:pt>
                <c:pt idx="120">
                  <c:v>15</c:v>
                </c:pt>
                <c:pt idx="121">
                  <c:v>15.125</c:v>
                </c:pt>
                <c:pt idx="122">
                  <c:v>15.25</c:v>
                </c:pt>
                <c:pt idx="123">
                  <c:v>15.375</c:v>
                </c:pt>
                <c:pt idx="124">
                  <c:v>15.5</c:v>
                </c:pt>
                <c:pt idx="125">
                  <c:v>15.625</c:v>
                </c:pt>
                <c:pt idx="126">
                  <c:v>15.75</c:v>
                </c:pt>
                <c:pt idx="127">
                  <c:v>15.875</c:v>
                </c:pt>
                <c:pt idx="128">
                  <c:v>16</c:v>
                </c:pt>
                <c:pt idx="129">
                  <c:v>16.125</c:v>
                </c:pt>
                <c:pt idx="130">
                  <c:v>16.25</c:v>
                </c:pt>
                <c:pt idx="131">
                  <c:v>16.375</c:v>
                </c:pt>
                <c:pt idx="132">
                  <c:v>16.5</c:v>
                </c:pt>
                <c:pt idx="133">
                  <c:v>16.625</c:v>
                </c:pt>
                <c:pt idx="134">
                  <c:v>16.75</c:v>
                </c:pt>
                <c:pt idx="135">
                  <c:v>16.875</c:v>
                </c:pt>
                <c:pt idx="136">
                  <c:v>17</c:v>
                </c:pt>
                <c:pt idx="137">
                  <c:v>17.125</c:v>
                </c:pt>
                <c:pt idx="138">
                  <c:v>17.25</c:v>
                </c:pt>
                <c:pt idx="139">
                  <c:v>17.375</c:v>
                </c:pt>
                <c:pt idx="140">
                  <c:v>17.5</c:v>
                </c:pt>
                <c:pt idx="141">
                  <c:v>17.625</c:v>
                </c:pt>
                <c:pt idx="142">
                  <c:v>17.75</c:v>
                </c:pt>
                <c:pt idx="143">
                  <c:v>17.875</c:v>
                </c:pt>
                <c:pt idx="144">
                  <c:v>18</c:v>
                </c:pt>
                <c:pt idx="145">
                  <c:v>18.125</c:v>
                </c:pt>
                <c:pt idx="146">
                  <c:v>18.25</c:v>
                </c:pt>
                <c:pt idx="147">
                  <c:v>18.375</c:v>
                </c:pt>
                <c:pt idx="148">
                  <c:v>18.5</c:v>
                </c:pt>
                <c:pt idx="149">
                  <c:v>18.625</c:v>
                </c:pt>
                <c:pt idx="150">
                  <c:v>18.75</c:v>
                </c:pt>
                <c:pt idx="151">
                  <c:v>18.875</c:v>
                </c:pt>
                <c:pt idx="152">
                  <c:v>19</c:v>
                </c:pt>
                <c:pt idx="153">
                  <c:v>19.125</c:v>
                </c:pt>
                <c:pt idx="154">
                  <c:v>19.25</c:v>
                </c:pt>
                <c:pt idx="155">
                  <c:v>19.375</c:v>
                </c:pt>
                <c:pt idx="156">
                  <c:v>19.5</c:v>
                </c:pt>
                <c:pt idx="157">
                  <c:v>19.625</c:v>
                </c:pt>
                <c:pt idx="158">
                  <c:v>19.75</c:v>
                </c:pt>
                <c:pt idx="159">
                  <c:v>19.875</c:v>
                </c:pt>
                <c:pt idx="160">
                  <c:v>20</c:v>
                </c:pt>
                <c:pt idx="161">
                  <c:v>20.125</c:v>
                </c:pt>
                <c:pt idx="162">
                  <c:v>20.25</c:v>
                </c:pt>
                <c:pt idx="163">
                  <c:v>20.375</c:v>
                </c:pt>
                <c:pt idx="164">
                  <c:v>20.5</c:v>
                </c:pt>
                <c:pt idx="165">
                  <c:v>20.625</c:v>
                </c:pt>
                <c:pt idx="166">
                  <c:v>20.75</c:v>
                </c:pt>
                <c:pt idx="167">
                  <c:v>20.875</c:v>
                </c:pt>
                <c:pt idx="168">
                  <c:v>21</c:v>
                </c:pt>
                <c:pt idx="169">
                  <c:v>21.125</c:v>
                </c:pt>
                <c:pt idx="170">
                  <c:v>21.25</c:v>
                </c:pt>
                <c:pt idx="171">
                  <c:v>21.375</c:v>
                </c:pt>
                <c:pt idx="172">
                  <c:v>21.5</c:v>
                </c:pt>
                <c:pt idx="173">
                  <c:v>21.625</c:v>
                </c:pt>
                <c:pt idx="174">
                  <c:v>21.75</c:v>
                </c:pt>
                <c:pt idx="175">
                  <c:v>21.875</c:v>
                </c:pt>
                <c:pt idx="176">
                  <c:v>22</c:v>
                </c:pt>
                <c:pt idx="177">
                  <c:v>22.125</c:v>
                </c:pt>
                <c:pt idx="178">
                  <c:v>22.25</c:v>
                </c:pt>
                <c:pt idx="179">
                  <c:v>22.375</c:v>
                </c:pt>
                <c:pt idx="180">
                  <c:v>22.5</c:v>
                </c:pt>
                <c:pt idx="181">
                  <c:v>22.625</c:v>
                </c:pt>
                <c:pt idx="182">
                  <c:v>22.75</c:v>
                </c:pt>
                <c:pt idx="183">
                  <c:v>22.875</c:v>
                </c:pt>
                <c:pt idx="184">
                  <c:v>23</c:v>
                </c:pt>
                <c:pt idx="185">
                  <c:v>23.125</c:v>
                </c:pt>
                <c:pt idx="186">
                  <c:v>23.25</c:v>
                </c:pt>
                <c:pt idx="187">
                  <c:v>23.375</c:v>
                </c:pt>
                <c:pt idx="188">
                  <c:v>23.5</c:v>
                </c:pt>
                <c:pt idx="189">
                  <c:v>23.625</c:v>
                </c:pt>
                <c:pt idx="190">
                  <c:v>23.75</c:v>
                </c:pt>
                <c:pt idx="191">
                  <c:v>23.875</c:v>
                </c:pt>
                <c:pt idx="192">
                  <c:v>24</c:v>
                </c:pt>
                <c:pt idx="193">
                  <c:v>24.125</c:v>
                </c:pt>
                <c:pt idx="194">
                  <c:v>24.25</c:v>
                </c:pt>
                <c:pt idx="195">
                  <c:v>24.375</c:v>
                </c:pt>
                <c:pt idx="196">
                  <c:v>24.5</c:v>
                </c:pt>
                <c:pt idx="197">
                  <c:v>24.625</c:v>
                </c:pt>
                <c:pt idx="198">
                  <c:v>24.75</c:v>
                </c:pt>
                <c:pt idx="199">
                  <c:v>24.875</c:v>
                </c:pt>
                <c:pt idx="200">
                  <c:v>25</c:v>
                </c:pt>
                <c:pt idx="201">
                  <c:v>25.125</c:v>
                </c:pt>
                <c:pt idx="202">
                  <c:v>25.25</c:v>
                </c:pt>
                <c:pt idx="203">
                  <c:v>25.375</c:v>
                </c:pt>
                <c:pt idx="204">
                  <c:v>25.5</c:v>
                </c:pt>
                <c:pt idx="205">
                  <c:v>25.625</c:v>
                </c:pt>
                <c:pt idx="206">
                  <c:v>25.75</c:v>
                </c:pt>
                <c:pt idx="207">
                  <c:v>25.875</c:v>
                </c:pt>
                <c:pt idx="208">
                  <c:v>26</c:v>
                </c:pt>
                <c:pt idx="209">
                  <c:v>26.125</c:v>
                </c:pt>
                <c:pt idx="210">
                  <c:v>26.25</c:v>
                </c:pt>
                <c:pt idx="211">
                  <c:v>26.375</c:v>
                </c:pt>
                <c:pt idx="212">
                  <c:v>26.5</c:v>
                </c:pt>
                <c:pt idx="213">
                  <c:v>26.625</c:v>
                </c:pt>
                <c:pt idx="214">
                  <c:v>26.75</c:v>
                </c:pt>
                <c:pt idx="215">
                  <c:v>26.875</c:v>
                </c:pt>
                <c:pt idx="216">
                  <c:v>27</c:v>
                </c:pt>
                <c:pt idx="217">
                  <c:v>27.125</c:v>
                </c:pt>
                <c:pt idx="218">
                  <c:v>27.25</c:v>
                </c:pt>
                <c:pt idx="219">
                  <c:v>27.375</c:v>
                </c:pt>
                <c:pt idx="220">
                  <c:v>27.5</c:v>
                </c:pt>
                <c:pt idx="221">
                  <c:v>27.625</c:v>
                </c:pt>
                <c:pt idx="222">
                  <c:v>27.75</c:v>
                </c:pt>
                <c:pt idx="223">
                  <c:v>27.875</c:v>
                </c:pt>
                <c:pt idx="224">
                  <c:v>28</c:v>
                </c:pt>
                <c:pt idx="225">
                  <c:v>28.125</c:v>
                </c:pt>
                <c:pt idx="226">
                  <c:v>28.25</c:v>
                </c:pt>
                <c:pt idx="227">
                  <c:v>28.375</c:v>
                </c:pt>
                <c:pt idx="228">
                  <c:v>28.5</c:v>
                </c:pt>
                <c:pt idx="229">
                  <c:v>28.625</c:v>
                </c:pt>
                <c:pt idx="230">
                  <c:v>28.75</c:v>
                </c:pt>
                <c:pt idx="231">
                  <c:v>28.875</c:v>
                </c:pt>
                <c:pt idx="232">
                  <c:v>29</c:v>
                </c:pt>
                <c:pt idx="233">
                  <c:v>29.125</c:v>
                </c:pt>
                <c:pt idx="234">
                  <c:v>29.25</c:v>
                </c:pt>
                <c:pt idx="235">
                  <c:v>29.375</c:v>
                </c:pt>
                <c:pt idx="236">
                  <c:v>29.5</c:v>
                </c:pt>
                <c:pt idx="237">
                  <c:v>29.625</c:v>
                </c:pt>
                <c:pt idx="238">
                  <c:v>29.75</c:v>
                </c:pt>
                <c:pt idx="239">
                  <c:v>29.875</c:v>
                </c:pt>
                <c:pt idx="240">
                  <c:v>30</c:v>
                </c:pt>
              </c:numCache>
            </c:numRef>
          </c:xVal>
          <c:yVal>
            <c:numRef>
              <c:f>Sheet1!$C$2:$C$242</c:f>
              <c:numCache>
                <c:formatCode>General</c:formatCode>
                <c:ptCount val="241"/>
                <c:pt idx="0">
                  <c:v>0</c:v>
                </c:pt>
                <c:pt idx="1">
                  <c:v>0.10554</c:v>
                </c:pt>
                <c:pt idx="2">
                  <c:v>0.14872</c:v>
                </c:pt>
                <c:pt idx="3">
                  <c:v>0.18131</c:v>
                </c:pt>
                <c:pt idx="4">
                  <c:v>0.20821</c:v>
                </c:pt>
                <c:pt idx="5">
                  <c:v>0.23135</c:v>
                </c:pt>
                <c:pt idx="6">
                  <c:v>0.25169</c:v>
                </c:pt>
                <c:pt idx="7">
                  <c:v>0.26984</c:v>
                </c:pt>
                <c:pt idx="8">
                  <c:v>0.28617</c:v>
                </c:pt>
                <c:pt idx="9">
                  <c:v>0.30094</c:v>
                </c:pt>
                <c:pt idx="10">
                  <c:v>0.31437</c:v>
                </c:pt>
                <c:pt idx="11">
                  <c:v>0.3266</c:v>
                </c:pt>
                <c:pt idx="12">
                  <c:v>0.33775</c:v>
                </c:pt>
                <c:pt idx="13">
                  <c:v>0.34792</c:v>
                </c:pt>
                <c:pt idx="14">
                  <c:v>0.35719</c:v>
                </c:pt>
                <c:pt idx="15">
                  <c:v>0.36562</c:v>
                </c:pt>
                <c:pt idx="16">
                  <c:v>0.37328</c:v>
                </c:pt>
                <c:pt idx="17">
                  <c:v>0.38022</c:v>
                </c:pt>
                <c:pt idx="18">
                  <c:v>0.38648</c:v>
                </c:pt>
                <c:pt idx="19">
                  <c:v>0.3921</c:v>
                </c:pt>
                <c:pt idx="20">
                  <c:v>0.39711</c:v>
                </c:pt>
                <c:pt idx="21">
                  <c:v>0.40156</c:v>
                </c:pt>
                <c:pt idx="22">
                  <c:v>0.40546</c:v>
                </c:pt>
                <c:pt idx="23">
                  <c:v>0.40885</c:v>
                </c:pt>
                <c:pt idx="24">
                  <c:v>0.41176</c:v>
                </c:pt>
                <c:pt idx="25">
                  <c:v>0.4142</c:v>
                </c:pt>
                <c:pt idx="26">
                  <c:v>0.4162</c:v>
                </c:pt>
                <c:pt idx="27">
                  <c:v>0.41778</c:v>
                </c:pt>
                <c:pt idx="28">
                  <c:v>0.41896</c:v>
                </c:pt>
                <c:pt idx="29">
                  <c:v>0.41976</c:v>
                </c:pt>
                <c:pt idx="30">
                  <c:v>0.42019</c:v>
                </c:pt>
                <c:pt idx="31">
                  <c:v>0.42028</c:v>
                </c:pt>
                <c:pt idx="32">
                  <c:v>0.42004</c:v>
                </c:pt>
                <c:pt idx="33">
                  <c:v>0.41949</c:v>
                </c:pt>
                <c:pt idx="34">
                  <c:v>0.41864</c:v>
                </c:pt>
                <c:pt idx="35">
                  <c:v>0.41751</c:v>
                </c:pt>
                <c:pt idx="36">
                  <c:v>0.4161</c:v>
                </c:pt>
                <c:pt idx="37">
                  <c:v>0.41444</c:v>
                </c:pt>
                <c:pt idx="38">
                  <c:v>0.41253</c:v>
                </c:pt>
                <c:pt idx="39">
                  <c:v>0.4104</c:v>
                </c:pt>
                <c:pt idx="40">
                  <c:v>0.40804</c:v>
                </c:pt>
                <c:pt idx="41">
                  <c:v>0.40548</c:v>
                </c:pt>
                <c:pt idx="42">
                  <c:v>0.40273</c:v>
                </c:pt>
                <c:pt idx="43">
                  <c:v>0.39978</c:v>
                </c:pt>
                <c:pt idx="44">
                  <c:v>0.39667</c:v>
                </c:pt>
                <c:pt idx="45">
                  <c:v>0.39338</c:v>
                </c:pt>
                <c:pt idx="46">
                  <c:v>0.38995</c:v>
                </c:pt>
                <c:pt idx="47">
                  <c:v>0.38637</c:v>
                </c:pt>
                <c:pt idx="48">
                  <c:v>0.38265</c:v>
                </c:pt>
                <c:pt idx="49">
                  <c:v>0.37881</c:v>
                </c:pt>
                <c:pt idx="50">
                  <c:v>0.37485</c:v>
                </c:pt>
                <c:pt idx="51">
                  <c:v>0.37078</c:v>
                </c:pt>
                <c:pt idx="52">
                  <c:v>0.36661</c:v>
                </c:pt>
                <c:pt idx="53">
                  <c:v>0.36234</c:v>
                </c:pt>
                <c:pt idx="54">
                  <c:v>0.35799</c:v>
                </c:pt>
                <c:pt idx="55">
                  <c:v>0.35356</c:v>
                </c:pt>
                <c:pt idx="56">
                  <c:v>0.34906</c:v>
                </c:pt>
                <c:pt idx="57">
                  <c:v>0.34449</c:v>
                </c:pt>
                <c:pt idx="58">
                  <c:v>0.33986</c:v>
                </c:pt>
                <c:pt idx="59">
                  <c:v>0.33518</c:v>
                </c:pt>
                <c:pt idx="60">
                  <c:v>0.33046</c:v>
                </c:pt>
                <c:pt idx="61">
                  <c:v>0.3257</c:v>
                </c:pt>
                <c:pt idx="62">
                  <c:v>0.3209</c:v>
                </c:pt>
                <c:pt idx="63">
                  <c:v>0.31607</c:v>
                </c:pt>
                <c:pt idx="64">
                  <c:v>0.31122</c:v>
                </c:pt>
                <c:pt idx="65">
                  <c:v>0.30634</c:v>
                </c:pt>
                <c:pt idx="66">
                  <c:v>0.30146</c:v>
                </c:pt>
                <c:pt idx="67">
                  <c:v>0.29656</c:v>
                </c:pt>
                <c:pt idx="68">
                  <c:v>0.29166</c:v>
                </c:pt>
                <c:pt idx="69">
                  <c:v>0.28676</c:v>
                </c:pt>
                <c:pt idx="70">
                  <c:v>0.28186</c:v>
                </c:pt>
                <c:pt idx="71">
                  <c:v>0.27697</c:v>
                </c:pt>
                <c:pt idx="72">
                  <c:v>0.27209</c:v>
                </c:pt>
                <c:pt idx="73">
                  <c:v>0.26722</c:v>
                </c:pt>
                <c:pt idx="74">
                  <c:v>0.26237</c:v>
                </c:pt>
                <c:pt idx="75">
                  <c:v>0.25755</c:v>
                </c:pt>
                <c:pt idx="76">
                  <c:v>0.25274</c:v>
                </c:pt>
                <c:pt idx="77">
                  <c:v>0.24796</c:v>
                </c:pt>
                <c:pt idx="78">
                  <c:v>0.24321</c:v>
                </c:pt>
                <c:pt idx="79">
                  <c:v>0.23849</c:v>
                </c:pt>
                <c:pt idx="80">
                  <c:v>0.23381</c:v>
                </c:pt>
                <c:pt idx="81">
                  <c:v>0.22916</c:v>
                </c:pt>
                <c:pt idx="82">
                  <c:v>0.22456</c:v>
                </c:pt>
                <c:pt idx="83">
                  <c:v>0.21999</c:v>
                </c:pt>
                <c:pt idx="84">
                  <c:v>0.21546</c:v>
                </c:pt>
                <c:pt idx="85">
                  <c:v>0.21098</c:v>
                </c:pt>
                <c:pt idx="86">
                  <c:v>0.20655</c:v>
                </c:pt>
                <c:pt idx="87">
                  <c:v>0.20216</c:v>
                </c:pt>
                <c:pt idx="88">
                  <c:v>0.19782</c:v>
                </c:pt>
                <c:pt idx="89">
                  <c:v>0.19354</c:v>
                </c:pt>
                <c:pt idx="90">
                  <c:v>0.1893</c:v>
                </c:pt>
                <c:pt idx="91">
                  <c:v>0.18512</c:v>
                </c:pt>
                <c:pt idx="92">
                  <c:v>0.18099</c:v>
                </c:pt>
                <c:pt idx="93">
                  <c:v>0.17691</c:v>
                </c:pt>
                <c:pt idx="94">
                  <c:v>0.17289</c:v>
                </c:pt>
                <c:pt idx="95">
                  <c:v>0.16893</c:v>
                </c:pt>
                <c:pt idx="96">
                  <c:v>0.16503</c:v>
                </c:pt>
                <c:pt idx="97">
                  <c:v>0.16118</c:v>
                </c:pt>
                <c:pt idx="98">
                  <c:v>0.15739</c:v>
                </c:pt>
                <c:pt idx="99">
                  <c:v>0.15365</c:v>
                </c:pt>
                <c:pt idx="100">
                  <c:v>0.14998</c:v>
                </c:pt>
                <c:pt idx="101">
                  <c:v>0.14637</c:v>
                </c:pt>
                <c:pt idx="102">
                  <c:v>0.14281</c:v>
                </c:pt>
                <c:pt idx="103">
                  <c:v>0.13931</c:v>
                </c:pt>
                <c:pt idx="104">
                  <c:v>0.13588</c:v>
                </c:pt>
                <c:pt idx="105">
                  <c:v>0.1325</c:v>
                </c:pt>
                <c:pt idx="106">
                  <c:v>0.12918</c:v>
                </c:pt>
                <c:pt idx="107">
                  <c:v>0.12593</c:v>
                </c:pt>
                <c:pt idx="108">
                  <c:v>0.12273</c:v>
                </c:pt>
                <c:pt idx="109">
                  <c:v>0.11959</c:v>
                </c:pt>
                <c:pt idx="110">
                  <c:v>0.11651</c:v>
                </c:pt>
                <c:pt idx="111">
                  <c:v>0.11349</c:v>
                </c:pt>
                <c:pt idx="112">
                  <c:v>0.11053</c:v>
                </c:pt>
                <c:pt idx="113">
                  <c:v>0.10762</c:v>
                </c:pt>
                <c:pt idx="114">
                  <c:v>0.10478</c:v>
                </c:pt>
                <c:pt idx="115">
                  <c:v>0.10199</c:v>
                </c:pt>
                <c:pt idx="116">
                  <c:v>0.09925</c:v>
                </c:pt>
                <c:pt idx="117">
                  <c:v>0.09658</c:v>
                </c:pt>
                <c:pt idx="118">
                  <c:v>0.09396</c:v>
                </c:pt>
                <c:pt idx="119">
                  <c:v>0.09139</c:v>
                </c:pt>
                <c:pt idx="120">
                  <c:v>0.08888</c:v>
                </c:pt>
                <c:pt idx="121">
                  <c:v>0.08643</c:v>
                </c:pt>
                <c:pt idx="122">
                  <c:v>0.08403</c:v>
                </c:pt>
                <c:pt idx="123">
                  <c:v>0.08168</c:v>
                </c:pt>
                <c:pt idx="124">
                  <c:v>0.07938</c:v>
                </c:pt>
                <c:pt idx="125">
                  <c:v>0.07714</c:v>
                </c:pt>
                <c:pt idx="126">
                  <c:v>0.07495</c:v>
                </c:pt>
                <c:pt idx="127">
                  <c:v>0.07281</c:v>
                </c:pt>
                <c:pt idx="128">
                  <c:v>0.07071</c:v>
                </c:pt>
                <c:pt idx="129">
                  <c:v>0.06867</c:v>
                </c:pt>
                <c:pt idx="130">
                  <c:v>0.06668</c:v>
                </c:pt>
                <c:pt idx="131">
                  <c:v>0.06473</c:v>
                </c:pt>
                <c:pt idx="132">
                  <c:v>0.06283</c:v>
                </c:pt>
                <c:pt idx="133">
                  <c:v>0.06097</c:v>
                </c:pt>
                <c:pt idx="134">
                  <c:v>0.05917</c:v>
                </c:pt>
                <c:pt idx="135">
                  <c:v>0.0574</c:v>
                </c:pt>
                <c:pt idx="136">
                  <c:v>0.05568</c:v>
                </c:pt>
                <c:pt idx="137">
                  <c:v>0.05401</c:v>
                </c:pt>
                <c:pt idx="138">
                  <c:v>0.05237</c:v>
                </c:pt>
                <c:pt idx="139">
                  <c:v>0.05078</c:v>
                </c:pt>
                <c:pt idx="140">
                  <c:v>0.04923</c:v>
                </c:pt>
                <c:pt idx="141">
                  <c:v>0.04772</c:v>
                </c:pt>
                <c:pt idx="142">
                  <c:v>0.04625</c:v>
                </c:pt>
                <c:pt idx="143">
                  <c:v>0.04482</c:v>
                </c:pt>
                <c:pt idx="144">
                  <c:v>0.04342</c:v>
                </c:pt>
                <c:pt idx="145">
                  <c:v>0.04206</c:v>
                </c:pt>
                <c:pt idx="146">
                  <c:v>0.04074</c:v>
                </c:pt>
                <c:pt idx="147">
                  <c:v>0.03946</c:v>
                </c:pt>
                <c:pt idx="148">
                  <c:v>0.03821</c:v>
                </c:pt>
                <c:pt idx="149">
                  <c:v>0.03699</c:v>
                </c:pt>
                <c:pt idx="150">
                  <c:v>0.03581</c:v>
                </c:pt>
                <c:pt idx="151">
                  <c:v>0.03466</c:v>
                </c:pt>
                <c:pt idx="152">
                  <c:v>0.03354</c:v>
                </c:pt>
                <c:pt idx="153">
                  <c:v>0.03246</c:v>
                </c:pt>
                <c:pt idx="154">
                  <c:v>0.0314</c:v>
                </c:pt>
                <c:pt idx="155">
                  <c:v>0.03038</c:v>
                </c:pt>
                <c:pt idx="156">
                  <c:v>0.02938</c:v>
                </c:pt>
                <c:pt idx="157">
                  <c:v>0.02842</c:v>
                </c:pt>
                <c:pt idx="158">
                  <c:v>0.02748</c:v>
                </c:pt>
                <c:pt idx="159">
                  <c:v>0.02657</c:v>
                </c:pt>
                <c:pt idx="160">
                  <c:v>0.02568</c:v>
                </c:pt>
                <c:pt idx="161">
                  <c:v>0.02482</c:v>
                </c:pt>
                <c:pt idx="162">
                  <c:v>0.02399</c:v>
                </c:pt>
                <c:pt idx="163">
                  <c:v>0.02318</c:v>
                </c:pt>
                <c:pt idx="164">
                  <c:v>0.0224</c:v>
                </c:pt>
                <c:pt idx="165">
                  <c:v>0.02164</c:v>
                </c:pt>
                <c:pt idx="166">
                  <c:v>0.0209</c:v>
                </c:pt>
                <c:pt idx="167">
                  <c:v>0.02019</c:v>
                </c:pt>
                <c:pt idx="168">
                  <c:v>0.01949</c:v>
                </c:pt>
                <c:pt idx="169">
                  <c:v>0.01882</c:v>
                </c:pt>
                <c:pt idx="170">
                  <c:v>0.01817</c:v>
                </c:pt>
                <c:pt idx="171">
                  <c:v>0.01754</c:v>
                </c:pt>
                <c:pt idx="172">
                  <c:v>0.01693</c:v>
                </c:pt>
                <c:pt idx="173">
                  <c:v>0.01634</c:v>
                </c:pt>
                <c:pt idx="174">
                  <c:v>0.01576</c:v>
                </c:pt>
                <c:pt idx="175">
                  <c:v>0.01521</c:v>
                </c:pt>
                <c:pt idx="176">
                  <c:v>0.01467</c:v>
                </c:pt>
                <c:pt idx="177">
                  <c:v>0.01415</c:v>
                </c:pt>
                <c:pt idx="178">
                  <c:v>0.01365</c:v>
                </c:pt>
                <c:pt idx="179">
                  <c:v>0.01316</c:v>
                </c:pt>
                <c:pt idx="180">
                  <c:v>0.01269</c:v>
                </c:pt>
                <c:pt idx="181">
                  <c:v>0.01223</c:v>
                </c:pt>
                <c:pt idx="182">
                  <c:v>0.01179</c:v>
                </c:pt>
                <c:pt idx="183">
                  <c:v>0.01137</c:v>
                </c:pt>
                <c:pt idx="184">
                  <c:v>0.01095</c:v>
                </c:pt>
                <c:pt idx="185">
                  <c:v>0.01056</c:v>
                </c:pt>
                <c:pt idx="186">
                  <c:v>0.01017</c:v>
                </c:pt>
                <c:pt idx="187">
                  <c:v>0.0098</c:v>
                </c:pt>
                <c:pt idx="188">
                  <c:v>0.00944</c:v>
                </c:pt>
                <c:pt idx="189">
                  <c:v>0.00909</c:v>
                </c:pt>
                <c:pt idx="190">
                  <c:v>0.00875</c:v>
                </c:pt>
                <c:pt idx="191">
                  <c:v>0.00843</c:v>
                </c:pt>
                <c:pt idx="192">
                  <c:v>0.00811</c:v>
                </c:pt>
                <c:pt idx="193">
                  <c:v>0.00781</c:v>
                </c:pt>
                <c:pt idx="194">
                  <c:v>0.00752</c:v>
                </c:pt>
                <c:pt idx="195">
                  <c:v>0.00724</c:v>
                </c:pt>
                <c:pt idx="196">
                  <c:v>0.00696</c:v>
                </c:pt>
                <c:pt idx="197">
                  <c:v>0.0067</c:v>
                </c:pt>
                <c:pt idx="198">
                  <c:v>0.00645</c:v>
                </c:pt>
                <c:pt idx="199">
                  <c:v>0.0062</c:v>
                </c:pt>
                <c:pt idx="200">
                  <c:v>0.00597</c:v>
                </c:pt>
                <c:pt idx="201">
                  <c:v>0.00574</c:v>
                </c:pt>
                <c:pt idx="202">
                  <c:v>0.00552</c:v>
                </c:pt>
                <c:pt idx="203">
                  <c:v>0.0053</c:v>
                </c:pt>
                <c:pt idx="204">
                  <c:v>0.0051</c:v>
                </c:pt>
                <c:pt idx="205">
                  <c:v>0.0049</c:v>
                </c:pt>
                <c:pt idx="206">
                  <c:v>0.00471</c:v>
                </c:pt>
                <c:pt idx="207">
                  <c:v>0.00453</c:v>
                </c:pt>
                <c:pt idx="208">
                  <c:v>0.00435</c:v>
                </c:pt>
                <c:pt idx="209">
                  <c:v>0.00418</c:v>
                </c:pt>
                <c:pt idx="210">
                  <c:v>0.00402</c:v>
                </c:pt>
                <c:pt idx="211">
                  <c:v>0.00386</c:v>
                </c:pt>
                <c:pt idx="212">
                  <c:v>0.00371</c:v>
                </c:pt>
                <c:pt idx="213">
                  <c:v>0.00356</c:v>
                </c:pt>
                <c:pt idx="214">
                  <c:v>0.00342</c:v>
                </c:pt>
                <c:pt idx="215">
                  <c:v>0.00328</c:v>
                </c:pt>
                <c:pt idx="216">
                  <c:v>0.00315</c:v>
                </c:pt>
                <c:pt idx="217">
                  <c:v>0.00303</c:v>
                </c:pt>
                <c:pt idx="218">
                  <c:v>0.00291</c:v>
                </c:pt>
                <c:pt idx="219">
                  <c:v>0.00279</c:v>
                </c:pt>
                <c:pt idx="220">
                  <c:v>0.00268</c:v>
                </c:pt>
                <c:pt idx="221">
                  <c:v>0.00257</c:v>
                </c:pt>
                <c:pt idx="222">
                  <c:v>0.00246</c:v>
                </c:pt>
                <c:pt idx="223">
                  <c:v>0.00236</c:v>
                </c:pt>
                <c:pt idx="224">
                  <c:v>0.00227</c:v>
                </c:pt>
                <c:pt idx="225">
                  <c:v>0.00218</c:v>
                </c:pt>
                <c:pt idx="226">
                  <c:v>0.00209</c:v>
                </c:pt>
                <c:pt idx="227">
                  <c:v>0.002</c:v>
                </c:pt>
                <c:pt idx="228">
                  <c:v>0.00192</c:v>
                </c:pt>
                <c:pt idx="229">
                  <c:v>0.00184</c:v>
                </c:pt>
                <c:pt idx="230">
                  <c:v>0.00176</c:v>
                </c:pt>
                <c:pt idx="231">
                  <c:v>0.00169</c:v>
                </c:pt>
                <c:pt idx="232">
                  <c:v>0.00162</c:v>
                </c:pt>
                <c:pt idx="233">
                  <c:v>0.00155</c:v>
                </c:pt>
                <c:pt idx="234">
                  <c:v>0.00149</c:v>
                </c:pt>
                <c:pt idx="235">
                  <c:v>0.00143</c:v>
                </c:pt>
                <c:pt idx="236">
                  <c:v>0.00137</c:v>
                </c:pt>
                <c:pt idx="237">
                  <c:v>0.00131</c:v>
                </c:pt>
                <c:pt idx="238">
                  <c:v>0.00125</c:v>
                </c:pt>
                <c:pt idx="239">
                  <c:v>0.0012</c:v>
                </c:pt>
                <c:pt idx="240">
                  <c:v>0.00115</c:v>
                </c:pt>
              </c:numCache>
            </c:numRef>
          </c:yVal>
          <c:smooth val="0"/>
        </c:ser>
        <c:ser>
          <c:idx val="2"/>
          <c:order val="2"/>
          <c:tx>
            <c:strRef>
              <c:f>Sheet1!$D$1</c:f>
              <c:strCache>
                <c:ptCount val="1"/>
                <c:pt idx="0">
                  <c:v>forma 3</c:v>
                </c:pt>
              </c:strCache>
            </c:strRef>
          </c:tx>
          <c:spPr>
            <a:solidFill>
              <a:srgbClr val="333333"/>
            </a:solidFill>
            <a:ln w="31750" cap="flat">
              <a:solidFill>
                <a:srgbClr val="333333"/>
              </a:solidFill>
              <a:prstDash val="solid"/>
              <a:round/>
            </a:ln>
            <a:effectLst/>
          </c:spPr>
          <c:marker>
            <c:symbol val="none"/>
            <c:size val="6"/>
            <c:spPr>
              <a:solidFill>
                <a:srgbClr val="333333"/>
              </a:solidFill>
              <a:ln w="9525" cap="flat">
                <a:solidFill>
                  <a:srgbClr val="333333"/>
                </a:solidFill>
                <a:prstDash val="solid"/>
                <a:round/>
              </a:ln>
              <a:effectLst/>
            </c:spPr>
          </c:marker>
          <c:xVal>
            <c:numRef>
              <c:f>Sheet1!$A$2:$A$242</c:f>
              <c:numCache>
                <c:formatCode>General</c:formatCode>
                <c:ptCount val="241"/>
                <c:pt idx="0">
                  <c:v>0</c:v>
                </c:pt>
                <c:pt idx="1">
                  <c:v>0.125</c:v>
                </c:pt>
                <c:pt idx="2">
                  <c:v>0.25</c:v>
                </c:pt>
                <c:pt idx="3">
                  <c:v>0.375</c:v>
                </c:pt>
                <c:pt idx="4">
                  <c:v>0.5</c:v>
                </c:pt>
                <c:pt idx="5">
                  <c:v>0.625</c:v>
                </c:pt>
                <c:pt idx="6">
                  <c:v>0.75</c:v>
                </c:pt>
                <c:pt idx="7">
                  <c:v>0.875</c:v>
                </c:pt>
                <c:pt idx="8">
                  <c:v>1</c:v>
                </c:pt>
                <c:pt idx="9">
                  <c:v>1.125</c:v>
                </c:pt>
                <c:pt idx="10">
                  <c:v>1.25</c:v>
                </c:pt>
                <c:pt idx="11">
                  <c:v>1.375</c:v>
                </c:pt>
                <c:pt idx="12">
                  <c:v>1.5</c:v>
                </c:pt>
                <c:pt idx="13">
                  <c:v>1.625</c:v>
                </c:pt>
                <c:pt idx="14">
                  <c:v>1.75</c:v>
                </c:pt>
                <c:pt idx="15">
                  <c:v>1.875</c:v>
                </c:pt>
                <c:pt idx="16">
                  <c:v>2</c:v>
                </c:pt>
                <c:pt idx="17">
                  <c:v>2.125</c:v>
                </c:pt>
                <c:pt idx="18">
                  <c:v>2.25</c:v>
                </c:pt>
                <c:pt idx="19">
                  <c:v>2.375</c:v>
                </c:pt>
                <c:pt idx="20">
                  <c:v>2.5</c:v>
                </c:pt>
                <c:pt idx="21">
                  <c:v>2.625</c:v>
                </c:pt>
                <c:pt idx="22">
                  <c:v>2.75</c:v>
                </c:pt>
                <c:pt idx="23">
                  <c:v>2.875</c:v>
                </c:pt>
                <c:pt idx="24">
                  <c:v>3</c:v>
                </c:pt>
                <c:pt idx="25">
                  <c:v>3.125</c:v>
                </c:pt>
                <c:pt idx="26">
                  <c:v>3.25</c:v>
                </c:pt>
                <c:pt idx="27">
                  <c:v>3.375</c:v>
                </c:pt>
                <c:pt idx="28">
                  <c:v>3.5</c:v>
                </c:pt>
                <c:pt idx="29">
                  <c:v>3.625</c:v>
                </c:pt>
                <c:pt idx="30">
                  <c:v>3.75</c:v>
                </c:pt>
                <c:pt idx="31">
                  <c:v>3.875</c:v>
                </c:pt>
                <c:pt idx="32">
                  <c:v>4</c:v>
                </c:pt>
                <c:pt idx="33">
                  <c:v>4.125</c:v>
                </c:pt>
                <c:pt idx="34">
                  <c:v>4.25</c:v>
                </c:pt>
                <c:pt idx="35">
                  <c:v>4.375</c:v>
                </c:pt>
                <c:pt idx="36">
                  <c:v>4.5</c:v>
                </c:pt>
                <c:pt idx="37">
                  <c:v>4.625</c:v>
                </c:pt>
                <c:pt idx="38">
                  <c:v>4.75</c:v>
                </c:pt>
                <c:pt idx="39">
                  <c:v>4.875</c:v>
                </c:pt>
                <c:pt idx="40">
                  <c:v>5</c:v>
                </c:pt>
                <c:pt idx="41">
                  <c:v>5.125</c:v>
                </c:pt>
                <c:pt idx="42">
                  <c:v>5.25</c:v>
                </c:pt>
                <c:pt idx="43">
                  <c:v>5.375</c:v>
                </c:pt>
                <c:pt idx="44">
                  <c:v>5.5</c:v>
                </c:pt>
                <c:pt idx="45">
                  <c:v>5.625</c:v>
                </c:pt>
                <c:pt idx="46">
                  <c:v>5.75</c:v>
                </c:pt>
                <c:pt idx="47">
                  <c:v>5.875</c:v>
                </c:pt>
                <c:pt idx="48">
                  <c:v>6</c:v>
                </c:pt>
                <c:pt idx="49">
                  <c:v>6.125</c:v>
                </c:pt>
                <c:pt idx="50">
                  <c:v>6.25</c:v>
                </c:pt>
                <c:pt idx="51">
                  <c:v>6.375</c:v>
                </c:pt>
                <c:pt idx="52">
                  <c:v>6.5</c:v>
                </c:pt>
                <c:pt idx="53">
                  <c:v>6.625</c:v>
                </c:pt>
                <c:pt idx="54">
                  <c:v>6.75</c:v>
                </c:pt>
                <c:pt idx="55">
                  <c:v>6.875</c:v>
                </c:pt>
                <c:pt idx="56">
                  <c:v>7</c:v>
                </c:pt>
                <c:pt idx="57">
                  <c:v>7.125</c:v>
                </c:pt>
                <c:pt idx="58">
                  <c:v>7.25</c:v>
                </c:pt>
                <c:pt idx="59">
                  <c:v>7.375</c:v>
                </c:pt>
                <c:pt idx="60">
                  <c:v>7.5</c:v>
                </c:pt>
                <c:pt idx="61">
                  <c:v>7.625</c:v>
                </c:pt>
                <c:pt idx="62">
                  <c:v>7.75</c:v>
                </c:pt>
                <c:pt idx="63">
                  <c:v>7.875</c:v>
                </c:pt>
                <c:pt idx="64">
                  <c:v>8</c:v>
                </c:pt>
                <c:pt idx="65">
                  <c:v>8.125</c:v>
                </c:pt>
                <c:pt idx="66">
                  <c:v>8.25</c:v>
                </c:pt>
                <c:pt idx="67">
                  <c:v>8.375</c:v>
                </c:pt>
                <c:pt idx="68">
                  <c:v>8.5</c:v>
                </c:pt>
                <c:pt idx="69">
                  <c:v>8.625</c:v>
                </c:pt>
                <c:pt idx="70">
                  <c:v>8.75</c:v>
                </c:pt>
                <c:pt idx="71">
                  <c:v>8.875</c:v>
                </c:pt>
                <c:pt idx="72">
                  <c:v>9</c:v>
                </c:pt>
                <c:pt idx="73">
                  <c:v>9.125</c:v>
                </c:pt>
                <c:pt idx="74">
                  <c:v>9.25</c:v>
                </c:pt>
                <c:pt idx="75">
                  <c:v>9.375</c:v>
                </c:pt>
                <c:pt idx="76">
                  <c:v>9.5</c:v>
                </c:pt>
                <c:pt idx="77">
                  <c:v>9.625</c:v>
                </c:pt>
                <c:pt idx="78">
                  <c:v>9.75</c:v>
                </c:pt>
                <c:pt idx="79">
                  <c:v>9.875</c:v>
                </c:pt>
                <c:pt idx="80">
                  <c:v>10</c:v>
                </c:pt>
                <c:pt idx="81">
                  <c:v>10.125</c:v>
                </c:pt>
                <c:pt idx="82">
                  <c:v>10.25</c:v>
                </c:pt>
                <c:pt idx="83">
                  <c:v>10.375</c:v>
                </c:pt>
                <c:pt idx="84">
                  <c:v>10.5</c:v>
                </c:pt>
                <c:pt idx="85">
                  <c:v>10.625</c:v>
                </c:pt>
                <c:pt idx="86">
                  <c:v>10.75</c:v>
                </c:pt>
                <c:pt idx="87">
                  <c:v>10.875</c:v>
                </c:pt>
                <c:pt idx="88">
                  <c:v>11</c:v>
                </c:pt>
                <c:pt idx="89">
                  <c:v>11.125</c:v>
                </c:pt>
                <c:pt idx="90">
                  <c:v>11.25</c:v>
                </c:pt>
                <c:pt idx="91">
                  <c:v>11.375</c:v>
                </c:pt>
                <c:pt idx="92">
                  <c:v>11.5</c:v>
                </c:pt>
                <c:pt idx="93">
                  <c:v>11.625</c:v>
                </c:pt>
                <c:pt idx="94">
                  <c:v>11.75</c:v>
                </c:pt>
                <c:pt idx="95">
                  <c:v>11.875</c:v>
                </c:pt>
                <c:pt idx="96">
                  <c:v>12</c:v>
                </c:pt>
                <c:pt idx="97">
                  <c:v>12.125</c:v>
                </c:pt>
                <c:pt idx="98">
                  <c:v>12.25</c:v>
                </c:pt>
                <c:pt idx="99">
                  <c:v>12.375</c:v>
                </c:pt>
                <c:pt idx="100">
                  <c:v>12.5</c:v>
                </c:pt>
                <c:pt idx="101">
                  <c:v>12.625</c:v>
                </c:pt>
                <c:pt idx="102">
                  <c:v>12.75</c:v>
                </c:pt>
                <c:pt idx="103">
                  <c:v>12.875</c:v>
                </c:pt>
                <c:pt idx="104">
                  <c:v>13</c:v>
                </c:pt>
                <c:pt idx="105">
                  <c:v>13.125</c:v>
                </c:pt>
                <c:pt idx="106">
                  <c:v>13.25</c:v>
                </c:pt>
                <c:pt idx="107">
                  <c:v>13.375</c:v>
                </c:pt>
                <c:pt idx="108">
                  <c:v>13.5</c:v>
                </c:pt>
                <c:pt idx="109">
                  <c:v>13.625</c:v>
                </c:pt>
                <c:pt idx="110">
                  <c:v>13.75</c:v>
                </c:pt>
                <c:pt idx="111">
                  <c:v>13.875</c:v>
                </c:pt>
                <c:pt idx="112">
                  <c:v>14</c:v>
                </c:pt>
                <c:pt idx="113">
                  <c:v>14.125</c:v>
                </c:pt>
                <c:pt idx="114">
                  <c:v>14.25</c:v>
                </c:pt>
                <c:pt idx="115">
                  <c:v>14.375</c:v>
                </c:pt>
                <c:pt idx="116">
                  <c:v>14.5</c:v>
                </c:pt>
                <c:pt idx="117">
                  <c:v>14.625</c:v>
                </c:pt>
                <c:pt idx="118">
                  <c:v>14.75</c:v>
                </c:pt>
                <c:pt idx="119">
                  <c:v>14.875</c:v>
                </c:pt>
                <c:pt idx="120">
                  <c:v>15</c:v>
                </c:pt>
                <c:pt idx="121">
                  <c:v>15.125</c:v>
                </c:pt>
                <c:pt idx="122">
                  <c:v>15.25</c:v>
                </c:pt>
                <c:pt idx="123">
                  <c:v>15.375</c:v>
                </c:pt>
                <c:pt idx="124">
                  <c:v>15.5</c:v>
                </c:pt>
                <c:pt idx="125">
                  <c:v>15.625</c:v>
                </c:pt>
                <c:pt idx="126">
                  <c:v>15.75</c:v>
                </c:pt>
                <c:pt idx="127">
                  <c:v>15.875</c:v>
                </c:pt>
                <c:pt idx="128">
                  <c:v>16</c:v>
                </c:pt>
                <c:pt idx="129">
                  <c:v>16.125</c:v>
                </c:pt>
                <c:pt idx="130">
                  <c:v>16.25</c:v>
                </c:pt>
                <c:pt idx="131">
                  <c:v>16.375</c:v>
                </c:pt>
                <c:pt idx="132">
                  <c:v>16.5</c:v>
                </c:pt>
                <c:pt idx="133">
                  <c:v>16.625</c:v>
                </c:pt>
                <c:pt idx="134">
                  <c:v>16.75</c:v>
                </c:pt>
                <c:pt idx="135">
                  <c:v>16.875</c:v>
                </c:pt>
                <c:pt idx="136">
                  <c:v>17</c:v>
                </c:pt>
                <c:pt idx="137">
                  <c:v>17.125</c:v>
                </c:pt>
                <c:pt idx="138">
                  <c:v>17.25</c:v>
                </c:pt>
                <c:pt idx="139">
                  <c:v>17.375</c:v>
                </c:pt>
                <c:pt idx="140">
                  <c:v>17.5</c:v>
                </c:pt>
                <c:pt idx="141">
                  <c:v>17.625</c:v>
                </c:pt>
                <c:pt idx="142">
                  <c:v>17.75</c:v>
                </c:pt>
                <c:pt idx="143">
                  <c:v>17.875</c:v>
                </c:pt>
                <c:pt idx="144">
                  <c:v>18</c:v>
                </c:pt>
                <c:pt idx="145">
                  <c:v>18.125</c:v>
                </c:pt>
                <c:pt idx="146">
                  <c:v>18.25</c:v>
                </c:pt>
                <c:pt idx="147">
                  <c:v>18.375</c:v>
                </c:pt>
                <c:pt idx="148">
                  <c:v>18.5</c:v>
                </c:pt>
                <c:pt idx="149">
                  <c:v>18.625</c:v>
                </c:pt>
                <c:pt idx="150">
                  <c:v>18.75</c:v>
                </c:pt>
                <c:pt idx="151">
                  <c:v>18.875</c:v>
                </c:pt>
                <c:pt idx="152">
                  <c:v>19</c:v>
                </c:pt>
                <c:pt idx="153">
                  <c:v>19.125</c:v>
                </c:pt>
                <c:pt idx="154">
                  <c:v>19.25</c:v>
                </c:pt>
                <c:pt idx="155">
                  <c:v>19.375</c:v>
                </c:pt>
                <c:pt idx="156">
                  <c:v>19.5</c:v>
                </c:pt>
                <c:pt idx="157">
                  <c:v>19.625</c:v>
                </c:pt>
                <c:pt idx="158">
                  <c:v>19.75</c:v>
                </c:pt>
                <c:pt idx="159">
                  <c:v>19.875</c:v>
                </c:pt>
                <c:pt idx="160">
                  <c:v>20</c:v>
                </c:pt>
                <c:pt idx="161">
                  <c:v>20.125</c:v>
                </c:pt>
                <c:pt idx="162">
                  <c:v>20.25</c:v>
                </c:pt>
                <c:pt idx="163">
                  <c:v>20.375</c:v>
                </c:pt>
                <c:pt idx="164">
                  <c:v>20.5</c:v>
                </c:pt>
                <c:pt idx="165">
                  <c:v>20.625</c:v>
                </c:pt>
                <c:pt idx="166">
                  <c:v>20.75</c:v>
                </c:pt>
                <c:pt idx="167">
                  <c:v>20.875</c:v>
                </c:pt>
                <c:pt idx="168">
                  <c:v>21</c:v>
                </c:pt>
                <c:pt idx="169">
                  <c:v>21.125</c:v>
                </c:pt>
                <c:pt idx="170">
                  <c:v>21.25</c:v>
                </c:pt>
                <c:pt idx="171">
                  <c:v>21.375</c:v>
                </c:pt>
                <c:pt idx="172">
                  <c:v>21.5</c:v>
                </c:pt>
                <c:pt idx="173">
                  <c:v>21.625</c:v>
                </c:pt>
                <c:pt idx="174">
                  <c:v>21.75</c:v>
                </c:pt>
                <c:pt idx="175">
                  <c:v>21.875</c:v>
                </c:pt>
                <c:pt idx="176">
                  <c:v>22</c:v>
                </c:pt>
                <c:pt idx="177">
                  <c:v>22.125</c:v>
                </c:pt>
                <c:pt idx="178">
                  <c:v>22.25</c:v>
                </c:pt>
                <c:pt idx="179">
                  <c:v>22.375</c:v>
                </c:pt>
                <c:pt idx="180">
                  <c:v>22.5</c:v>
                </c:pt>
                <c:pt idx="181">
                  <c:v>22.625</c:v>
                </c:pt>
                <c:pt idx="182">
                  <c:v>22.75</c:v>
                </c:pt>
                <c:pt idx="183">
                  <c:v>22.875</c:v>
                </c:pt>
                <c:pt idx="184">
                  <c:v>23</c:v>
                </c:pt>
                <c:pt idx="185">
                  <c:v>23.125</c:v>
                </c:pt>
                <c:pt idx="186">
                  <c:v>23.25</c:v>
                </c:pt>
                <c:pt idx="187">
                  <c:v>23.375</c:v>
                </c:pt>
                <c:pt idx="188">
                  <c:v>23.5</c:v>
                </c:pt>
                <c:pt idx="189">
                  <c:v>23.625</c:v>
                </c:pt>
                <c:pt idx="190">
                  <c:v>23.75</c:v>
                </c:pt>
                <c:pt idx="191">
                  <c:v>23.875</c:v>
                </c:pt>
                <c:pt idx="192">
                  <c:v>24</c:v>
                </c:pt>
                <c:pt idx="193">
                  <c:v>24.125</c:v>
                </c:pt>
                <c:pt idx="194">
                  <c:v>24.25</c:v>
                </c:pt>
                <c:pt idx="195">
                  <c:v>24.375</c:v>
                </c:pt>
                <c:pt idx="196">
                  <c:v>24.5</c:v>
                </c:pt>
                <c:pt idx="197">
                  <c:v>24.625</c:v>
                </c:pt>
                <c:pt idx="198">
                  <c:v>24.75</c:v>
                </c:pt>
                <c:pt idx="199">
                  <c:v>24.875</c:v>
                </c:pt>
                <c:pt idx="200">
                  <c:v>25</c:v>
                </c:pt>
                <c:pt idx="201">
                  <c:v>25.125</c:v>
                </c:pt>
                <c:pt idx="202">
                  <c:v>25.25</c:v>
                </c:pt>
                <c:pt idx="203">
                  <c:v>25.375</c:v>
                </c:pt>
                <c:pt idx="204">
                  <c:v>25.5</c:v>
                </c:pt>
                <c:pt idx="205">
                  <c:v>25.625</c:v>
                </c:pt>
                <c:pt idx="206">
                  <c:v>25.75</c:v>
                </c:pt>
                <c:pt idx="207">
                  <c:v>25.875</c:v>
                </c:pt>
                <c:pt idx="208">
                  <c:v>26</c:v>
                </c:pt>
                <c:pt idx="209">
                  <c:v>26.125</c:v>
                </c:pt>
                <c:pt idx="210">
                  <c:v>26.25</c:v>
                </c:pt>
                <c:pt idx="211">
                  <c:v>26.375</c:v>
                </c:pt>
                <c:pt idx="212">
                  <c:v>26.5</c:v>
                </c:pt>
                <c:pt idx="213">
                  <c:v>26.625</c:v>
                </c:pt>
                <c:pt idx="214">
                  <c:v>26.75</c:v>
                </c:pt>
                <c:pt idx="215">
                  <c:v>26.875</c:v>
                </c:pt>
                <c:pt idx="216">
                  <c:v>27</c:v>
                </c:pt>
                <c:pt idx="217">
                  <c:v>27.125</c:v>
                </c:pt>
                <c:pt idx="218">
                  <c:v>27.25</c:v>
                </c:pt>
                <c:pt idx="219">
                  <c:v>27.375</c:v>
                </c:pt>
                <c:pt idx="220">
                  <c:v>27.5</c:v>
                </c:pt>
                <c:pt idx="221">
                  <c:v>27.625</c:v>
                </c:pt>
                <c:pt idx="222">
                  <c:v>27.75</c:v>
                </c:pt>
                <c:pt idx="223">
                  <c:v>27.875</c:v>
                </c:pt>
                <c:pt idx="224">
                  <c:v>28</c:v>
                </c:pt>
                <c:pt idx="225">
                  <c:v>28.125</c:v>
                </c:pt>
                <c:pt idx="226">
                  <c:v>28.25</c:v>
                </c:pt>
                <c:pt idx="227">
                  <c:v>28.375</c:v>
                </c:pt>
                <c:pt idx="228">
                  <c:v>28.5</c:v>
                </c:pt>
                <c:pt idx="229">
                  <c:v>28.625</c:v>
                </c:pt>
                <c:pt idx="230">
                  <c:v>28.75</c:v>
                </c:pt>
                <c:pt idx="231">
                  <c:v>28.875</c:v>
                </c:pt>
                <c:pt idx="232">
                  <c:v>29</c:v>
                </c:pt>
                <c:pt idx="233">
                  <c:v>29.125</c:v>
                </c:pt>
                <c:pt idx="234">
                  <c:v>29.25</c:v>
                </c:pt>
                <c:pt idx="235">
                  <c:v>29.375</c:v>
                </c:pt>
                <c:pt idx="236">
                  <c:v>29.5</c:v>
                </c:pt>
                <c:pt idx="237">
                  <c:v>29.625</c:v>
                </c:pt>
                <c:pt idx="238">
                  <c:v>29.75</c:v>
                </c:pt>
                <c:pt idx="239">
                  <c:v>29.875</c:v>
                </c:pt>
                <c:pt idx="240">
                  <c:v>30</c:v>
                </c:pt>
              </c:numCache>
            </c:numRef>
          </c:xVal>
          <c:yVal>
            <c:numRef>
              <c:f>Sheet1!$D$2:$D$242</c:f>
              <c:numCache>
                <c:formatCode>General</c:formatCode>
                <c:ptCount val="241"/>
                <c:pt idx="0">
                  <c:v>0</c:v>
                </c:pt>
                <c:pt idx="1">
                  <c:v>0.00041</c:v>
                </c:pt>
                <c:pt idx="2">
                  <c:v>0.00165</c:v>
                </c:pt>
                <c:pt idx="3">
                  <c:v>0.00372</c:v>
                </c:pt>
                <c:pt idx="4">
                  <c:v>0.00661</c:v>
                </c:pt>
                <c:pt idx="5">
                  <c:v>0.01032</c:v>
                </c:pt>
                <c:pt idx="6">
                  <c:v>0.01486</c:v>
                </c:pt>
                <c:pt idx="7">
                  <c:v>0.02021</c:v>
                </c:pt>
                <c:pt idx="8">
                  <c:v>0.02638</c:v>
                </c:pt>
                <c:pt idx="9">
                  <c:v>0.03337</c:v>
                </c:pt>
                <c:pt idx="10">
                  <c:v>0.04115</c:v>
                </c:pt>
                <c:pt idx="11">
                  <c:v>0.04973</c:v>
                </c:pt>
                <c:pt idx="12">
                  <c:v>0.05909</c:v>
                </c:pt>
                <c:pt idx="13">
                  <c:v>0.06923</c:v>
                </c:pt>
                <c:pt idx="14">
                  <c:v>0.08012</c:v>
                </c:pt>
                <c:pt idx="15">
                  <c:v>0.09175</c:v>
                </c:pt>
                <c:pt idx="16">
                  <c:v>0.10411</c:v>
                </c:pt>
                <c:pt idx="17">
                  <c:v>0.11716</c:v>
                </c:pt>
                <c:pt idx="18">
                  <c:v>0.13089</c:v>
                </c:pt>
                <c:pt idx="19">
                  <c:v>0.14527</c:v>
                </c:pt>
                <c:pt idx="20">
                  <c:v>0.16026</c:v>
                </c:pt>
                <c:pt idx="21">
                  <c:v>0.17584</c:v>
                </c:pt>
                <c:pt idx="22">
                  <c:v>0.19197</c:v>
                </c:pt>
                <c:pt idx="23">
                  <c:v>0.2086</c:v>
                </c:pt>
                <c:pt idx="24">
                  <c:v>0.22571</c:v>
                </c:pt>
                <c:pt idx="25">
                  <c:v>0.24323</c:v>
                </c:pt>
                <c:pt idx="26">
                  <c:v>0.26113</c:v>
                </c:pt>
                <c:pt idx="27">
                  <c:v>0.27935</c:v>
                </c:pt>
                <c:pt idx="28">
                  <c:v>0.29783</c:v>
                </c:pt>
                <c:pt idx="29">
                  <c:v>0.31653</c:v>
                </c:pt>
                <c:pt idx="30">
                  <c:v>0.33538</c:v>
                </c:pt>
                <c:pt idx="31">
                  <c:v>0.35432</c:v>
                </c:pt>
                <c:pt idx="32">
                  <c:v>0.37328</c:v>
                </c:pt>
                <c:pt idx="33">
                  <c:v>0.39221</c:v>
                </c:pt>
                <c:pt idx="34">
                  <c:v>0.41102</c:v>
                </c:pt>
                <c:pt idx="35">
                  <c:v>0.42967</c:v>
                </c:pt>
                <c:pt idx="36">
                  <c:v>0.44806</c:v>
                </c:pt>
                <c:pt idx="37">
                  <c:v>0.46613</c:v>
                </c:pt>
                <c:pt idx="38">
                  <c:v>0.48382</c:v>
                </c:pt>
                <c:pt idx="39">
                  <c:v>0.50105</c:v>
                </c:pt>
                <c:pt idx="40">
                  <c:v>0.51775</c:v>
                </c:pt>
                <c:pt idx="41">
                  <c:v>0.53384</c:v>
                </c:pt>
                <c:pt idx="42">
                  <c:v>0.54927</c:v>
                </c:pt>
                <c:pt idx="43">
                  <c:v>0.56395</c:v>
                </c:pt>
                <c:pt idx="44">
                  <c:v>0.57784</c:v>
                </c:pt>
                <c:pt idx="45">
                  <c:v>0.59086</c:v>
                </c:pt>
                <c:pt idx="46">
                  <c:v>0.60295</c:v>
                </c:pt>
                <c:pt idx="47">
                  <c:v>0.61407</c:v>
                </c:pt>
                <c:pt idx="48">
                  <c:v>0.62415</c:v>
                </c:pt>
                <c:pt idx="49">
                  <c:v>0.63315</c:v>
                </c:pt>
                <c:pt idx="50">
                  <c:v>0.64103</c:v>
                </c:pt>
                <c:pt idx="51">
                  <c:v>0.64774</c:v>
                </c:pt>
                <c:pt idx="52">
                  <c:v>0.65326</c:v>
                </c:pt>
                <c:pt idx="53">
                  <c:v>0.65755</c:v>
                </c:pt>
                <c:pt idx="54">
                  <c:v>0.6606</c:v>
                </c:pt>
                <c:pt idx="55">
                  <c:v>0.66239</c:v>
                </c:pt>
                <c:pt idx="56">
                  <c:v>0.66291</c:v>
                </c:pt>
                <c:pt idx="57">
                  <c:v>0.66216</c:v>
                </c:pt>
                <c:pt idx="58">
                  <c:v>0.66014</c:v>
                </c:pt>
                <c:pt idx="59">
                  <c:v>0.65687</c:v>
                </c:pt>
                <c:pt idx="60">
                  <c:v>0.65235</c:v>
                </c:pt>
                <c:pt idx="61">
                  <c:v>0.64661</c:v>
                </c:pt>
                <c:pt idx="62">
                  <c:v>0.63969</c:v>
                </c:pt>
                <c:pt idx="63">
                  <c:v>0.63162</c:v>
                </c:pt>
                <c:pt idx="64">
                  <c:v>0.62243</c:v>
                </c:pt>
                <c:pt idx="65">
                  <c:v>0.61218</c:v>
                </c:pt>
                <c:pt idx="66">
                  <c:v>0.60092</c:v>
                </c:pt>
                <c:pt idx="67">
                  <c:v>0.58871</c:v>
                </c:pt>
                <c:pt idx="68">
                  <c:v>0.5756</c:v>
                </c:pt>
                <c:pt idx="69">
                  <c:v>0.56167</c:v>
                </c:pt>
                <c:pt idx="70">
                  <c:v>0.54698</c:v>
                </c:pt>
                <c:pt idx="71">
                  <c:v>0.53161</c:v>
                </c:pt>
                <c:pt idx="72">
                  <c:v>0.51562</c:v>
                </c:pt>
                <c:pt idx="73">
                  <c:v>0.4991</c:v>
                </c:pt>
                <c:pt idx="74">
                  <c:v>0.48212</c:v>
                </c:pt>
                <c:pt idx="75">
                  <c:v>0.46476</c:v>
                </c:pt>
                <c:pt idx="76">
                  <c:v>0.4471</c:v>
                </c:pt>
                <c:pt idx="77">
                  <c:v>0.42921</c:v>
                </c:pt>
                <c:pt idx="78">
                  <c:v>0.41117</c:v>
                </c:pt>
                <c:pt idx="79">
                  <c:v>0.39306</c:v>
                </c:pt>
                <c:pt idx="80">
                  <c:v>0.37495</c:v>
                </c:pt>
                <c:pt idx="81">
                  <c:v>0.35691</c:v>
                </c:pt>
                <c:pt idx="82">
                  <c:v>0.339</c:v>
                </c:pt>
                <c:pt idx="83">
                  <c:v>0.32129</c:v>
                </c:pt>
                <c:pt idx="84">
                  <c:v>0.30384</c:v>
                </c:pt>
                <c:pt idx="85">
                  <c:v>0.28671</c:v>
                </c:pt>
                <c:pt idx="86">
                  <c:v>0.26994</c:v>
                </c:pt>
                <c:pt idx="87">
                  <c:v>0.25358</c:v>
                </c:pt>
                <c:pt idx="88">
                  <c:v>0.23768</c:v>
                </c:pt>
                <c:pt idx="89">
                  <c:v>0.22227</c:v>
                </c:pt>
                <c:pt idx="90">
                  <c:v>0.20738</c:v>
                </c:pt>
                <c:pt idx="91">
                  <c:v>0.19305</c:v>
                </c:pt>
                <c:pt idx="92">
                  <c:v>0.17929</c:v>
                </c:pt>
                <c:pt idx="93">
                  <c:v>0.16612</c:v>
                </c:pt>
                <c:pt idx="94">
                  <c:v>0.15355</c:v>
                </c:pt>
                <c:pt idx="95">
                  <c:v>0.1416</c:v>
                </c:pt>
                <c:pt idx="96">
                  <c:v>0.13026</c:v>
                </c:pt>
                <c:pt idx="97">
                  <c:v>0.11955</c:v>
                </c:pt>
                <c:pt idx="98">
                  <c:v>0.10945</c:v>
                </c:pt>
                <c:pt idx="99">
                  <c:v>0.09995</c:v>
                </c:pt>
                <c:pt idx="100">
                  <c:v>0.09106</c:v>
                </c:pt>
                <c:pt idx="101">
                  <c:v>0.08275</c:v>
                </c:pt>
                <c:pt idx="102">
                  <c:v>0.07501</c:v>
                </c:pt>
                <c:pt idx="103">
                  <c:v>0.06782</c:v>
                </c:pt>
                <c:pt idx="104">
                  <c:v>0.06117</c:v>
                </c:pt>
                <c:pt idx="105">
                  <c:v>0.05503</c:v>
                </c:pt>
                <c:pt idx="106">
                  <c:v>0.04937</c:v>
                </c:pt>
                <c:pt idx="107">
                  <c:v>0.04418</c:v>
                </c:pt>
                <c:pt idx="108">
                  <c:v>0.03944</c:v>
                </c:pt>
                <c:pt idx="109">
                  <c:v>0.03511</c:v>
                </c:pt>
                <c:pt idx="110">
                  <c:v>0.03117</c:v>
                </c:pt>
                <c:pt idx="111">
                  <c:v>0.0276</c:v>
                </c:pt>
                <c:pt idx="112">
                  <c:v>0.02437</c:v>
                </c:pt>
                <c:pt idx="113">
                  <c:v>0.02147</c:v>
                </c:pt>
                <c:pt idx="114">
                  <c:v>0.01885</c:v>
                </c:pt>
                <c:pt idx="115">
                  <c:v>0.01651</c:v>
                </c:pt>
                <c:pt idx="116">
                  <c:v>0.01442</c:v>
                </c:pt>
                <c:pt idx="117">
                  <c:v>0.01256</c:v>
                </c:pt>
                <c:pt idx="118">
                  <c:v>0.01091</c:v>
                </c:pt>
                <c:pt idx="119">
                  <c:v>0.00945</c:v>
                </c:pt>
                <c:pt idx="120">
                  <c:v>0.00816</c:v>
                </c:pt>
                <c:pt idx="121">
                  <c:v>0.00703</c:v>
                </c:pt>
                <c:pt idx="122">
                  <c:v>0.00603</c:v>
                </c:pt>
                <c:pt idx="123">
                  <c:v>0.00516</c:v>
                </c:pt>
                <c:pt idx="124">
                  <c:v>0.00441</c:v>
                </c:pt>
                <c:pt idx="125">
                  <c:v>0.00375</c:v>
                </c:pt>
                <c:pt idx="126">
                  <c:v>0.00318</c:v>
                </c:pt>
                <c:pt idx="127">
                  <c:v>0.00269</c:v>
                </c:pt>
                <c:pt idx="128">
                  <c:v>0.00227</c:v>
                </c:pt>
                <c:pt idx="129">
                  <c:v>0.00191</c:v>
                </c:pt>
                <c:pt idx="130">
                  <c:v>0.0016</c:v>
                </c:pt>
                <c:pt idx="131">
                  <c:v>0.00134</c:v>
                </c:pt>
                <c:pt idx="132">
                  <c:v>0.00111</c:v>
                </c:pt>
                <c:pt idx="133">
                  <c:v>0.00092</c:v>
                </c:pt>
                <c:pt idx="134">
                  <c:v>0.00077</c:v>
                </c:pt>
                <c:pt idx="135">
                  <c:v>0.00063</c:v>
                </c:pt>
                <c:pt idx="136">
                  <c:v>0.00052</c:v>
                </c:pt>
                <c:pt idx="137">
                  <c:v>0.00043</c:v>
                </c:pt>
                <c:pt idx="138">
                  <c:v>0.00035</c:v>
                </c:pt>
                <c:pt idx="139">
                  <c:v>0.00028</c:v>
                </c:pt>
                <c:pt idx="140">
                  <c:v>0.00023</c:v>
                </c:pt>
                <c:pt idx="141">
                  <c:v>0.00019</c:v>
                </c:pt>
                <c:pt idx="142">
                  <c:v>0.00015</c:v>
                </c:pt>
                <c:pt idx="143">
                  <c:v>0.00012</c:v>
                </c:pt>
                <c:pt idx="144">
                  <c:v>0.0001</c:v>
                </c:pt>
                <c:pt idx="145">
                  <c:v>0.00008</c:v>
                </c:pt>
                <c:pt idx="146">
                  <c:v>0.00006</c:v>
                </c:pt>
                <c:pt idx="147">
                  <c:v>0.00005</c:v>
                </c:pt>
                <c:pt idx="148">
                  <c:v>0.00004</c:v>
                </c:pt>
                <c:pt idx="149">
                  <c:v>0.00003</c:v>
                </c:pt>
                <c:pt idx="150">
                  <c:v>0.00002</c:v>
                </c:pt>
                <c:pt idx="151">
                  <c:v>0.00002</c:v>
                </c:pt>
                <c:pt idx="152">
                  <c:v>0.00001</c:v>
                </c:pt>
                <c:pt idx="153">
                  <c:v>0.00001</c:v>
                </c:pt>
                <c:pt idx="154">
                  <c:v>0.00001</c:v>
                </c:pt>
                <c:pt idx="155">
                  <c:v>0.00001</c:v>
                </c:pt>
                <c:pt idx="156">
                  <c:v>0.00001</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5"/>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GUMBEL ubicación 15, escala 6</a:t>
            </a:r>
          </a:p>
        </c:rich>
      </c:tx>
      <c:layout/>
      <c:overlay val="0"/>
    </c:title>
    <c:autoTitleDeleted val="0"/>
    <c:plotArea>
      <c:layout/>
      <c:scatterChart>
        <c:scatterStyle val="lineMarker"/>
        <c:varyColors val="0"/>
        <c:ser>
          <c:idx val="0"/>
          <c:order val="0"/>
          <c:tx>
            <c:strRef>
              <c:f>Sheet1!$B$1</c:f>
              <c:strCache>
                <c:ptCount val="1"/>
                <c:pt idx="0">
                  <c:v>GUMBEL 15 / 6</c:v>
                </c:pt>
              </c:strCache>
            </c:strRef>
          </c:tx>
          <c:spPr>
            <a:solidFill>
              <a:srgbClr val="0068FF"/>
            </a:solidFill>
            <a:ln w="31750" cap="flat">
              <a:solidFill>
                <a:srgbClr val="0068FF"/>
              </a:solidFill>
              <a:prstDash val="solid"/>
              <a:round/>
            </a:ln>
            <a:effectLst/>
          </c:spPr>
          <c:marker>
            <c:symbol val="none"/>
            <c:size val="6"/>
            <c:spPr>
              <a:solidFill>
                <a:srgbClr val="0068FF"/>
              </a:solidFill>
              <a:ln w="9525" cap="flat">
                <a:solidFill>
                  <a:srgbClr val="0068FF"/>
                </a:solidFill>
                <a:prstDash val="solid"/>
                <a:round/>
              </a:ln>
              <a:effectLst/>
            </c:spPr>
          </c:marker>
          <c:xVal>
            <c:numRef>
              <c:f>Sheet1!$A$2:$A$242</c:f>
              <c:numCache>
                <c:formatCode>General</c:formatCode>
                <c:ptCount val="241"/>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numCache>
            </c:numRef>
          </c:xVal>
          <c:yVal>
            <c:numRef>
              <c:f>Sheet1!$B$2:$B$242</c:f>
              <c:numCache>
                <c:formatCode>General</c:formatCode>
                <c:ptCount val="241"/>
                <c:pt idx="0">
                  <c:v>0.00017</c:v>
                </c:pt>
                <c:pt idx="1">
                  <c:v>0.00027</c:v>
                </c:pt>
                <c:pt idx="2">
                  <c:v>0.00041</c:v>
                </c:pt>
                <c:pt idx="3">
                  <c:v>0.00063</c:v>
                </c:pt>
                <c:pt idx="4">
                  <c:v>0.00093</c:v>
                </c:pt>
                <c:pt idx="5">
                  <c:v>0.00136</c:v>
                </c:pt>
                <c:pt idx="6">
                  <c:v>0.00195</c:v>
                </c:pt>
                <c:pt idx="7">
                  <c:v>0.00276</c:v>
                </c:pt>
                <c:pt idx="8">
                  <c:v>0.00384</c:v>
                </c:pt>
                <c:pt idx="9">
                  <c:v>0.00526</c:v>
                </c:pt>
                <c:pt idx="10">
                  <c:v>0.0071</c:v>
                </c:pt>
                <c:pt idx="11">
                  <c:v>0.00945</c:v>
                </c:pt>
                <c:pt idx="12">
                  <c:v>0.01241</c:v>
                </c:pt>
                <c:pt idx="13">
                  <c:v>0.0161</c:v>
                </c:pt>
                <c:pt idx="14">
                  <c:v>0.02062</c:v>
                </c:pt>
                <c:pt idx="15">
                  <c:v>0.0261</c:v>
                </c:pt>
                <c:pt idx="16">
                  <c:v>0.03267</c:v>
                </c:pt>
                <c:pt idx="17">
                  <c:v>0.04045</c:v>
                </c:pt>
                <c:pt idx="18">
                  <c:v>0.04956</c:v>
                </c:pt>
                <c:pt idx="19">
                  <c:v>0.06012</c:v>
                </c:pt>
                <c:pt idx="20">
                  <c:v>0.07224</c:v>
                </c:pt>
                <c:pt idx="21">
                  <c:v>0.086</c:v>
                </c:pt>
                <c:pt idx="22">
                  <c:v>0.10149</c:v>
                </c:pt>
                <c:pt idx="23">
                  <c:v>0.11875</c:v>
                </c:pt>
                <c:pt idx="24">
                  <c:v>0.13784</c:v>
                </c:pt>
                <c:pt idx="25">
                  <c:v>0.15875</c:v>
                </c:pt>
                <c:pt idx="26">
                  <c:v>0.18147</c:v>
                </c:pt>
                <c:pt idx="27">
                  <c:v>0.20596</c:v>
                </c:pt>
                <c:pt idx="28">
                  <c:v>0.23216</c:v>
                </c:pt>
                <c:pt idx="29">
                  <c:v>0.25997</c:v>
                </c:pt>
                <c:pt idx="30">
                  <c:v>0.28928</c:v>
                </c:pt>
                <c:pt idx="31">
                  <c:v>0.31996</c:v>
                </c:pt>
                <c:pt idx="32">
                  <c:v>0.35183</c:v>
                </c:pt>
                <c:pt idx="33">
                  <c:v>0.38473</c:v>
                </c:pt>
                <c:pt idx="34">
                  <c:v>0.41846</c:v>
                </c:pt>
                <c:pt idx="35">
                  <c:v>0.45282</c:v>
                </c:pt>
                <c:pt idx="36">
                  <c:v>0.48759</c:v>
                </c:pt>
                <c:pt idx="37">
                  <c:v>0.52256</c:v>
                </c:pt>
                <c:pt idx="38">
                  <c:v>0.55751</c:v>
                </c:pt>
                <c:pt idx="39">
                  <c:v>0.59222</c:v>
                </c:pt>
                <c:pt idx="40">
                  <c:v>0.62648</c:v>
                </c:pt>
                <c:pt idx="41">
                  <c:v>0.66007</c:v>
                </c:pt>
                <c:pt idx="42">
                  <c:v>0.69281</c:v>
                </c:pt>
                <c:pt idx="43">
                  <c:v>0.7245</c:v>
                </c:pt>
                <c:pt idx="44">
                  <c:v>0.75498</c:v>
                </c:pt>
                <c:pt idx="45">
                  <c:v>0.78408</c:v>
                </c:pt>
                <c:pt idx="46">
                  <c:v>0.81166</c:v>
                </c:pt>
                <c:pt idx="47">
                  <c:v>0.83761</c:v>
                </c:pt>
                <c:pt idx="48">
                  <c:v>0.86181</c:v>
                </c:pt>
                <c:pt idx="49">
                  <c:v>0.88417</c:v>
                </c:pt>
                <c:pt idx="50">
                  <c:v>0.90463</c:v>
                </c:pt>
                <c:pt idx="51">
                  <c:v>0.92312</c:v>
                </c:pt>
                <c:pt idx="52">
                  <c:v>0.93962</c:v>
                </c:pt>
                <c:pt idx="53">
                  <c:v>0.9541</c:v>
                </c:pt>
                <c:pt idx="54">
                  <c:v>0.96655</c:v>
                </c:pt>
                <c:pt idx="55">
                  <c:v>0.97698</c:v>
                </c:pt>
                <c:pt idx="56">
                  <c:v>0.98541</c:v>
                </c:pt>
                <c:pt idx="57">
                  <c:v>0.99188</c:v>
                </c:pt>
                <c:pt idx="58">
                  <c:v>0.99644</c:v>
                </c:pt>
                <c:pt idx="59">
                  <c:v>0.99912</c:v>
                </c:pt>
                <c:pt idx="60">
                  <c:v>1</c:v>
                </c:pt>
                <c:pt idx="61">
                  <c:v>0.99914</c:v>
                </c:pt>
                <c:pt idx="62">
                  <c:v>0.99663</c:v>
                </c:pt>
                <c:pt idx="63">
                  <c:v>0.99253</c:v>
                </c:pt>
                <c:pt idx="64">
                  <c:v>0.98694</c:v>
                </c:pt>
                <c:pt idx="65">
                  <c:v>0.97993</c:v>
                </c:pt>
                <c:pt idx="66">
                  <c:v>0.97161</c:v>
                </c:pt>
                <c:pt idx="67">
                  <c:v>0.96205</c:v>
                </c:pt>
                <c:pt idx="68">
                  <c:v>0.95136</c:v>
                </c:pt>
                <c:pt idx="69">
                  <c:v>0.93961</c:v>
                </c:pt>
                <c:pt idx="70">
                  <c:v>0.9269</c:v>
                </c:pt>
                <c:pt idx="71">
                  <c:v>0.91332</c:v>
                </c:pt>
                <c:pt idx="72">
                  <c:v>0.89895</c:v>
                </c:pt>
                <c:pt idx="73">
                  <c:v>0.88387</c:v>
                </c:pt>
                <c:pt idx="74">
                  <c:v>0.86817</c:v>
                </c:pt>
                <c:pt idx="75">
                  <c:v>0.85192</c:v>
                </c:pt>
                <c:pt idx="76">
                  <c:v>0.8352</c:v>
                </c:pt>
                <c:pt idx="77">
                  <c:v>0.81808</c:v>
                </c:pt>
                <c:pt idx="78">
                  <c:v>0.80062</c:v>
                </c:pt>
                <c:pt idx="79">
                  <c:v>0.7829</c:v>
                </c:pt>
                <c:pt idx="80">
                  <c:v>0.76496</c:v>
                </c:pt>
                <c:pt idx="81">
                  <c:v>0.74687</c:v>
                </c:pt>
                <c:pt idx="82">
                  <c:v>0.72868</c:v>
                </c:pt>
                <c:pt idx="83">
                  <c:v>0.71044</c:v>
                </c:pt>
                <c:pt idx="84">
                  <c:v>0.6922</c:v>
                </c:pt>
                <c:pt idx="85">
                  <c:v>0.67399</c:v>
                </c:pt>
                <c:pt idx="86">
                  <c:v>0.65587</c:v>
                </c:pt>
                <c:pt idx="87">
                  <c:v>0.63785</c:v>
                </c:pt>
                <c:pt idx="88">
                  <c:v>0.61998</c:v>
                </c:pt>
                <c:pt idx="89">
                  <c:v>0.60228</c:v>
                </c:pt>
                <c:pt idx="90">
                  <c:v>0.58479</c:v>
                </c:pt>
                <c:pt idx="91">
                  <c:v>0.56752</c:v>
                </c:pt>
                <c:pt idx="92">
                  <c:v>0.5505</c:v>
                </c:pt>
                <c:pt idx="93">
                  <c:v>0.53374</c:v>
                </c:pt>
                <c:pt idx="94">
                  <c:v>0.51727</c:v>
                </c:pt>
                <c:pt idx="95">
                  <c:v>0.5011</c:v>
                </c:pt>
                <c:pt idx="96">
                  <c:v>0.48523</c:v>
                </c:pt>
                <c:pt idx="97">
                  <c:v>0.46969</c:v>
                </c:pt>
                <c:pt idx="98">
                  <c:v>0.45447</c:v>
                </c:pt>
                <c:pt idx="99">
                  <c:v>0.43959</c:v>
                </c:pt>
                <c:pt idx="100">
                  <c:v>0.42505</c:v>
                </c:pt>
                <c:pt idx="101">
                  <c:v>0.41086</c:v>
                </c:pt>
                <c:pt idx="102">
                  <c:v>0.39702</c:v>
                </c:pt>
                <c:pt idx="103">
                  <c:v>0.38353</c:v>
                </c:pt>
                <c:pt idx="104">
                  <c:v>0.37038</c:v>
                </c:pt>
                <c:pt idx="105">
                  <c:v>0.35759</c:v>
                </c:pt>
                <c:pt idx="106">
                  <c:v>0.34515</c:v>
                </c:pt>
                <c:pt idx="107">
                  <c:v>0.33306</c:v>
                </c:pt>
                <c:pt idx="108">
                  <c:v>0.32131</c:v>
                </c:pt>
                <c:pt idx="109">
                  <c:v>0.30991</c:v>
                </c:pt>
                <c:pt idx="110">
                  <c:v>0.29884</c:v>
                </c:pt>
                <c:pt idx="111">
                  <c:v>0.2881</c:v>
                </c:pt>
                <c:pt idx="112">
                  <c:v>0.2777</c:v>
                </c:pt>
                <c:pt idx="113">
                  <c:v>0.26761</c:v>
                </c:pt>
                <c:pt idx="114">
                  <c:v>0.25784</c:v>
                </c:pt>
                <c:pt idx="115">
                  <c:v>0.24839</c:v>
                </c:pt>
                <c:pt idx="116">
                  <c:v>0.23924</c:v>
                </c:pt>
                <c:pt idx="117">
                  <c:v>0.23038</c:v>
                </c:pt>
                <c:pt idx="118">
                  <c:v>0.22182</c:v>
                </c:pt>
                <c:pt idx="119">
                  <c:v>0.21354</c:v>
                </c:pt>
                <c:pt idx="120">
                  <c:v>0.20555</c:v>
                </c:pt>
                <c:pt idx="121">
                  <c:v>0.19782</c:v>
                </c:pt>
                <c:pt idx="122">
                  <c:v>0.19036</c:v>
                </c:pt>
                <c:pt idx="123">
                  <c:v>0.18315</c:v>
                </c:pt>
                <c:pt idx="124">
                  <c:v>0.1762</c:v>
                </c:pt>
                <c:pt idx="125">
                  <c:v>0.16949</c:v>
                </c:pt>
                <c:pt idx="126">
                  <c:v>0.16301</c:v>
                </c:pt>
                <c:pt idx="127">
                  <c:v>0.15677</c:v>
                </c:pt>
                <c:pt idx="128">
                  <c:v>0.15075</c:v>
                </c:pt>
                <c:pt idx="129">
                  <c:v>0.14494</c:v>
                </c:pt>
                <c:pt idx="130">
                  <c:v>0.13935</c:v>
                </c:pt>
                <c:pt idx="131">
                  <c:v>0.13396</c:v>
                </c:pt>
                <c:pt idx="132">
                  <c:v>0.12876</c:v>
                </c:pt>
                <c:pt idx="133">
                  <c:v>0.12376</c:v>
                </c:pt>
                <c:pt idx="134">
                  <c:v>0.11894</c:v>
                </c:pt>
                <c:pt idx="135">
                  <c:v>0.1143</c:v>
                </c:pt>
                <c:pt idx="136">
                  <c:v>0.10983</c:v>
                </c:pt>
                <c:pt idx="137">
                  <c:v>0.10553</c:v>
                </c:pt>
                <c:pt idx="138">
                  <c:v>0.10139</c:v>
                </c:pt>
                <c:pt idx="139">
                  <c:v>0.09741</c:v>
                </c:pt>
                <c:pt idx="140">
                  <c:v>0.09357</c:v>
                </c:pt>
                <c:pt idx="141">
                  <c:v>0.08989</c:v>
                </c:pt>
                <c:pt idx="142">
                  <c:v>0.08634</c:v>
                </c:pt>
                <c:pt idx="143">
                  <c:v>0.08293</c:v>
                </c:pt>
                <c:pt idx="144">
                  <c:v>0.07964</c:v>
                </c:pt>
                <c:pt idx="145">
                  <c:v>0.07649</c:v>
                </c:pt>
                <c:pt idx="146">
                  <c:v>0.07345</c:v>
                </c:pt>
                <c:pt idx="147">
                  <c:v>0.07053</c:v>
                </c:pt>
                <c:pt idx="148">
                  <c:v>0.06773</c:v>
                </c:pt>
                <c:pt idx="149">
                  <c:v>0.06503</c:v>
                </c:pt>
                <c:pt idx="150">
                  <c:v>0.06244</c:v>
                </c:pt>
                <c:pt idx="151">
                  <c:v>0.05995</c:v>
                </c:pt>
                <c:pt idx="152">
                  <c:v>0.05756</c:v>
                </c:pt>
                <c:pt idx="153">
                  <c:v>0.05526</c:v>
                </c:pt>
                <c:pt idx="154">
                  <c:v>0.05305</c:v>
                </c:pt>
                <c:pt idx="155">
                  <c:v>0.05092</c:v>
                </c:pt>
                <c:pt idx="156">
                  <c:v>0.04888</c:v>
                </c:pt>
                <c:pt idx="157">
                  <c:v>0.04692</c:v>
                </c:pt>
                <c:pt idx="158">
                  <c:v>0.04504</c:v>
                </c:pt>
                <c:pt idx="159">
                  <c:v>0.04323</c:v>
                </c:pt>
                <c:pt idx="160">
                  <c:v>0.0415</c:v>
                </c:pt>
                <c:pt idx="161">
                  <c:v>0.03983</c:v>
                </c:pt>
                <c:pt idx="162">
                  <c:v>0.03823</c:v>
                </c:pt>
                <c:pt idx="163">
                  <c:v>0.03669</c:v>
                </c:pt>
                <c:pt idx="164">
                  <c:v>0.03521</c:v>
                </c:pt>
                <c:pt idx="165">
                  <c:v>0.03379</c:v>
                </c:pt>
                <c:pt idx="166">
                  <c:v>0.03243</c:v>
                </c:pt>
                <c:pt idx="167">
                  <c:v>0.03112</c:v>
                </c:pt>
                <c:pt idx="168">
                  <c:v>0.02986</c:v>
                </c:pt>
                <c:pt idx="169">
                  <c:v>0.02866</c:v>
                </c:pt>
                <c:pt idx="170">
                  <c:v>0.0275</c:v>
                </c:pt>
                <c:pt idx="171">
                  <c:v>0.02639</c:v>
                </c:pt>
                <c:pt idx="172">
                  <c:v>0.02532</c:v>
                </c:pt>
                <c:pt idx="173">
                  <c:v>0.0243</c:v>
                </c:pt>
                <c:pt idx="174">
                  <c:v>0.02332</c:v>
                </c:pt>
                <c:pt idx="175">
                  <c:v>0.02237</c:v>
                </c:pt>
                <c:pt idx="176">
                  <c:v>0.02147</c:v>
                </c:pt>
                <c:pt idx="177">
                  <c:v>0.0206</c:v>
                </c:pt>
                <c:pt idx="178">
                  <c:v>0.01976</c:v>
                </c:pt>
                <c:pt idx="179">
                  <c:v>0.01896</c:v>
                </c:pt>
                <c:pt idx="180">
                  <c:v>0.01819</c:v>
                </c:pt>
                <c:pt idx="181">
                  <c:v>0.01745</c:v>
                </c:pt>
                <c:pt idx="182">
                  <c:v>0.01675</c:v>
                </c:pt>
                <c:pt idx="183">
                  <c:v>0.01607</c:v>
                </c:pt>
                <c:pt idx="184">
                  <c:v>0.01542</c:v>
                </c:pt>
                <c:pt idx="185">
                  <c:v>0.01479</c:v>
                </c:pt>
                <c:pt idx="186">
                  <c:v>0.01419</c:v>
                </c:pt>
                <c:pt idx="187">
                  <c:v>0.01361</c:v>
                </c:pt>
                <c:pt idx="188">
                  <c:v>0.01306</c:v>
                </c:pt>
                <c:pt idx="189">
                  <c:v>0.01253</c:v>
                </c:pt>
                <c:pt idx="190">
                  <c:v>0.01202</c:v>
                </c:pt>
                <c:pt idx="191">
                  <c:v>0.01153</c:v>
                </c:pt>
                <c:pt idx="192">
                  <c:v>0.01106</c:v>
                </c:pt>
                <c:pt idx="193">
                  <c:v>0.01061</c:v>
                </c:pt>
                <c:pt idx="194">
                  <c:v>0.01018</c:v>
                </c:pt>
                <c:pt idx="195">
                  <c:v>0.00977</c:v>
                </c:pt>
                <c:pt idx="196">
                  <c:v>0.00937</c:v>
                </c:pt>
                <c:pt idx="197">
                  <c:v>0.00899</c:v>
                </c:pt>
                <c:pt idx="198">
                  <c:v>0.00862</c:v>
                </c:pt>
                <c:pt idx="199">
                  <c:v>0.00827</c:v>
                </c:pt>
                <c:pt idx="200">
                  <c:v>0.00794</c:v>
                </c:pt>
                <c:pt idx="201">
                  <c:v>0.00761</c:v>
                </c:pt>
                <c:pt idx="202">
                  <c:v>0.0073</c:v>
                </c:pt>
                <c:pt idx="203">
                  <c:v>0.00701</c:v>
                </c:pt>
                <c:pt idx="204">
                  <c:v>0.00672</c:v>
                </c:pt>
                <c:pt idx="205">
                  <c:v>0.00645</c:v>
                </c:pt>
                <c:pt idx="206">
                  <c:v>0.00619</c:v>
                </c:pt>
                <c:pt idx="207">
                  <c:v>0.00593</c:v>
                </c:pt>
                <c:pt idx="208">
                  <c:v>0.00569</c:v>
                </c:pt>
                <c:pt idx="209">
                  <c:v>0.00546</c:v>
                </c:pt>
                <c:pt idx="210">
                  <c:v>0.00524</c:v>
                </c:pt>
                <c:pt idx="211">
                  <c:v>0.00502</c:v>
                </c:pt>
                <c:pt idx="212">
                  <c:v>0.00482</c:v>
                </c:pt>
                <c:pt idx="213">
                  <c:v>0.00462</c:v>
                </c:pt>
                <c:pt idx="214">
                  <c:v>0.00443</c:v>
                </c:pt>
                <c:pt idx="215">
                  <c:v>0.00425</c:v>
                </c:pt>
                <c:pt idx="216">
                  <c:v>0.00408</c:v>
                </c:pt>
                <c:pt idx="217">
                  <c:v>0.00391</c:v>
                </c:pt>
                <c:pt idx="218">
                  <c:v>0.00375</c:v>
                </c:pt>
                <c:pt idx="219">
                  <c:v>0.0036</c:v>
                </c:pt>
                <c:pt idx="220">
                  <c:v>0.00345</c:v>
                </c:pt>
                <c:pt idx="221">
                  <c:v>0.00331</c:v>
                </c:pt>
                <c:pt idx="222">
                  <c:v>0.00318</c:v>
                </c:pt>
                <c:pt idx="223">
                  <c:v>0.00305</c:v>
                </c:pt>
                <c:pt idx="224">
                  <c:v>0.00293</c:v>
                </c:pt>
                <c:pt idx="225">
                  <c:v>0.00281</c:v>
                </c:pt>
                <c:pt idx="226">
                  <c:v>0.00269</c:v>
                </c:pt>
                <c:pt idx="227">
                  <c:v>0.00258</c:v>
                </c:pt>
                <c:pt idx="228">
                  <c:v>0.00248</c:v>
                </c:pt>
                <c:pt idx="229">
                  <c:v>0.00238</c:v>
                </c:pt>
                <c:pt idx="230">
                  <c:v>0.00228</c:v>
                </c:pt>
                <c:pt idx="231">
                  <c:v>0.00219</c:v>
                </c:pt>
                <c:pt idx="232">
                  <c:v>0.0021</c:v>
                </c:pt>
                <c:pt idx="233">
                  <c:v>0.00201</c:v>
                </c:pt>
                <c:pt idx="234">
                  <c:v>0.00193</c:v>
                </c:pt>
                <c:pt idx="235">
                  <c:v>0.00185</c:v>
                </c:pt>
                <c:pt idx="236">
                  <c:v>0.00177</c:v>
                </c:pt>
                <c:pt idx="237">
                  <c:v>0.0017</c:v>
                </c:pt>
                <c:pt idx="238">
                  <c:v>0.00163</c:v>
                </c:pt>
                <c:pt idx="239">
                  <c:v>0.00157</c:v>
                </c:pt>
                <c:pt idx="240">
                  <c:v>0.0015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PARETO forma 2,5, mínimo 100 000</a:t>
            </a:r>
          </a:p>
        </c:rich>
      </c:tx>
      <c:layout/>
      <c:overlay val="0"/>
    </c:title>
    <c:autoTitleDeleted val="0"/>
    <c:plotArea>
      <c:layout/>
      <c:scatterChart>
        <c:scatterStyle val="lineMarker"/>
        <c:varyColors val="0"/>
        <c:ser>
          <c:idx val="0"/>
          <c:order val="0"/>
          <c:tx>
            <c:strRef>
              <c:f>Sheet1!$B$1</c:f>
              <c:strCache>
                <c:ptCount val="1"/>
                <c:pt idx="0">
                  <c:v>PARETO 2,5 / 100</c:v>
                </c:pt>
              </c:strCache>
            </c:strRef>
          </c:tx>
          <c:spPr>
            <a:solidFill>
              <a:srgbClr val="FF433D"/>
            </a:solidFill>
            <a:ln w="31750" cap="flat">
              <a:solidFill>
                <a:srgbClr val="FF433D"/>
              </a:solidFill>
              <a:prstDash val="solid"/>
              <a:round/>
            </a:ln>
            <a:effectLst/>
          </c:spPr>
          <c:marker>
            <c:symbol val="none"/>
            <c:size val="6"/>
            <c:spPr>
              <a:solidFill>
                <a:srgbClr val="FF433D"/>
              </a:solidFill>
              <a:ln w="9525" cap="flat">
                <a:solidFill>
                  <a:srgbClr val="FF433D"/>
                </a:solidFill>
                <a:prstDash val="solid"/>
                <a:round/>
              </a:ln>
              <a:effectLst/>
            </c:spPr>
          </c:marker>
          <c:xVal>
            <c:numRef>
              <c:f>Sheet1!$A$2:$A$402</c:f>
              <c:numCache>
                <c:formatCode>General</c:formatCode>
                <c:ptCount val="4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pt idx="201">
                  <c:v>402</c:v>
                </c:pt>
                <c:pt idx="202">
                  <c:v>404</c:v>
                </c:pt>
                <c:pt idx="203">
                  <c:v>406</c:v>
                </c:pt>
                <c:pt idx="204">
                  <c:v>408</c:v>
                </c:pt>
                <c:pt idx="205">
                  <c:v>410</c:v>
                </c:pt>
                <c:pt idx="206">
                  <c:v>412</c:v>
                </c:pt>
                <c:pt idx="207">
                  <c:v>414</c:v>
                </c:pt>
                <c:pt idx="208">
                  <c:v>416</c:v>
                </c:pt>
                <c:pt idx="209">
                  <c:v>418</c:v>
                </c:pt>
                <c:pt idx="210">
                  <c:v>420</c:v>
                </c:pt>
                <c:pt idx="211">
                  <c:v>422</c:v>
                </c:pt>
                <c:pt idx="212">
                  <c:v>424</c:v>
                </c:pt>
                <c:pt idx="213">
                  <c:v>426</c:v>
                </c:pt>
                <c:pt idx="214">
                  <c:v>428</c:v>
                </c:pt>
                <c:pt idx="215">
                  <c:v>430</c:v>
                </c:pt>
                <c:pt idx="216">
                  <c:v>432</c:v>
                </c:pt>
                <c:pt idx="217">
                  <c:v>434</c:v>
                </c:pt>
                <c:pt idx="218">
                  <c:v>436</c:v>
                </c:pt>
                <c:pt idx="219">
                  <c:v>438</c:v>
                </c:pt>
                <c:pt idx="220">
                  <c:v>440</c:v>
                </c:pt>
                <c:pt idx="221">
                  <c:v>442</c:v>
                </c:pt>
                <c:pt idx="222">
                  <c:v>444</c:v>
                </c:pt>
                <c:pt idx="223">
                  <c:v>446</c:v>
                </c:pt>
                <c:pt idx="224">
                  <c:v>448</c:v>
                </c:pt>
                <c:pt idx="225">
                  <c:v>450</c:v>
                </c:pt>
                <c:pt idx="226">
                  <c:v>452</c:v>
                </c:pt>
                <c:pt idx="227">
                  <c:v>454</c:v>
                </c:pt>
                <c:pt idx="228">
                  <c:v>456</c:v>
                </c:pt>
                <c:pt idx="229">
                  <c:v>458</c:v>
                </c:pt>
                <c:pt idx="230">
                  <c:v>460</c:v>
                </c:pt>
                <c:pt idx="231">
                  <c:v>462</c:v>
                </c:pt>
                <c:pt idx="232">
                  <c:v>464</c:v>
                </c:pt>
                <c:pt idx="233">
                  <c:v>466</c:v>
                </c:pt>
                <c:pt idx="234">
                  <c:v>468</c:v>
                </c:pt>
                <c:pt idx="235">
                  <c:v>470</c:v>
                </c:pt>
                <c:pt idx="236">
                  <c:v>472</c:v>
                </c:pt>
                <c:pt idx="237">
                  <c:v>474</c:v>
                </c:pt>
                <c:pt idx="238">
                  <c:v>476</c:v>
                </c:pt>
                <c:pt idx="239">
                  <c:v>478</c:v>
                </c:pt>
                <c:pt idx="240">
                  <c:v>480</c:v>
                </c:pt>
                <c:pt idx="241">
                  <c:v>482</c:v>
                </c:pt>
                <c:pt idx="242">
                  <c:v>484</c:v>
                </c:pt>
                <c:pt idx="243">
                  <c:v>486</c:v>
                </c:pt>
                <c:pt idx="244">
                  <c:v>488</c:v>
                </c:pt>
                <c:pt idx="245">
                  <c:v>490</c:v>
                </c:pt>
                <c:pt idx="246">
                  <c:v>492</c:v>
                </c:pt>
                <c:pt idx="247">
                  <c:v>494</c:v>
                </c:pt>
                <c:pt idx="248">
                  <c:v>496</c:v>
                </c:pt>
                <c:pt idx="249">
                  <c:v>498</c:v>
                </c:pt>
                <c:pt idx="250">
                  <c:v>500</c:v>
                </c:pt>
                <c:pt idx="251">
                  <c:v>502</c:v>
                </c:pt>
                <c:pt idx="252">
                  <c:v>504</c:v>
                </c:pt>
                <c:pt idx="253">
                  <c:v>506</c:v>
                </c:pt>
                <c:pt idx="254">
                  <c:v>508</c:v>
                </c:pt>
                <c:pt idx="255">
                  <c:v>510</c:v>
                </c:pt>
                <c:pt idx="256">
                  <c:v>512</c:v>
                </c:pt>
                <c:pt idx="257">
                  <c:v>514</c:v>
                </c:pt>
                <c:pt idx="258">
                  <c:v>516</c:v>
                </c:pt>
                <c:pt idx="259">
                  <c:v>518</c:v>
                </c:pt>
                <c:pt idx="260">
                  <c:v>520</c:v>
                </c:pt>
                <c:pt idx="261">
                  <c:v>522</c:v>
                </c:pt>
                <c:pt idx="262">
                  <c:v>524</c:v>
                </c:pt>
                <c:pt idx="263">
                  <c:v>526</c:v>
                </c:pt>
                <c:pt idx="264">
                  <c:v>528</c:v>
                </c:pt>
                <c:pt idx="265">
                  <c:v>530</c:v>
                </c:pt>
                <c:pt idx="266">
                  <c:v>532</c:v>
                </c:pt>
                <c:pt idx="267">
                  <c:v>534</c:v>
                </c:pt>
                <c:pt idx="268">
                  <c:v>536</c:v>
                </c:pt>
                <c:pt idx="269">
                  <c:v>538</c:v>
                </c:pt>
                <c:pt idx="270">
                  <c:v>540</c:v>
                </c:pt>
                <c:pt idx="271">
                  <c:v>542</c:v>
                </c:pt>
                <c:pt idx="272">
                  <c:v>544</c:v>
                </c:pt>
                <c:pt idx="273">
                  <c:v>546</c:v>
                </c:pt>
                <c:pt idx="274">
                  <c:v>548</c:v>
                </c:pt>
                <c:pt idx="275">
                  <c:v>550</c:v>
                </c:pt>
                <c:pt idx="276">
                  <c:v>552</c:v>
                </c:pt>
                <c:pt idx="277">
                  <c:v>554</c:v>
                </c:pt>
                <c:pt idx="278">
                  <c:v>556</c:v>
                </c:pt>
                <c:pt idx="279">
                  <c:v>558</c:v>
                </c:pt>
                <c:pt idx="280">
                  <c:v>560</c:v>
                </c:pt>
                <c:pt idx="281">
                  <c:v>562</c:v>
                </c:pt>
                <c:pt idx="282">
                  <c:v>564</c:v>
                </c:pt>
                <c:pt idx="283">
                  <c:v>566</c:v>
                </c:pt>
                <c:pt idx="284">
                  <c:v>568</c:v>
                </c:pt>
                <c:pt idx="285">
                  <c:v>570</c:v>
                </c:pt>
                <c:pt idx="286">
                  <c:v>572</c:v>
                </c:pt>
                <c:pt idx="287">
                  <c:v>574</c:v>
                </c:pt>
                <c:pt idx="288">
                  <c:v>576</c:v>
                </c:pt>
                <c:pt idx="289">
                  <c:v>578</c:v>
                </c:pt>
                <c:pt idx="290">
                  <c:v>580</c:v>
                </c:pt>
                <c:pt idx="291">
                  <c:v>582</c:v>
                </c:pt>
                <c:pt idx="292">
                  <c:v>584</c:v>
                </c:pt>
                <c:pt idx="293">
                  <c:v>586</c:v>
                </c:pt>
                <c:pt idx="294">
                  <c:v>588</c:v>
                </c:pt>
                <c:pt idx="295">
                  <c:v>590</c:v>
                </c:pt>
                <c:pt idx="296">
                  <c:v>592</c:v>
                </c:pt>
                <c:pt idx="297">
                  <c:v>594</c:v>
                </c:pt>
                <c:pt idx="298">
                  <c:v>596</c:v>
                </c:pt>
                <c:pt idx="299">
                  <c:v>598</c:v>
                </c:pt>
                <c:pt idx="300">
                  <c:v>600</c:v>
                </c:pt>
                <c:pt idx="301">
                  <c:v>602</c:v>
                </c:pt>
                <c:pt idx="302">
                  <c:v>604</c:v>
                </c:pt>
                <c:pt idx="303">
                  <c:v>606</c:v>
                </c:pt>
                <c:pt idx="304">
                  <c:v>608</c:v>
                </c:pt>
                <c:pt idx="305">
                  <c:v>610</c:v>
                </c:pt>
                <c:pt idx="306">
                  <c:v>612</c:v>
                </c:pt>
                <c:pt idx="307">
                  <c:v>614</c:v>
                </c:pt>
                <c:pt idx="308">
                  <c:v>616</c:v>
                </c:pt>
                <c:pt idx="309">
                  <c:v>618</c:v>
                </c:pt>
                <c:pt idx="310">
                  <c:v>620</c:v>
                </c:pt>
                <c:pt idx="311">
                  <c:v>622</c:v>
                </c:pt>
                <c:pt idx="312">
                  <c:v>624</c:v>
                </c:pt>
                <c:pt idx="313">
                  <c:v>626</c:v>
                </c:pt>
                <c:pt idx="314">
                  <c:v>628</c:v>
                </c:pt>
                <c:pt idx="315">
                  <c:v>630</c:v>
                </c:pt>
                <c:pt idx="316">
                  <c:v>632</c:v>
                </c:pt>
                <c:pt idx="317">
                  <c:v>634</c:v>
                </c:pt>
                <c:pt idx="318">
                  <c:v>636</c:v>
                </c:pt>
                <c:pt idx="319">
                  <c:v>638</c:v>
                </c:pt>
                <c:pt idx="320">
                  <c:v>640</c:v>
                </c:pt>
                <c:pt idx="321">
                  <c:v>642</c:v>
                </c:pt>
                <c:pt idx="322">
                  <c:v>644</c:v>
                </c:pt>
                <c:pt idx="323">
                  <c:v>646</c:v>
                </c:pt>
                <c:pt idx="324">
                  <c:v>648</c:v>
                </c:pt>
                <c:pt idx="325">
                  <c:v>650</c:v>
                </c:pt>
                <c:pt idx="326">
                  <c:v>652</c:v>
                </c:pt>
                <c:pt idx="327">
                  <c:v>654</c:v>
                </c:pt>
                <c:pt idx="328">
                  <c:v>656</c:v>
                </c:pt>
                <c:pt idx="329">
                  <c:v>658</c:v>
                </c:pt>
                <c:pt idx="330">
                  <c:v>660</c:v>
                </c:pt>
                <c:pt idx="331">
                  <c:v>662</c:v>
                </c:pt>
                <c:pt idx="332">
                  <c:v>664</c:v>
                </c:pt>
                <c:pt idx="333">
                  <c:v>666</c:v>
                </c:pt>
                <c:pt idx="334">
                  <c:v>668</c:v>
                </c:pt>
                <c:pt idx="335">
                  <c:v>670</c:v>
                </c:pt>
                <c:pt idx="336">
                  <c:v>672</c:v>
                </c:pt>
                <c:pt idx="337">
                  <c:v>674</c:v>
                </c:pt>
                <c:pt idx="338">
                  <c:v>676</c:v>
                </c:pt>
                <c:pt idx="339">
                  <c:v>678</c:v>
                </c:pt>
                <c:pt idx="340">
                  <c:v>680</c:v>
                </c:pt>
                <c:pt idx="341">
                  <c:v>682</c:v>
                </c:pt>
                <c:pt idx="342">
                  <c:v>684</c:v>
                </c:pt>
                <c:pt idx="343">
                  <c:v>686</c:v>
                </c:pt>
                <c:pt idx="344">
                  <c:v>688</c:v>
                </c:pt>
                <c:pt idx="345">
                  <c:v>690</c:v>
                </c:pt>
                <c:pt idx="346">
                  <c:v>692</c:v>
                </c:pt>
                <c:pt idx="347">
                  <c:v>694</c:v>
                </c:pt>
                <c:pt idx="348">
                  <c:v>696</c:v>
                </c:pt>
                <c:pt idx="349">
                  <c:v>698</c:v>
                </c:pt>
                <c:pt idx="350">
                  <c:v>700</c:v>
                </c:pt>
                <c:pt idx="351">
                  <c:v>702</c:v>
                </c:pt>
                <c:pt idx="352">
                  <c:v>704</c:v>
                </c:pt>
                <c:pt idx="353">
                  <c:v>706</c:v>
                </c:pt>
                <c:pt idx="354">
                  <c:v>708</c:v>
                </c:pt>
                <c:pt idx="355">
                  <c:v>710</c:v>
                </c:pt>
                <c:pt idx="356">
                  <c:v>712</c:v>
                </c:pt>
                <c:pt idx="357">
                  <c:v>714</c:v>
                </c:pt>
                <c:pt idx="358">
                  <c:v>716</c:v>
                </c:pt>
                <c:pt idx="359">
                  <c:v>718</c:v>
                </c:pt>
                <c:pt idx="360">
                  <c:v>720</c:v>
                </c:pt>
                <c:pt idx="361">
                  <c:v>722</c:v>
                </c:pt>
                <c:pt idx="362">
                  <c:v>724</c:v>
                </c:pt>
                <c:pt idx="363">
                  <c:v>726</c:v>
                </c:pt>
                <c:pt idx="364">
                  <c:v>728</c:v>
                </c:pt>
                <c:pt idx="365">
                  <c:v>730</c:v>
                </c:pt>
                <c:pt idx="366">
                  <c:v>732</c:v>
                </c:pt>
                <c:pt idx="367">
                  <c:v>734</c:v>
                </c:pt>
                <c:pt idx="368">
                  <c:v>736</c:v>
                </c:pt>
                <c:pt idx="369">
                  <c:v>738</c:v>
                </c:pt>
                <c:pt idx="370">
                  <c:v>740</c:v>
                </c:pt>
                <c:pt idx="371">
                  <c:v>742</c:v>
                </c:pt>
                <c:pt idx="372">
                  <c:v>744</c:v>
                </c:pt>
                <c:pt idx="373">
                  <c:v>746</c:v>
                </c:pt>
                <c:pt idx="374">
                  <c:v>748</c:v>
                </c:pt>
                <c:pt idx="375">
                  <c:v>750</c:v>
                </c:pt>
                <c:pt idx="376">
                  <c:v>752</c:v>
                </c:pt>
                <c:pt idx="377">
                  <c:v>754</c:v>
                </c:pt>
                <c:pt idx="378">
                  <c:v>756</c:v>
                </c:pt>
                <c:pt idx="379">
                  <c:v>758</c:v>
                </c:pt>
                <c:pt idx="380">
                  <c:v>760</c:v>
                </c:pt>
                <c:pt idx="381">
                  <c:v>762</c:v>
                </c:pt>
                <c:pt idx="382">
                  <c:v>764</c:v>
                </c:pt>
                <c:pt idx="383">
                  <c:v>766</c:v>
                </c:pt>
                <c:pt idx="384">
                  <c:v>768</c:v>
                </c:pt>
                <c:pt idx="385">
                  <c:v>770</c:v>
                </c:pt>
                <c:pt idx="386">
                  <c:v>772</c:v>
                </c:pt>
                <c:pt idx="387">
                  <c:v>774</c:v>
                </c:pt>
                <c:pt idx="388">
                  <c:v>776</c:v>
                </c:pt>
                <c:pt idx="389">
                  <c:v>778</c:v>
                </c:pt>
                <c:pt idx="390">
                  <c:v>780</c:v>
                </c:pt>
                <c:pt idx="391">
                  <c:v>782</c:v>
                </c:pt>
                <c:pt idx="392">
                  <c:v>784</c:v>
                </c:pt>
                <c:pt idx="393">
                  <c:v>786</c:v>
                </c:pt>
                <c:pt idx="394">
                  <c:v>788</c:v>
                </c:pt>
                <c:pt idx="395">
                  <c:v>790</c:v>
                </c:pt>
                <c:pt idx="396">
                  <c:v>792</c:v>
                </c:pt>
                <c:pt idx="397">
                  <c:v>794</c:v>
                </c:pt>
                <c:pt idx="398">
                  <c:v>796</c:v>
                </c:pt>
                <c:pt idx="399">
                  <c:v>798</c:v>
                </c:pt>
                <c:pt idx="400">
                  <c:v>800</c:v>
                </c:pt>
              </c:numCache>
            </c:numRef>
          </c:xVal>
          <c:yVal>
            <c:numRef>
              <c:f>Sheet1!$B$2:$B$402</c:f>
              <c:numCache>
                <c:formatCode>General</c:formatCode>
                <c:ptCount val="4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c:v>
                </c:pt>
                <c:pt idx="51">
                  <c:v>0.93304</c:v>
                </c:pt>
                <c:pt idx="52">
                  <c:v>0.87173</c:v>
                </c:pt>
                <c:pt idx="53">
                  <c:v>0.81551</c:v>
                </c:pt>
                <c:pt idx="54">
                  <c:v>0.76387</c:v>
                </c:pt>
                <c:pt idx="55">
                  <c:v>0.71635</c:v>
                </c:pt>
                <c:pt idx="56">
                  <c:v>0.67257</c:v>
                </c:pt>
                <c:pt idx="57">
                  <c:v>0.63217</c:v>
                </c:pt>
                <c:pt idx="58">
                  <c:v>0.59484</c:v>
                </c:pt>
                <c:pt idx="59">
                  <c:v>0.56029</c:v>
                </c:pt>
                <c:pt idx="60">
                  <c:v>0.52828</c:v>
                </c:pt>
                <c:pt idx="61">
                  <c:v>0.49859</c:v>
                </c:pt>
                <c:pt idx="62">
                  <c:v>0.471</c:v>
                </c:pt>
                <c:pt idx="63">
                  <c:v>0.44535</c:v>
                </c:pt>
                <c:pt idx="64">
                  <c:v>0.42147</c:v>
                </c:pt>
                <c:pt idx="65">
                  <c:v>0.39921</c:v>
                </c:pt>
                <c:pt idx="66">
                  <c:v>0.37843</c:v>
                </c:pt>
                <c:pt idx="67">
                  <c:v>0.35903</c:v>
                </c:pt>
                <c:pt idx="68">
                  <c:v>0.34089</c:v>
                </c:pt>
                <c:pt idx="69">
                  <c:v>0.32391</c:v>
                </c:pt>
                <c:pt idx="70">
                  <c:v>0.308</c:v>
                </c:pt>
                <c:pt idx="71">
                  <c:v>0.29308</c:v>
                </c:pt>
                <c:pt idx="72">
                  <c:v>0.27908</c:v>
                </c:pt>
                <c:pt idx="73">
                  <c:v>0.26593</c:v>
                </c:pt>
                <c:pt idx="74">
                  <c:v>0.25356</c:v>
                </c:pt>
                <c:pt idx="75">
                  <c:v>0.24192</c:v>
                </c:pt>
                <c:pt idx="76">
                  <c:v>0.23097</c:v>
                </c:pt>
                <c:pt idx="77">
                  <c:v>0.22064</c:v>
                </c:pt>
                <c:pt idx="78">
                  <c:v>0.21089</c:v>
                </c:pt>
                <c:pt idx="79">
                  <c:v>0.2017</c:v>
                </c:pt>
                <c:pt idx="80">
                  <c:v>0.19301</c:v>
                </c:pt>
                <c:pt idx="81">
                  <c:v>0.1848</c:v>
                </c:pt>
                <c:pt idx="82">
                  <c:v>0.17703</c:v>
                </c:pt>
                <c:pt idx="83">
                  <c:v>0.16968</c:v>
                </c:pt>
                <c:pt idx="84">
                  <c:v>0.16271</c:v>
                </c:pt>
                <c:pt idx="85">
                  <c:v>0.15611</c:v>
                </c:pt>
                <c:pt idx="86">
                  <c:v>0.14985</c:v>
                </c:pt>
                <c:pt idx="87">
                  <c:v>0.14391</c:v>
                </c:pt>
                <c:pt idx="88">
                  <c:v>0.13826</c:v>
                </c:pt>
                <c:pt idx="89">
                  <c:v>0.1329</c:v>
                </c:pt>
                <c:pt idx="90">
                  <c:v>0.1278</c:v>
                </c:pt>
                <c:pt idx="91">
                  <c:v>0.12296</c:v>
                </c:pt>
                <c:pt idx="92">
                  <c:v>0.11834</c:v>
                </c:pt>
                <c:pt idx="93">
                  <c:v>0.11395</c:v>
                </c:pt>
                <c:pt idx="94">
                  <c:v>0.10976</c:v>
                </c:pt>
                <c:pt idx="95">
                  <c:v>0.10577</c:v>
                </c:pt>
                <c:pt idx="96">
                  <c:v>0.10196</c:v>
                </c:pt>
                <c:pt idx="97">
                  <c:v>0.09833</c:v>
                </c:pt>
                <c:pt idx="98">
                  <c:v>0.09486</c:v>
                </c:pt>
                <c:pt idx="99">
                  <c:v>0.09155</c:v>
                </c:pt>
                <c:pt idx="100">
                  <c:v>0.08839</c:v>
                </c:pt>
                <c:pt idx="101">
                  <c:v>0.08536</c:v>
                </c:pt>
                <c:pt idx="102">
                  <c:v>0.08247</c:v>
                </c:pt>
                <c:pt idx="103">
                  <c:v>0.0797</c:v>
                </c:pt>
                <c:pt idx="104">
                  <c:v>0.07705</c:v>
                </c:pt>
                <c:pt idx="105">
                  <c:v>0.07451</c:v>
                </c:pt>
                <c:pt idx="106">
                  <c:v>0.07208</c:v>
                </c:pt>
                <c:pt idx="107">
                  <c:v>0.06975</c:v>
                </c:pt>
                <c:pt idx="108">
                  <c:v>0.06752</c:v>
                </c:pt>
                <c:pt idx="109">
                  <c:v>0.06537</c:v>
                </c:pt>
                <c:pt idx="110">
                  <c:v>0.06332</c:v>
                </c:pt>
                <c:pt idx="111">
                  <c:v>0.06134</c:v>
                </c:pt>
                <c:pt idx="112">
                  <c:v>0.05945</c:v>
                </c:pt>
                <c:pt idx="113">
                  <c:v>0.05763</c:v>
                </c:pt>
                <c:pt idx="114">
                  <c:v>0.05588</c:v>
                </c:pt>
                <c:pt idx="115">
                  <c:v>0.05419</c:v>
                </c:pt>
                <c:pt idx="116">
                  <c:v>0.05258</c:v>
                </c:pt>
                <c:pt idx="117">
                  <c:v>0.05102</c:v>
                </c:pt>
                <c:pt idx="118">
                  <c:v>0.04952</c:v>
                </c:pt>
                <c:pt idx="119">
                  <c:v>0.04808</c:v>
                </c:pt>
                <c:pt idx="120">
                  <c:v>0.04669</c:v>
                </c:pt>
                <c:pt idx="121">
                  <c:v>0.04536</c:v>
                </c:pt>
                <c:pt idx="122">
                  <c:v>0.04407</c:v>
                </c:pt>
                <c:pt idx="123">
                  <c:v>0.04283</c:v>
                </c:pt>
                <c:pt idx="124">
                  <c:v>0.04163</c:v>
                </c:pt>
                <c:pt idx="125">
                  <c:v>0.04048</c:v>
                </c:pt>
                <c:pt idx="126">
                  <c:v>0.03936</c:v>
                </c:pt>
                <c:pt idx="127">
                  <c:v>0.03829</c:v>
                </c:pt>
                <c:pt idx="128">
                  <c:v>0.03725</c:v>
                </c:pt>
                <c:pt idx="129">
                  <c:v>0.03625</c:v>
                </c:pt>
                <c:pt idx="130">
                  <c:v>0.03529</c:v>
                </c:pt>
                <c:pt idx="131">
                  <c:v>0.03435</c:v>
                </c:pt>
                <c:pt idx="132">
                  <c:v>0.03345</c:v>
                </c:pt>
                <c:pt idx="133">
                  <c:v>0.03258</c:v>
                </c:pt>
                <c:pt idx="134">
                  <c:v>0.03173</c:v>
                </c:pt>
                <c:pt idx="135">
                  <c:v>0.03092</c:v>
                </c:pt>
                <c:pt idx="136">
                  <c:v>0.03013</c:v>
                </c:pt>
                <c:pt idx="137">
                  <c:v>0.02937</c:v>
                </c:pt>
                <c:pt idx="138">
                  <c:v>0.02863</c:v>
                </c:pt>
                <c:pt idx="139">
                  <c:v>0.02792</c:v>
                </c:pt>
                <c:pt idx="140">
                  <c:v>0.02722</c:v>
                </c:pt>
                <c:pt idx="141">
                  <c:v>0.02655</c:v>
                </c:pt>
                <c:pt idx="142">
                  <c:v>0.02591</c:v>
                </c:pt>
                <c:pt idx="143">
                  <c:v>0.02528</c:v>
                </c:pt>
                <c:pt idx="144">
                  <c:v>0.02467</c:v>
                </c:pt>
                <c:pt idx="145">
                  <c:v>0.02408</c:v>
                </c:pt>
                <c:pt idx="146">
                  <c:v>0.0235</c:v>
                </c:pt>
                <c:pt idx="147">
                  <c:v>0.02295</c:v>
                </c:pt>
                <c:pt idx="148">
                  <c:v>0.02241</c:v>
                </c:pt>
                <c:pt idx="149">
                  <c:v>0.02189</c:v>
                </c:pt>
                <c:pt idx="150">
                  <c:v>0.02138</c:v>
                </c:pt>
                <c:pt idx="151">
                  <c:v>0.02089</c:v>
                </c:pt>
                <c:pt idx="152">
                  <c:v>0.02041</c:v>
                </c:pt>
                <c:pt idx="153">
                  <c:v>0.01995</c:v>
                </c:pt>
                <c:pt idx="154">
                  <c:v>0.0195</c:v>
                </c:pt>
                <c:pt idx="155">
                  <c:v>0.01906</c:v>
                </c:pt>
                <c:pt idx="156">
                  <c:v>0.01864</c:v>
                </c:pt>
                <c:pt idx="157">
                  <c:v>0.01823</c:v>
                </c:pt>
                <c:pt idx="158">
                  <c:v>0.01783</c:v>
                </c:pt>
                <c:pt idx="159">
                  <c:v>0.01744</c:v>
                </c:pt>
                <c:pt idx="160">
                  <c:v>0.01706</c:v>
                </c:pt>
                <c:pt idx="161">
                  <c:v>0.01669</c:v>
                </c:pt>
                <c:pt idx="162">
                  <c:v>0.01633</c:v>
                </c:pt>
                <c:pt idx="163">
                  <c:v>0.01599</c:v>
                </c:pt>
                <c:pt idx="164">
                  <c:v>0.01565</c:v>
                </c:pt>
                <c:pt idx="165">
                  <c:v>0.01532</c:v>
                </c:pt>
                <c:pt idx="166">
                  <c:v>0.015</c:v>
                </c:pt>
                <c:pt idx="167">
                  <c:v>0.01469</c:v>
                </c:pt>
                <c:pt idx="168">
                  <c:v>0.01438</c:v>
                </c:pt>
                <c:pt idx="169">
                  <c:v>0.01409</c:v>
                </c:pt>
                <c:pt idx="170">
                  <c:v>0.0138</c:v>
                </c:pt>
                <c:pt idx="171">
                  <c:v>0.01352</c:v>
                </c:pt>
                <c:pt idx="172">
                  <c:v>0.01324</c:v>
                </c:pt>
                <c:pt idx="173">
                  <c:v>0.01298</c:v>
                </c:pt>
                <c:pt idx="174">
                  <c:v>0.01272</c:v>
                </c:pt>
                <c:pt idx="175">
                  <c:v>0.01247</c:v>
                </c:pt>
                <c:pt idx="176">
                  <c:v>0.01222</c:v>
                </c:pt>
                <c:pt idx="177">
                  <c:v>0.01198</c:v>
                </c:pt>
                <c:pt idx="178">
                  <c:v>0.01175</c:v>
                </c:pt>
                <c:pt idx="179">
                  <c:v>0.01152</c:v>
                </c:pt>
                <c:pt idx="180">
                  <c:v>0.0113</c:v>
                </c:pt>
                <c:pt idx="181">
                  <c:v>0.01108</c:v>
                </c:pt>
                <c:pt idx="182">
                  <c:v>0.01087</c:v>
                </c:pt>
                <c:pt idx="183">
                  <c:v>0.01066</c:v>
                </c:pt>
                <c:pt idx="184">
                  <c:v>0.01046</c:v>
                </c:pt>
                <c:pt idx="185">
                  <c:v>0.01026</c:v>
                </c:pt>
                <c:pt idx="186">
                  <c:v>0.01007</c:v>
                </c:pt>
                <c:pt idx="187">
                  <c:v>0.00988</c:v>
                </c:pt>
                <c:pt idx="188">
                  <c:v>0.0097</c:v>
                </c:pt>
                <c:pt idx="189">
                  <c:v>0.00952</c:v>
                </c:pt>
                <c:pt idx="190">
                  <c:v>0.00935</c:v>
                </c:pt>
                <c:pt idx="191">
                  <c:v>0.00918</c:v>
                </c:pt>
                <c:pt idx="192">
                  <c:v>0.00901</c:v>
                </c:pt>
                <c:pt idx="193">
                  <c:v>0.00885</c:v>
                </c:pt>
                <c:pt idx="194">
                  <c:v>0.00869</c:v>
                </c:pt>
                <c:pt idx="195">
                  <c:v>0.00854</c:v>
                </c:pt>
                <c:pt idx="196">
                  <c:v>0.00838</c:v>
                </c:pt>
                <c:pt idx="197">
                  <c:v>0.00824</c:v>
                </c:pt>
                <c:pt idx="198">
                  <c:v>0.00809</c:v>
                </c:pt>
                <c:pt idx="199">
                  <c:v>0.00795</c:v>
                </c:pt>
                <c:pt idx="200">
                  <c:v>0.00781</c:v>
                </c:pt>
                <c:pt idx="201">
                  <c:v>0.00768</c:v>
                </c:pt>
                <c:pt idx="202">
                  <c:v>0.00755</c:v>
                </c:pt>
                <c:pt idx="203">
                  <c:v>0.00742</c:v>
                </c:pt>
                <c:pt idx="204">
                  <c:v>0.00729</c:v>
                </c:pt>
                <c:pt idx="205">
                  <c:v>0.00717</c:v>
                </c:pt>
                <c:pt idx="206">
                  <c:v>0.00704</c:v>
                </c:pt>
                <c:pt idx="207">
                  <c:v>0.00693</c:v>
                </c:pt>
                <c:pt idx="208">
                  <c:v>0.00681</c:v>
                </c:pt>
                <c:pt idx="209">
                  <c:v>0.0067</c:v>
                </c:pt>
                <c:pt idx="210">
                  <c:v>0.00659</c:v>
                </c:pt>
                <c:pt idx="211">
                  <c:v>0.00648</c:v>
                </c:pt>
                <c:pt idx="212">
                  <c:v>0.00637</c:v>
                </c:pt>
                <c:pt idx="213">
                  <c:v>0.00627</c:v>
                </c:pt>
                <c:pt idx="214">
                  <c:v>0.00617</c:v>
                </c:pt>
                <c:pt idx="215">
                  <c:v>0.00607</c:v>
                </c:pt>
                <c:pt idx="216">
                  <c:v>0.00597</c:v>
                </c:pt>
                <c:pt idx="217">
                  <c:v>0.00587</c:v>
                </c:pt>
                <c:pt idx="218">
                  <c:v>0.00578</c:v>
                </c:pt>
                <c:pt idx="219">
                  <c:v>0.00569</c:v>
                </c:pt>
                <c:pt idx="220">
                  <c:v>0.0056</c:v>
                </c:pt>
                <c:pt idx="221">
                  <c:v>0.00551</c:v>
                </c:pt>
                <c:pt idx="222">
                  <c:v>0.00542</c:v>
                </c:pt>
                <c:pt idx="223">
                  <c:v>0.00534</c:v>
                </c:pt>
                <c:pt idx="224">
                  <c:v>0.00525</c:v>
                </c:pt>
                <c:pt idx="225">
                  <c:v>0.00517</c:v>
                </c:pt>
                <c:pt idx="226">
                  <c:v>0.00509</c:v>
                </c:pt>
                <c:pt idx="227">
                  <c:v>0.00502</c:v>
                </c:pt>
                <c:pt idx="228">
                  <c:v>0.00494</c:v>
                </c:pt>
                <c:pt idx="229">
                  <c:v>0.00486</c:v>
                </c:pt>
                <c:pt idx="230">
                  <c:v>0.00479</c:v>
                </c:pt>
                <c:pt idx="231">
                  <c:v>0.00472</c:v>
                </c:pt>
                <c:pt idx="232">
                  <c:v>0.00465</c:v>
                </c:pt>
                <c:pt idx="233">
                  <c:v>0.00458</c:v>
                </c:pt>
                <c:pt idx="234">
                  <c:v>0.00451</c:v>
                </c:pt>
                <c:pt idx="235">
                  <c:v>0.00444</c:v>
                </c:pt>
                <c:pt idx="236">
                  <c:v>0.00438</c:v>
                </c:pt>
                <c:pt idx="237">
                  <c:v>0.00431</c:v>
                </c:pt>
                <c:pt idx="238">
                  <c:v>0.00425</c:v>
                </c:pt>
                <c:pt idx="239">
                  <c:v>0.00419</c:v>
                </c:pt>
                <c:pt idx="240">
                  <c:v>0.00413</c:v>
                </c:pt>
                <c:pt idx="241">
                  <c:v>0.00407</c:v>
                </c:pt>
                <c:pt idx="242">
                  <c:v>0.00401</c:v>
                </c:pt>
                <c:pt idx="243">
                  <c:v>0.00395</c:v>
                </c:pt>
                <c:pt idx="244">
                  <c:v>0.0039</c:v>
                </c:pt>
                <c:pt idx="245">
                  <c:v>0.00384</c:v>
                </c:pt>
                <c:pt idx="246">
                  <c:v>0.00379</c:v>
                </c:pt>
                <c:pt idx="247">
                  <c:v>0.00373</c:v>
                </c:pt>
                <c:pt idx="248">
                  <c:v>0.00368</c:v>
                </c:pt>
                <c:pt idx="249">
                  <c:v>0.00363</c:v>
                </c:pt>
                <c:pt idx="250">
                  <c:v>0.00358</c:v>
                </c:pt>
                <c:pt idx="251">
                  <c:v>0.00353</c:v>
                </c:pt>
                <c:pt idx="252">
                  <c:v>0.00348</c:v>
                </c:pt>
                <c:pt idx="253">
                  <c:v>0.00343</c:v>
                </c:pt>
                <c:pt idx="254">
                  <c:v>0.00338</c:v>
                </c:pt>
                <c:pt idx="255">
                  <c:v>0.00334</c:v>
                </c:pt>
                <c:pt idx="256">
                  <c:v>0.00329</c:v>
                </c:pt>
                <c:pt idx="257">
                  <c:v>0.00325</c:v>
                </c:pt>
                <c:pt idx="258">
                  <c:v>0.0032</c:v>
                </c:pt>
                <c:pt idx="259">
                  <c:v>0.00316</c:v>
                </c:pt>
                <c:pt idx="260">
                  <c:v>0.00312</c:v>
                </c:pt>
                <c:pt idx="261">
                  <c:v>0.00308</c:v>
                </c:pt>
                <c:pt idx="262">
                  <c:v>0.00304</c:v>
                </c:pt>
                <c:pt idx="263">
                  <c:v>0.003</c:v>
                </c:pt>
                <c:pt idx="264">
                  <c:v>0.00296</c:v>
                </c:pt>
                <c:pt idx="265">
                  <c:v>0.00292</c:v>
                </c:pt>
                <c:pt idx="266">
                  <c:v>0.00288</c:v>
                </c:pt>
                <c:pt idx="267">
                  <c:v>0.00284</c:v>
                </c:pt>
                <c:pt idx="268">
                  <c:v>0.0028</c:v>
                </c:pt>
                <c:pt idx="269">
                  <c:v>0.00277</c:v>
                </c:pt>
                <c:pt idx="270">
                  <c:v>0.00273</c:v>
                </c:pt>
                <c:pt idx="271">
                  <c:v>0.0027</c:v>
                </c:pt>
                <c:pt idx="272">
                  <c:v>0.00266</c:v>
                </c:pt>
                <c:pt idx="273">
                  <c:v>0.00263</c:v>
                </c:pt>
                <c:pt idx="274">
                  <c:v>0.0026</c:v>
                </c:pt>
                <c:pt idx="275">
                  <c:v>0.00256</c:v>
                </c:pt>
                <c:pt idx="276">
                  <c:v>0.00253</c:v>
                </c:pt>
                <c:pt idx="277">
                  <c:v>0.0025</c:v>
                </c:pt>
                <c:pt idx="278">
                  <c:v>0.00247</c:v>
                </c:pt>
                <c:pt idx="279">
                  <c:v>0.00244</c:v>
                </c:pt>
                <c:pt idx="280">
                  <c:v>0.00241</c:v>
                </c:pt>
                <c:pt idx="281">
                  <c:v>0.00238</c:v>
                </c:pt>
                <c:pt idx="282">
                  <c:v>0.00235</c:v>
                </c:pt>
                <c:pt idx="283">
                  <c:v>0.00232</c:v>
                </c:pt>
                <c:pt idx="284">
                  <c:v>0.00229</c:v>
                </c:pt>
                <c:pt idx="285">
                  <c:v>0.00226</c:v>
                </c:pt>
                <c:pt idx="286">
                  <c:v>0.00223</c:v>
                </c:pt>
                <c:pt idx="287">
                  <c:v>0.00221</c:v>
                </c:pt>
                <c:pt idx="288">
                  <c:v>0.00218</c:v>
                </c:pt>
                <c:pt idx="289">
                  <c:v>0.00215</c:v>
                </c:pt>
                <c:pt idx="290">
                  <c:v>0.00213</c:v>
                </c:pt>
                <c:pt idx="291">
                  <c:v>0.0021</c:v>
                </c:pt>
                <c:pt idx="292">
                  <c:v>0.00208</c:v>
                </c:pt>
                <c:pt idx="293">
                  <c:v>0.00205</c:v>
                </c:pt>
                <c:pt idx="294">
                  <c:v>0.00203</c:v>
                </c:pt>
                <c:pt idx="295">
                  <c:v>0.002</c:v>
                </c:pt>
                <c:pt idx="296">
                  <c:v>0.00198</c:v>
                </c:pt>
                <c:pt idx="297">
                  <c:v>0.00196</c:v>
                </c:pt>
                <c:pt idx="298">
                  <c:v>0.00193</c:v>
                </c:pt>
                <c:pt idx="299">
                  <c:v>0.00191</c:v>
                </c:pt>
                <c:pt idx="300">
                  <c:v>0.00189</c:v>
                </c:pt>
                <c:pt idx="301">
                  <c:v>0.00187</c:v>
                </c:pt>
                <c:pt idx="302">
                  <c:v>0.00185</c:v>
                </c:pt>
                <c:pt idx="303">
                  <c:v>0.00183</c:v>
                </c:pt>
                <c:pt idx="304">
                  <c:v>0.0018</c:v>
                </c:pt>
                <c:pt idx="305">
                  <c:v>0.00178</c:v>
                </c:pt>
                <c:pt idx="306">
                  <c:v>0.00176</c:v>
                </c:pt>
                <c:pt idx="307">
                  <c:v>0.00174</c:v>
                </c:pt>
                <c:pt idx="308">
                  <c:v>0.00172</c:v>
                </c:pt>
                <c:pt idx="309">
                  <c:v>0.0017</c:v>
                </c:pt>
                <c:pt idx="310">
                  <c:v>0.00169</c:v>
                </c:pt>
                <c:pt idx="311">
                  <c:v>0.00167</c:v>
                </c:pt>
                <c:pt idx="312">
                  <c:v>0.00165</c:v>
                </c:pt>
                <c:pt idx="313">
                  <c:v>0.00163</c:v>
                </c:pt>
                <c:pt idx="314">
                  <c:v>0.00161</c:v>
                </c:pt>
                <c:pt idx="315">
                  <c:v>0.00159</c:v>
                </c:pt>
                <c:pt idx="316">
                  <c:v>0.00158</c:v>
                </c:pt>
                <c:pt idx="317">
                  <c:v>0.00156</c:v>
                </c:pt>
                <c:pt idx="318">
                  <c:v>0.00154</c:v>
                </c:pt>
                <c:pt idx="319">
                  <c:v>0.00152</c:v>
                </c:pt>
                <c:pt idx="320">
                  <c:v>0.00151</c:v>
                </c:pt>
                <c:pt idx="321">
                  <c:v>0.00149</c:v>
                </c:pt>
                <c:pt idx="322">
                  <c:v>0.00148</c:v>
                </c:pt>
                <c:pt idx="323">
                  <c:v>0.00146</c:v>
                </c:pt>
                <c:pt idx="324">
                  <c:v>0.00144</c:v>
                </c:pt>
                <c:pt idx="325">
                  <c:v>0.00143</c:v>
                </c:pt>
                <c:pt idx="326">
                  <c:v>0.00141</c:v>
                </c:pt>
                <c:pt idx="327">
                  <c:v>0.0014</c:v>
                </c:pt>
                <c:pt idx="328">
                  <c:v>0.00138</c:v>
                </c:pt>
                <c:pt idx="329">
                  <c:v>0.00137</c:v>
                </c:pt>
                <c:pt idx="330">
                  <c:v>0.00135</c:v>
                </c:pt>
                <c:pt idx="331">
                  <c:v>0.00134</c:v>
                </c:pt>
                <c:pt idx="332">
                  <c:v>0.00133</c:v>
                </c:pt>
                <c:pt idx="333">
                  <c:v>0.00131</c:v>
                </c:pt>
                <c:pt idx="334">
                  <c:v>0.0013</c:v>
                </c:pt>
                <c:pt idx="335">
                  <c:v>0.00128</c:v>
                </c:pt>
                <c:pt idx="336">
                  <c:v>0.00127</c:v>
                </c:pt>
                <c:pt idx="337">
                  <c:v>0.00126</c:v>
                </c:pt>
                <c:pt idx="338">
                  <c:v>0.00125</c:v>
                </c:pt>
                <c:pt idx="339">
                  <c:v>0.00123</c:v>
                </c:pt>
                <c:pt idx="340">
                  <c:v>0.00122</c:v>
                </c:pt>
                <c:pt idx="341">
                  <c:v>0.00121</c:v>
                </c:pt>
                <c:pt idx="342">
                  <c:v>0.00119</c:v>
                </c:pt>
                <c:pt idx="343">
                  <c:v>0.00118</c:v>
                </c:pt>
                <c:pt idx="344">
                  <c:v>0.00117</c:v>
                </c:pt>
                <c:pt idx="345">
                  <c:v>0.00116</c:v>
                </c:pt>
                <c:pt idx="346">
                  <c:v>0.00115</c:v>
                </c:pt>
                <c:pt idx="347">
                  <c:v>0.00114</c:v>
                </c:pt>
                <c:pt idx="348">
                  <c:v>0.00112</c:v>
                </c:pt>
                <c:pt idx="349">
                  <c:v>0.00111</c:v>
                </c:pt>
                <c:pt idx="350">
                  <c:v>0.0011</c:v>
                </c:pt>
                <c:pt idx="351">
                  <c:v>0.00109</c:v>
                </c:pt>
                <c:pt idx="352">
                  <c:v>0.00108</c:v>
                </c:pt>
                <c:pt idx="353">
                  <c:v>0.00107</c:v>
                </c:pt>
                <c:pt idx="354">
                  <c:v>0.00106</c:v>
                </c:pt>
                <c:pt idx="355">
                  <c:v>0.00105</c:v>
                </c:pt>
                <c:pt idx="356">
                  <c:v>0.00104</c:v>
                </c:pt>
                <c:pt idx="357">
                  <c:v>0.00103</c:v>
                </c:pt>
                <c:pt idx="358">
                  <c:v>0.00102</c:v>
                </c:pt>
                <c:pt idx="359">
                  <c:v>0.00101</c:v>
                </c:pt>
                <c:pt idx="360">
                  <c:v>0.001</c:v>
                </c:pt>
                <c:pt idx="361">
                  <c:v>0.00099</c:v>
                </c:pt>
                <c:pt idx="362">
                  <c:v>0.00098</c:v>
                </c:pt>
                <c:pt idx="363">
                  <c:v>0.00097</c:v>
                </c:pt>
                <c:pt idx="364">
                  <c:v>0.00096</c:v>
                </c:pt>
                <c:pt idx="365">
                  <c:v>0.00095</c:v>
                </c:pt>
                <c:pt idx="366">
                  <c:v>0.00094</c:v>
                </c:pt>
                <c:pt idx="367">
                  <c:v>0.00093</c:v>
                </c:pt>
                <c:pt idx="368">
                  <c:v>0.00092</c:v>
                </c:pt>
                <c:pt idx="369">
                  <c:v>0.00092</c:v>
                </c:pt>
                <c:pt idx="370">
                  <c:v>0.00091</c:v>
                </c:pt>
                <c:pt idx="371">
                  <c:v>0.0009</c:v>
                </c:pt>
                <c:pt idx="372">
                  <c:v>0.00089</c:v>
                </c:pt>
                <c:pt idx="373">
                  <c:v>0.00088</c:v>
                </c:pt>
                <c:pt idx="374">
                  <c:v>0.00087</c:v>
                </c:pt>
                <c:pt idx="375">
                  <c:v>0.00087</c:v>
                </c:pt>
                <c:pt idx="376">
                  <c:v>0.00086</c:v>
                </c:pt>
                <c:pt idx="377">
                  <c:v>0.00085</c:v>
                </c:pt>
                <c:pt idx="378">
                  <c:v>0.00084</c:v>
                </c:pt>
                <c:pt idx="379">
                  <c:v>0.00083</c:v>
                </c:pt>
                <c:pt idx="380">
                  <c:v>0.00083</c:v>
                </c:pt>
                <c:pt idx="381">
                  <c:v>0.00082</c:v>
                </c:pt>
                <c:pt idx="382">
                  <c:v>0.00081</c:v>
                </c:pt>
                <c:pt idx="383">
                  <c:v>0.0008</c:v>
                </c:pt>
                <c:pt idx="384">
                  <c:v>0.0008</c:v>
                </c:pt>
                <c:pt idx="385">
                  <c:v>0.00079</c:v>
                </c:pt>
                <c:pt idx="386">
                  <c:v>0.00078</c:v>
                </c:pt>
                <c:pt idx="387">
                  <c:v>0.00078</c:v>
                </c:pt>
                <c:pt idx="388">
                  <c:v>0.00077</c:v>
                </c:pt>
                <c:pt idx="389">
                  <c:v>0.00076</c:v>
                </c:pt>
                <c:pt idx="390">
                  <c:v>0.00075</c:v>
                </c:pt>
                <c:pt idx="391">
                  <c:v>0.00075</c:v>
                </c:pt>
                <c:pt idx="392">
                  <c:v>0.00074</c:v>
                </c:pt>
                <c:pt idx="393">
                  <c:v>0.00073</c:v>
                </c:pt>
                <c:pt idx="394">
                  <c:v>0.00073</c:v>
                </c:pt>
                <c:pt idx="395">
                  <c:v>0.00072</c:v>
                </c:pt>
                <c:pt idx="396">
                  <c:v>0.00072</c:v>
                </c:pt>
                <c:pt idx="397">
                  <c:v>0.00071</c:v>
                </c:pt>
                <c:pt idx="398">
                  <c:v>0.0007</c:v>
                </c:pt>
                <c:pt idx="399">
                  <c:v>0.0007</c:v>
                </c:pt>
                <c:pt idx="400">
                  <c:v>0.00069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800"/>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Miles de S/</a:t>
                </a:r>
              </a:p>
            </c:rich>
          </c:tx>
          <c:layout/>
          <c:overlay val="0"/>
        </c:title>
        <c:numFmt formatCode="General" sourceLinked="1"/>
        <c:majorTickMark val="none"/>
        <c:minorTickMark val="none"/>
        <c:tickLblPos val="nextTo"/>
        <c:spPr>
          <a:ln w="12700" cap="flat">
            <a:solidFill>
              <a:srgbClr val="6B6B6B"/>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100"/>
      </c:valAx>
      <c:valAx>
        <c:axId val="2094734552"/>
        <c:scaling>
          <c:orientation val="minMax"/>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POISSON media 4: días de lluvia fuerte</a:t>
            </a:r>
          </a:p>
        </c:rich>
      </c:tx>
      <c:layout/>
      <c:overlay val="0"/>
    </c:title>
    <c:autoTitleDeleted val="0"/>
    <c:plotArea>
      <c:layout/>
      <c:barChart>
        <c:barDir val="col"/>
        <c:grouping val="clustered"/>
        <c:varyColors val="0"/>
        <c:ser>
          <c:idx val="0"/>
          <c:order val="0"/>
          <c:tx>
            <c:strRef>
              <c:f>Sheet1!$B$1</c:f>
              <c:strCache>
                <c:ptCount val="1"/>
                <c:pt idx="0">
                  <c:v>Probabilidad</c:v>
                </c:pt>
              </c:strCache>
            </c:strRef>
          </c:tx>
          <c:spPr>
            <a:solidFill>
              <a:srgbClr val="0068FF"/>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Sheet1!$A$2:$A$13</c:f>
              <c:multiLvlStrCache>
                <c:ptCount val="12"/>
                <c:lvl>
                  <c:pt idx="0">
                    <c:v>0</c:v>
                  </c:pt>
                  <c:pt idx="1">
                    <c:v>1</c:v>
                  </c:pt>
                  <c:pt idx="2">
                    <c:v>2</c:v>
                  </c:pt>
                  <c:pt idx="3">
                    <c:v>3</c:v>
                  </c:pt>
                  <c:pt idx="4">
                    <c:v>4</c:v>
                  </c:pt>
                  <c:pt idx="5">
                    <c:v>5</c:v>
                  </c:pt>
                  <c:pt idx="6">
                    <c:v>6</c:v>
                  </c:pt>
                  <c:pt idx="7">
                    <c:v>7</c:v>
                  </c:pt>
                  <c:pt idx="8">
                    <c:v>8</c:v>
                  </c:pt>
                  <c:pt idx="9">
                    <c:v>9</c:v>
                  </c:pt>
                  <c:pt idx="10">
                    <c:v>10</c:v>
                  </c:pt>
                  <c:pt idx="11">
                    <c:v>11</c:v>
                  </c:pt>
                </c:lvl>
              </c:multiLvlStrCache>
            </c:multiLvlStrRef>
          </c:cat>
          <c:val>
            <c:numRef>
              <c:f>Sheet1!$B$2:$B$13</c:f>
              <c:numCache>
                <c:formatCode>General</c:formatCode>
                <c:ptCount val="12"/>
                <c:pt idx="0">
                  <c:v>0.018</c:v>
                </c:pt>
                <c:pt idx="1">
                  <c:v>0.073</c:v>
                </c:pt>
                <c:pt idx="2">
                  <c:v>0.147</c:v>
                </c:pt>
                <c:pt idx="3">
                  <c:v>0.195</c:v>
                </c:pt>
                <c:pt idx="4">
                  <c:v>0.195</c:v>
                </c:pt>
                <c:pt idx="5">
                  <c:v>0.156</c:v>
                </c:pt>
                <c:pt idx="6">
                  <c:v>0.104</c:v>
                </c:pt>
                <c:pt idx="7">
                  <c:v>0.06</c:v>
                </c:pt>
                <c:pt idx="8">
                  <c:v>0.03</c:v>
                </c:pt>
                <c:pt idx="9">
                  <c:v>0.013</c:v>
                </c:pt>
                <c:pt idx="10">
                  <c:v>0.005</c:v>
                </c:pt>
                <c:pt idx="11">
                  <c:v>0.002</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Número de eventos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BINOMIAL n = 20, p = 0,15</a:t>
            </a:r>
          </a:p>
        </c:rich>
      </c:tx>
      <c:layout/>
      <c:overlay val="0"/>
    </c:title>
    <c:autoTitleDeleted val="0"/>
    <c:plotArea>
      <c:layout/>
      <c:barChart>
        <c:barDir val="col"/>
        <c:grouping val="clustered"/>
        <c:varyColors val="0"/>
        <c:ser>
          <c:idx val="0"/>
          <c:order val="0"/>
          <c:tx>
            <c:strRef>
              <c:f>Sheet1!$B$1</c:f>
              <c:strCache>
                <c:ptCount val="1"/>
                <c:pt idx="0">
                  <c:v>Probabilidad</c:v>
                </c:pt>
              </c:strCache>
            </c:strRef>
          </c:tx>
          <c:spPr>
            <a:solidFill>
              <a:srgbClr val="FF6600"/>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Sheet1!$A$2:$A$11</c:f>
              <c:multiLvlStrCache>
                <c:ptCount val="10"/>
                <c:lvl>
                  <c:pt idx="0">
                    <c:v>0</c:v>
                  </c:pt>
                  <c:pt idx="1">
                    <c:v>1</c:v>
                  </c:pt>
                  <c:pt idx="2">
                    <c:v>2</c:v>
                  </c:pt>
                  <c:pt idx="3">
                    <c:v>3</c:v>
                  </c:pt>
                  <c:pt idx="4">
                    <c:v>4</c:v>
                  </c:pt>
                  <c:pt idx="5">
                    <c:v>5</c:v>
                  </c:pt>
                  <c:pt idx="6">
                    <c:v>6</c:v>
                  </c:pt>
                  <c:pt idx="7">
                    <c:v>7</c:v>
                  </c:pt>
                  <c:pt idx="8">
                    <c:v>8</c:v>
                  </c:pt>
                  <c:pt idx="9">
                    <c:v>9</c:v>
                  </c:pt>
                </c:lvl>
              </c:multiLvlStrCache>
            </c:multiLvlStrRef>
          </c:cat>
          <c:val>
            <c:numRef>
              <c:f>Sheet1!$B$2:$B$11</c:f>
              <c:numCache>
                <c:formatCode>General</c:formatCode>
                <c:ptCount val="10"/>
                <c:pt idx="0">
                  <c:v>0.039</c:v>
                </c:pt>
                <c:pt idx="1">
                  <c:v>0.137</c:v>
                </c:pt>
                <c:pt idx="2">
                  <c:v>0.229</c:v>
                </c:pt>
                <c:pt idx="3">
                  <c:v>0.243</c:v>
                </c:pt>
                <c:pt idx="4">
                  <c:v>0.182</c:v>
                </c:pt>
                <c:pt idx="5">
                  <c:v>0.103</c:v>
                </c:pt>
                <c:pt idx="6">
                  <c:v>0.045</c:v>
                </c:pt>
                <c:pt idx="7">
                  <c:v>0.016</c:v>
                </c:pt>
                <c:pt idx="8">
                  <c:v>0.005</c:v>
                </c:pt>
                <c:pt idx="9">
                  <c:v>0.001</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Vaciados postergados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DISCRETA_UNIFORME 0 / 3</a:t>
            </a:r>
          </a:p>
        </c:rich>
      </c:tx>
      <c:layout/>
      <c:overlay val="0"/>
    </c:title>
    <c:autoTitleDeleted val="0"/>
    <c:plotArea>
      <c:layout/>
      <c:barChart>
        <c:barDir val="col"/>
        <c:grouping val="clustered"/>
        <c:varyColors val="0"/>
        <c:ser>
          <c:idx val="0"/>
          <c:order val="0"/>
          <c:tx>
            <c:strRef>
              <c:f>Sheet1!$B$1</c:f>
              <c:strCache>
                <c:ptCount val="1"/>
                <c:pt idx="0">
                  <c:v>Probabilidad</c:v>
                </c:pt>
              </c:strCache>
            </c:strRef>
          </c:tx>
          <c:spPr>
            <a:solidFill>
              <a:srgbClr val="0068FF"/>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Sheet1!$A$2:$A$5</c:f>
              <c:multiLvlStrCache>
                <c:ptCount val="4"/>
                <c:lvl>
                  <c:pt idx="0">
                    <c:v>0</c:v>
                  </c:pt>
                  <c:pt idx="1">
                    <c:v>1</c:v>
                  </c:pt>
                  <c:pt idx="2">
                    <c:v>2</c:v>
                  </c:pt>
                  <c:pt idx="3">
                    <c:v>3</c:v>
                  </c:pt>
                </c:lvl>
              </c:multiLvlStrCache>
            </c:multiLvlStrRef>
          </c:cat>
          <c:val>
            <c:numRef>
              <c:f>Sheet1!$B$2:$B$5</c:f>
              <c:numCache>
                <c:formatCode>General</c:formatCode>
                <c:ptCount val="4"/>
                <c:pt idx="0">
                  <c:v>0.25</c:v>
                </c:pt>
                <c:pt idx="1">
                  <c:v>0.25</c:v>
                </c:pt>
                <c:pt idx="2">
                  <c:v>0.25</c:v>
                </c:pt>
                <c:pt idx="3">
                  <c:v>0.25</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Días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DISCRETA: penalidad por escenarios</a:t>
            </a:r>
          </a:p>
        </c:rich>
      </c:tx>
      <c:layout/>
      <c:overlay val="0"/>
    </c:title>
    <c:autoTitleDeleted val="0"/>
    <c:plotArea>
      <c:layout/>
      <c:barChart>
        <c:barDir val="col"/>
        <c:grouping val="clustered"/>
        <c:varyColors val="0"/>
        <c:ser>
          <c:idx val="0"/>
          <c:order val="0"/>
          <c:tx>
            <c:strRef>
              <c:f>Sheet1!$B$1</c:f>
              <c:strCache>
                <c:ptCount val="1"/>
                <c:pt idx="0">
                  <c:v>Probabilidad</c:v>
                </c:pt>
              </c:strCache>
            </c:strRef>
          </c:tx>
          <c:spPr>
            <a:solidFill>
              <a:srgbClr val="FF6600"/>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Sheet1!$A$2:$A$4</c:f>
              <c:multiLvlStrCache>
                <c:ptCount val="3"/>
                <c:lvl>
                  <c:pt idx="0">
                    <c:v>S/ 0</c:v>
                  </c:pt>
                  <c:pt idx="1">
                    <c:v>S/ 150 000</c:v>
                  </c:pt>
                  <c:pt idx="2">
                    <c:v>S/ 400 000</c:v>
                  </c:pt>
                </c:lvl>
              </c:multiLvlStrCache>
            </c:multiLvlStrRef>
          </c:cat>
          <c:val>
            <c:numRef>
              <c:f>Sheet1!$B$2:$B$4</c:f>
              <c:numCache>
                <c:formatCode>General</c:formatCode>
                <c:ptCount val="3"/>
                <c:pt idx="0">
                  <c:v>0.6</c:v>
                </c:pt>
                <c:pt idx="1">
                  <c:v>0.3</c:v>
                </c:pt>
                <c:pt idx="2">
                  <c:v>0.1</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Escenario</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Curva S — costo</a:t>
            </a:r>
          </a:p>
        </c:rich>
      </c:tx>
      <c:layout/>
      <c:overlay val="0"/>
    </c:title>
    <c:autoTitleDeleted val="0"/>
    <c:plotArea>
      <c:layout/>
      <c:scatterChart>
        <c:scatterStyle val="lineMarker"/>
        <c:varyColors val="0"/>
        <c:ser>
          <c:idx val="0"/>
          <c:order val="0"/>
          <c:tx>
            <c:strRef>
              <c:f>Sheet1!$B$1</c:f>
              <c:strCache>
                <c:ptCount val="1"/>
                <c:pt idx="0">
                  <c:v>Costo</c:v>
                </c:pt>
              </c:strCache>
            </c:strRef>
          </c:tx>
          <c:spPr>
            <a:solidFill>
              <a:srgbClr val="FF6600"/>
            </a:solidFill>
            <a:ln w="38100" cap="flat">
              <a:solidFill>
                <a:srgbClr val="FF6600"/>
              </a:solidFill>
              <a:prstDash val="solid"/>
              <a:round/>
            </a:ln>
            <a:effectLst/>
          </c:spPr>
          <c:marker>
            <c:symbol val="none"/>
            <c:size val="6"/>
            <c:spPr>
              <a:solidFill>
                <a:srgbClr val="FF6600"/>
              </a:solidFill>
              <a:ln w="9525" cap="flat">
                <a:solidFill>
                  <a:srgbClr val="FF6600"/>
                </a:solidFill>
                <a:prstDash val="solid"/>
                <a:round/>
              </a:ln>
              <a:effectLst/>
            </c:spPr>
          </c:marker>
          <c:xVal>
            <c:numRef>
              <c:f>Sheet1!$A$2:$A$22</c:f>
              <c:numCache>
                <c:formatCode>General</c:formatCode>
                <c:ptCount val="21"/>
                <c:pt idx="0">
                  <c:v>1.09751</c:v>
                </c:pt>
                <c:pt idx="1">
                  <c:v>7.06905</c:v>
                </c:pt>
                <c:pt idx="2">
                  <c:v>8.72795</c:v>
                </c:pt>
                <c:pt idx="3">
                  <c:v>9.90703</c:v>
                </c:pt>
                <c:pt idx="4">
                  <c:v>10.94147</c:v>
                </c:pt>
                <c:pt idx="5">
                  <c:v>11.90858</c:v>
                </c:pt>
                <c:pt idx="6">
                  <c:v>12.75293</c:v>
                </c:pt>
                <c:pt idx="7">
                  <c:v>13.5416</c:v>
                </c:pt>
                <c:pt idx="8">
                  <c:v>14.38144</c:v>
                </c:pt>
                <c:pt idx="9">
                  <c:v>15.16327</c:v>
                </c:pt>
                <c:pt idx="10">
                  <c:v>15.93995</c:v>
                </c:pt>
                <c:pt idx="11">
                  <c:v>16.72479</c:v>
                </c:pt>
                <c:pt idx="12">
                  <c:v>17.51753</c:v>
                </c:pt>
                <c:pt idx="13">
                  <c:v>18.38398</c:v>
                </c:pt>
                <c:pt idx="14">
                  <c:v>19.38936</c:v>
                </c:pt>
                <c:pt idx="15">
                  <c:v>20.39238</c:v>
                </c:pt>
                <c:pt idx="16">
                  <c:v>21.61841</c:v>
                </c:pt>
                <c:pt idx="17">
                  <c:v>22.96647</c:v>
                </c:pt>
                <c:pt idx="18">
                  <c:v>24.74191</c:v>
                </c:pt>
                <c:pt idx="19">
                  <c:v>27.41115</c:v>
                </c:pt>
                <c:pt idx="20">
                  <c:v>40.9732</c:v>
                </c:pt>
              </c:numCache>
            </c:numRef>
          </c:xVal>
          <c:yVal>
            <c:numRef>
              <c:f>Sheet1!$B$2:$B$22</c:f>
              <c:numCache>
                <c:formatCode>General</c:formatCode>
                <c:ptCount val="2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5"/>
          <c:min val="0"/>
        </c:scaling>
        <c:delete val="0"/>
        <c:axPos val="b"/>
        <c:title>
          <c:tx>
            <c:rich>
              <a:bodyPr/>
              <a:lstStyle/>
              <a:p>
                <a:pPr>
                  <a:defRPr sz="1100" b="0" i="0" u="none" strike="noStrike">
                    <a:solidFill>
                      <a:srgbClr val="333333"/>
                    </a:solidFill>
                    <a:latin typeface="Arial"/>
                  </a:defRPr>
                </a:pPr>
                <a:r>
                  <a:rPr sz="1100" b="0" i="0" u="none" strike="noStrike">
                    <a:solidFill>
                      <a:srgbClr val="333333"/>
                    </a:solidFill>
                    <a:latin typeface="Arial"/>
                  </a:rPr>
                  <a:t>Impacto total de los riesgos en costo (millones de 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noMultiLvlLbl val="1"/>
        <c:majorUnit val="5"/>
      </c:valAx>
      <c:valAx>
        <c:axId val="2094734552"/>
        <c:scaling>
          <c:orientation val="minMax"/>
          <c:max val="100"/>
          <c:min val="0"/>
        </c:scaling>
        <c:delete val="0"/>
        <c:axPos val="l"/>
        <c:majorGridlines>
          <c:spPr>
            <a:ln w="6350" cap="flat">
              <a:solidFill>
                <a:srgbClr val="E0E0E0"/>
              </a:solidFill>
              <a:prstDash val="solid"/>
              <a:round/>
            </a:ln>
          </c:spPr>
        </c:majorGridlines>
        <c:title>
          <c:tx>
            <c:rich>
              <a:bodyPr/>
              <a:lstStyle/>
              <a:p>
                <a:pPr>
                  <a:defRPr sz="1100" b="0" i="0" u="none" strike="noStrike">
                    <a:solidFill>
                      <a:srgbClr val="333333"/>
                    </a:solidFill>
                    <a:latin typeface="Arial"/>
                  </a:defRPr>
                </a:pPr>
                <a:r>
                  <a:rPr sz="1100" b="0" i="0" u="none" strike="noStrike">
                    <a:solidFill>
                      <a:srgbClr val="333333"/>
                    </a:solidFill>
                    <a:latin typeface="Arial"/>
                  </a:rPr>
                  <a:t>% acumulado</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4"/>
        <c:crosses val="autoZero"/>
        <c:crossBetween val="midCat"/>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En esta guía vamos a aprender a usar la herramienta de simulación Montecarlo para el análisis cuantitativo de riesgos del proyecto. La herramienta es un libro de Excel con una macro incluida, y permite estimar la contingencia de costo, de plazo y de horas hombre de ingeniería a partir del registro de riesgos. Pondremos especial atención en la parte conceptual, que es la más difícil: qué es una distribución de probabilidad, cómo se elige la adecuada para cada riesgo y qué número va en cada casilla.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terminar, usted podrá hacer seis cosas. Primero, entender qué es una distribución y por qué es mejor que un número fijo. Segundo, elegir la distribución adecuada para cada impacto. Tercero, llenar correctamente la probabilidad y los parámetros pe uno a pe cuatro de las veinte distribuciones disponibles. Cuarto, validar y correr la simulación. Quinto, interpretar la curva S, el tornado y la tabla de reservas. Y sexto, evaluar si las respuestas a los riesgos valen lo que cuestan. No se necesita formación previa en estadística: cada concepto se explica con ejemplos de obra.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tiene siete partes. Empezamos con los conceptos de riesgo que usa la herramienta. Luego recorremos el libro de Excel y sus columnas. Las partes tres, cuatro y cinco, marcadas en ámbar, son el núcleo: la idea de distribución, cómo elegirla, y una lámina dedicada a cada una de las veinte distribuciones. Después vemos casos especiales, como oportunidades, respuestas y correlación. Y cerramos con la ejecución de la macro y la interpretación de los resultados, incluida la contingencia.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simular y no simplemente sumar? Hay tres prácticas comunes con problemas. El porcentaje fijo, por ejemplo diez por ciento, no se relaciona con los riesgos reales y es difícil de defender. La suma de peores casos supone que todos los riesgos ocurren a la vez y en su peor versión, lo que da una cifra exagerada. Y la suma de valores esperados da el promedio, pero no dice cuánto margen se necesita para estar cubiertos con cierta seguridad. La simulación combina los riesgos como ocurren en la realidad y entrega la probabilidad de no superar cada monto.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uno: conceptos de riesgo. Repasamos el vocabulario del estándar del PMI que usa la herramienta: amenazas y oportunidades, las dos reservas, el valor monetario esperado y la idea de la simulación Montecarlo.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Según el PMI, un riesgo es un evento o condición incierta que, si ocurre, afecta al menos un objetivo del proyecto. Puede ser una amenaza, que aumenta el costo o el plazo, o una oportunidad, que los reduce. Además, conviene distinguir el riesgo individual, que es cada fila del registro, del riesgo general del proyecto, que es el efecto combinado de toda la incertidumbre. La simulación mide precisamente ese riesgo general: su resultado principal es la curva S del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presupuesto se construye por capas. Abajo está la línea base, que es el costo y el plazo del contrato sin considerar riesgos. Encima va la reserva para contingencias, que cubre los riesgos identificados en el registro. Esta es la que calcula la simulación, normalmente como el percentil ochenta del impacto total. Y arriba va la reserva de gestión, para lo no previsto, que no se simula porque por definición no conocemos esos riesgos: se fija como un porcentaje de la base. La suma de las tres capas es el presupuesto recomendado.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valor monetario esperado, o VME, es la probabilidad por el impacto medio. Por ejemplo, si la demora de aprobaciones tiene cincuenta y cinco por ciento de probabilidad y un impacto medio de unos seiscientos sesenta y siete mil soles, su VME es de unos trescientos sesenta y siete mil soles. En las oportunidades el VME es negativo, porque reduce el total. El VME sirve para ordenar riesgos y para comprobar la simulación, pero no dice cuánto margen hace falta: es un promedio, y el proyecto lo supera en muchos casos. Por eso la contingencia se lee en la curva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simulación Montecarlo consiste en jugar el proyecto miles de veces. En cada iteración, la computadora sortea qué riesgos ocurren y cuánto impactan, según las estimaciones del registro. Con diez mil iteraciones obtenemos diez mil totales posibles, y su distribución es el resultado. La precisión mejora con la raíz cuadrada del número de iteraciones: para reducir el error a la mitad se necesitan cuatro veces más iteraciones. El gráfico muestra cómo el error baja rápidamente al principio y luego cada vez más lento. La macro usa un generador de números aleatorios de alta calidad y una semilla, de modo que con la misma semilla el resultado es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dos: la herramienta. Veamos cómo está organizado el libro de Excel y qué información va en cada columna.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tiene seis pasos. Usted registra los riesgos y describe cada impacto con una distribución. Luego la macro valida los datos, juega diez mil escenarios, escribe los resultados y calcula la contingencia al nivel elegido. Su trabajo está en los dos primeros pasos y en la lectura final. Y es importante saber que la calidad del resultado depende casi por completo de esos dos primeros pasos: la macro calcula bien, pero no puede corregir una estimación mal planteada.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libro tiene once hojas. INICIO explica el propósito y los pasos. GUIA es la ayuda sobre distribuciones para no especialistas. PARAMETROS, en ámbar, es la única hoja donde se ingresan datos. Las demás las escribe la macro: RESULTADOS con las reservas, CURVA S, TORNADO, RANGOS, la matriz de probabilidad e impacto, COMPARACION de antes y después, el detalle de la SIMULACION y la hoja TEORIA con toda la base conceptual y la bibliografía.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parte superior de PARAMETROS hay seis celdas de configuración. El costo base y el plazo base vienen con valores supuestos de doscientos millones de soles y setecientos treinta días: deben reemplazarse por los del contrato. Las iteraciones, por defecto diez mil, controlan la precisión. La semilla permite repetir exactamente los mismos resultados; si se deja vacía, cada corrida será distinta. El nivel de confianza, ochenta por ciento por defecto, define la reserva para contingencias y es una decisión de la empresa. Y la reserva de gestión es un porcentaje de la base para lo no previsto.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de dimensiones define los tipos de impacto. Vienen cuatro: costo en soles, plazo en días, e ingeniería de diseño e ingeniería de campo en horas hombre. Cada dimensión tiene sus propias columnas en el registro de riesgos. Es importante entender que las dimensiones no se suman entre sí: cada una tiene su propia curva S y su propia reserva, en su propia unidad. Si necesita otra dimensión, como calidad o seguridad, el botón agregar dimensión la crea con todas sus columnas, sin tocar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primeras columnas del registro identifican el riesgo: su código, su nombre con la causa, el tipo, la categoría, la causa, el dueño, la estrategia de respuesta y el estado. De ellas, solo dos entran al cálculo. TIPO, porque las oportunidades restan del total. Y ACTIVO, porque las filas con ACTIVO igual a NO se ignoran. Los treinta y dos riesgos del proyecto tienen estado estimado por validar: sus números son preliminares y deben revisarse con cada dueño.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columnas de cuantificación son el corazón del modelo. PROBABILIDAD es un número entre cero y uno. Luego, para cada dimensión, hay un bloque de columnas: DIST, con el nombre de la distribución elegida de un menú de veinte; pe uno a pe cuatro, con sus parámetros; y AYUDA, que se llena sola y dice qué va en cada parámetro. Si la distribución de una dimensión se deja vacía, el riesgo no afecta esa dimensión. Al final hay columnas para correlación y para evaluar respuestas, que veremos en la parte seis.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tres: la idea de distribución. Esta es la parte más importante y también la más difícil de entender, así que iremos paso a paso, siempre con ejemplos de obra.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con la idea central. Tradicionalmente decimos: el sobrecosto será de seiscientos mil soles. Es un solo número, que no dice qué tan seguros estamos ni cuánto podría costar si las cosas salen mal. Una distribución describe lo que no sabemos: qué valores son posibles y cuáles son más probables. Con tres números, mínimo doscientos mil, más probable seiscientos mil y máximo un millón cuatrocientos mil, describimos todo el rango. La altura de la curva indica qué tan frecuente es cada valor: cerca de seiscientos mil es frecuente, y cerca del máximo es raro, pero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representa una distribución? Representa nuestro conocimiento. Si sabemos poco, el rango es ancho; si sabemos mucho, es estrecho. Ambos son válidos si son honestos. En el gráfico, la curva azul describe un retraso sobre el que sabemos poco, entre diez y cincuenta y cinco días, y la naranja uno que conocemos bien, entre veinte y treinta y dos días. La distribución se puede actualizar cuando llega información nueva, y se puede defender, porque cada número tiene una fuente que se anota en la columna de notas.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riesgo responde dos preguntas distintas, y van en columnas distintas. La primera: ¿ocurre o no ocurre? Va en la columna probabilidad, como un número entre cero y uno. La segunda: si ocurre, ¿cuánto impacta? Va en la distribución de cada dimensión, y describe el impacto completo, suponiendo que el riesgo ya ocurrió. El error más común es multiplicar la probabilidad por el impacto al ingresar los datos. No lo haga: la macro ya lo hace en cada escenario. Si usted lo multiplica, el riesgo quedaría contado dos veces a la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estimamos la probabilidad? Se puede partir de una escala verbal: muy improbable, entre cinco y diez por ciento; poco probable, hasta treinta; tan probable como no, hasta cincuenta; probable, hasta setenta; y casi seguro, por encima. Si hay datos históricos, úselos: si ocurrió en tres de diez obras similares, la probabilidad es cero coma tres. No ponga cero; si el riesgo no existe, desactívelo. Y si la probabilidad supera cincuenta por ciento, la macro lo advierte: conviene incluir el evento en la línea base. Recuerde que la probabilidad es una sola por riesgo, para todas sus dimensiones.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qué hace la macro en cada escenario, con el riesgo R cero cinco, que tiene probabilidad cero coma cuarenta y cinco. En cada iteración sortea un número entre cero y uno. Si sale menor que cero coma cuarenta y cinco, el riesgo ocurre, y entonces saca un valor de cada una de sus distribuciones: costo, plazo y horas hombre. Si el sorteo sale mayor, el riesgo no ocurre y aporta cero. Luego suma todos los riesgos para obtener el total de esa iteración. Como resultado, en unas cuatro mil quinientas de las diez mil iteraciones el riesgo ocurre, y en las demás aporta 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punto clave: si el riesgo ocurre, impacta a la vez en todas las dimensiones donde tiene distribución. R cero cinco tiene distribución en costo, plazo e ingeniería de diseño, y la de ingeniería de campo está vacía, así que no la afecta. Como la ocurrencia es un solo sorteo, la macro nunca produce un escenario donde el riesgo cueste dinero pero no retrase la obra. Lo que sí se sortea por separado es el valor dentro de cada dimensión: puede salir un costo alto con un retraso moderado, por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la macro suma los treinta y dos riesgos en cada iteración, obtiene diez mil totales. El histograma muestra cuántas iteraciones cayeron en cada rango. El centro está cerca de dieciséis millones de soles, que es lo más frecuente. Casi nunca sale cero, porque algún riesgo casi siempre ocurre, y casi nunca pasa de treinta y cinco millones, porque tendrían que ocurrir casi todos en su peor versión. Fíjese que la suma de los máximos de todos los riesgos sería mucho mayor: por eso no se suman peores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dos formas de leer una distribución. La primera es la densidad. La curva muestra dónde se concentran los valores. La cima es la moda, el valor más frecuente, aquí seiscientos mil soles. La cola derecha son los valores altos, poco frecuentes pero posibles. Y un concepto importante: el área bajo la curva entre dos puntos es la probabilidad de ese tramo. Por ejemplo, entre cuatrocientos mil y ochocientos mil cae más de la mitad de los casos. La altura por sí sola no es una probabilidad; lo es el área.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segunda forma de leer una distribución es la curva acumulada, también llamada curva S. Para cada valor, indica qué porcentaje de los casos queda por debajo. De ahí salen los percentiles. El percentil diez es el valor que solo el diez por ciento de los casos no alcanza. El percentil cincuenta, o mediana, deja la mitad de cada lado. Y el percentil ochenta es el valor que no se supera en el ochenta por ciento de los casos. Esta es exactamente la lectura que usaremos para la contingencia, pero sobre la curva S del total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valores que se confunden a menudo. El mínimo es lo mejor razonable, no lo imposible. La moda es el valor más frecuente, la cima de la curva, aquí veinte días. La mediana deja la mitad de los casos de cada lado. La media es el promedio. Cuando la distribución tiene una cola hacia la derecha, como casi todos los sobrecostos y retrasos, la media es mayor que la moda: aquí veintidós coma cinco días frente a veinte. Y el máximo es lo peor razonable. En las distribuciones de tres puntos, el experto da la moda, no la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elegir una distribución, en realidad elegimos tres rasgos de su forma. El centro, que es el valor típico. El ancho, que es la cantidad de incertidumbre, y que determina en buena parte cuánta contingencia hará falta. Y el sesgo, que indica hacia dónde se extiende la cola. En obra, los impactos casi siempre tienen sesgo a la derecha: cuando las cosas salen mal, cuestan mucho más de lo que se ahorra cuando salen bien. Por eso las distribuciones asimétricas, como PERT, son tan usadas.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cuatro: cómo elegir la distribución. La regla principal es sencilla: se elige según lo que sabemos del impacto, no según lo que suena más técnico.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principio es elegir según la información disponible. Si la fuente es el juicio de un experto, que es lo más común en obra, se usan distribuciones que el experto pueda describir con palabras: tres puntos con PERT, TRIANGULAR o TRIGEN; un rango con UNIFORME; escenarios con DISCRETA; o un valor fijo con CONSTANTE. Si hay datos históricos, se pueden usar distribuciones que se ajustan a datos, como normal, lognormal o gamma. Y la regla práctica: si duda, use PERT. Es robusta, fácil de explicar y es la que recomienda la bibliografía.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árbol de decisión resume la elección. Pregúntese qué sabe del impacto. Si el valor es seguro, use constante. Si solo conoce un rango, uniforme. Si conoce mínimo, más probable y máximo, PERT o triangular. Si el experto habla de valores que rara vez se superan, TRIGEN. Si hay pocos escenarios con probabilidad conocida, discreta. Las cinco primeras, en ámbar, cubren el juicio experto. Las de abajo, en negro, se usan con datos o en casos particulares: simétricas, sesgadas, tiempos entre eventos, conteos y colas extremas.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palabras que usa el experto ya indican la distribución. Si dice fija, es constante. Si dice cualquiera dentro de un rango, uniforme. Si dice normalmente, o lo típico, está dando la moda: PERT. Si dice rara vez, está dando percentiles, no extremos absolutos: TRIGEN. Si habla de escenarios con porcentajes, discreta. Si cuenta eventos, Poisson. Si da un promedio con más o menos, normal. Y si dice que está muy seguro del valor típico, PERT modificada con un gamma alto. Escuche con atención y anote las palabras exactas en notas.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obtener los tres puntos, pregunte en este orden. Primero el mínimo razonable: si todo sale bien, ¿cuánto sería el impacto? Segundo el máximo razonable: si todo sale mal, sin catástrofes absurdas. Y recién tercero el valor más probable. Se pregunta primero por los extremos para evitar el anclaje: si el experto dice primero el valor típico, luego tiende a dar extremos demasiado cercanos a él. Después pregunte la probabilidad, y por último qué otros riesgos se moverían junto con este, lo que nos servirá para la correlación.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Incluso los expertos tienen sesgos. El más importante es el exceso de confianza: dan rangos demasiado estrechos. Para contrarrestarlo, pida un caso real en que se superó el máximo; si existe, amplíe el rango o use TRIGEN. El anclaje se evita preguntando primero los extremos. La disponibilidad hace sobrevalorar lo reciente, así que contraste con varias obras. El optimismo se reduce consultando a más de una persona. Y cuide dos errores prácticos: confundir la moda con el peor caso, y contar dos veces el mismo impacto.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hay datos históricos, digamos quince o más observaciones de obras comparables, se puede ajustar una distribución. Primero reúna los datos en la misma unidad y actualizados. Segundo, haga un histograma para ver la forma: si es simétrico, si tiene cola a la derecha, si hay extremos aislados. Tercero, calcule los parámetros: promedio y desviación estándar para la normal o la lognormal, o forma y escala para la gamma. Cuarto, compare los extremos de la distribución con los observados. Y quinto, documente. Con pocos datos, es mejor usar PERT con criterio experto.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cinco: las veinte distribuciones. Dedicamos una lámina a cada una. En cada lámina verá cuándo usarla, qué va en cada parámetro, un ejemplo de obra con su lectura, y los cuidados que hay que 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mapa agrupa las veinte distribuciones en siete familias. Las simples: constante, uniforme, discreta y discreta uniforme. Las de tres puntos: triangular, PERT y TRIGEN, que son las más usadas. Las de control de forma: PERT modificada y beta general. Las simétricas: normal, normal truncada y logística. Las sesgadas positivas: lognormal, gamma, Weibull y exponencial. Las de extremos: Gumbel y Pareto. Y las de conteo: Poisson y binomial. Veamos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distribución constante es la más simple. Se usa cuando el impacto es un valor conocido con certeza si el riesgo ocurre, como una multa fija por incumplir un hito. Solo lleva un parámetro, pe uno, el valor. Toda la incertidumbre está en si el riesgo ocurre o no. Por ejemplo, una multa de doscientos cincuenta mil soles con probabilidad de treinta por ciento aporta doscientos cincuenta mil en el treinta por ciento de las iteraciones, y cero en las demás. Cuidado: si el monto depende de algo variable, como los días de atraso, ya no es constante.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distribución uniforme asigna la misma probabilidad a todos los valores entre un mínimo y un máximo. Se usa cuando solo conocemos un rango y no hay un valor más probable. Lleva dos parámetros: pe uno, el mínimo, y pe dos, el máximo. Por ejemplo, la demora de un permiso municipal entre diez y cuarenta días: la media es veinticinco días y el percentil ochenta, treinta y cuatro. Cuidado: si el experto sí tiene una idea del valor típico, use PERT, porque la uniforme da mucho peso a los extremos y suele inflar la contingencia.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distribución triangular une el mínimo, el valor más probable y el máximo con líneas rectas. Es sencilla y fácil de explicar. Lleva tres parámetros: mínimo, moda y máximo. Por ejemplo, el retraso en la aprobación de submittals con diez, veinte y cuarenta y cinco días. Su media es la suma de los tres dividida entre tres: veinticinco días, y su percentil ochenta es de unos treinta y un días. Cuidado: la triangular da bastante peso a los extremos, así que su media sube más que la de PERT cuando la cola es larga. Y siempre debe cumplirse que el mínimo sea menor o igual que la moda, y la moda menor o igual que el máximo.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 es la distribución recomendada. Usa los mismos tres puntos que la triangular, pero con una curva suave que concentra más peso cerca del valor más probable. Es la opción por defecto para cualquier impacto de costo, plazo u horas hombre estimado por un experto. Por ejemplo, un sobrecosto por reprocesos con mínimo ochocientos mil soles, más probable dos millones y medio, y máximo seis millones. Su media se calcula como el mínimo más cuatro veces la moda más el máximo, todo dividido entre seis: dos coma ocho millones. Recuerde: la moda es lo más frecuente, no el peor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Comparemos la triangular y PERT con los mismos datos: diez, veinte y cuarenta y cinco días. La curva azul, triangular, tiene más área en los extremos; la naranja, PERT, se concentra cerca de la moda. Por eso, con los mismos tres números, la triangular da una media y un percentil ochenta mayores: es más conservadora. PERT refleja mejor que los extremos son raros. Lo importante es elegir una y usarla de forma consistente en todo el registro, y nunca cambiarla para ajustar el resultado a lo que uno quiere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TRIGEN es una triangular que se construye con valores que rara vez se superan, en lugar de extremos absolutos. Es muy útil porque corrige el exceso de confianza del experto. Lleva cuatro parámetros: el valor bajo, la moda, el valor alto, y en pe cuatro el porcentaje de casos que queda en cada cola, típicamente diez. Por ejemplo: rara vez menos de diez días, lo normal quince, rara vez más de treinta y cinco. La macro calcula los extremos reales, que resultan más amplios, como muestra la curva naranja frente a la gris. Cuidado: si el mínimo calculado sale negativo y el impacto no puede serlo, reduzca el porcentaje o use 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PERT modificada agrega un cuarto parámetro, gamma, que controla cuánto se concentran los valores alrededor de la moda. Con gamma igual a cuatro es idéntica a PERT. Con gamma alto, por ejemplo ocho, la curva se vuelve más puntiaguda: el experto está muy seguro del valor típico. Con gamma bajo, por ejemplo dos, se aplana: está poco seguro. Los extremos no cambian. En el ejemplo, con gamma ocho el percentil ochenta baja, y con gamma dos sube. Si no hay una razón clara, deje gamma igual a cuatro.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beta general es una forma muy flexible entre un mínimo y un máximo, definida por dos parámetros de forma, alfa y beta. Si alfa es menor que beta, la cola va hacia la derecha; si es mayor, hacia la izquierda; si son iguales, es simétrica. Lleva cuatro parámetros: alfa, beta, mínimo y máximo. Se usa cuando hay datos históricos acotados, como el porcentaje de desperdicio de concreto, y se ajustan alfa y beta con una herramienta estadística. Sin datos, es mejor PERT, que en realidad es una beta cuyos alfa y beta se calculan a partir de los tres puntos.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distribución normal es la conocida campana. Describe una variación simétrica alrededor de un promedio, y admite valores negativos. Lleva dos parámetros: la media y la desviación estándar. Una regla útil: el sesenta y ocho por ciento de los casos cae a una desviación de la media, y el noventa y cinco por ciento a dos desviaciones. Por ejemplo, la variación del precio del acero con media cincuenta mil soles y desviación veinticinco mil. Cuidado: si un valor negativo no tiene sentido, como en días u horas hombre, use la normal truncada o una distribución sesgada 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normal truncada es una normal recortada entre un mínimo y un máximo. Los valores fuera del rango no pueden salir. Lleva cuatro parámetros: media y desviación antes del recorte, mínimo y máximo. Se usa cuando hay límites físicos o contractuales. Por ejemplo, el reajuste de precios de un subcontrato de doce millones con un tope contractual de más o menos cinco por ciento: el impacto nunca supera seiscientos mil soles en ninguna dirección. Cuidado: si el recorte es asimétrico, la media real cambia respecto del parámetro pe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distribución logística se parece a la normal: es simétrica alrededor de la media, pero tiene colas algo más pesadas, es decir, los extremos son un poco más frecuentes. Lleva dos parámetros: la media y la escala. Cuidado: la escala no es la desviación estándar; la desviación es la escala multiplicada por uno coma ochenta y uno. Se usa con datos simétricos donde se observan más extremos de los que la normal predice, por ejemplo la productividad diaria de las cuadrillas.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lognormal nunca es negativa y tiene una cola larga hacia la derecha. Es típica de costos y duraciones reales, donde unos pocos casos son mucho mayores que el resto. Lleva dos parámetros: la media y la desviación estándar de los valores reales, no de su logaritmo. Por ejemplo, la reparación de fisuras en viviendas vecinas con media ciento veinte mil soles y desviación noventa mil. Fíjese que la moda, la mediana y la media son muy distintas: la mayoría de los casos son moderados, pero algunos son muy caros.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gamma es positiva y sesgada a la derecha. Su forma cambia con el parámetro forma: con forma uno es una exponencial, y con forma alta se parece a una normal. Lleva dos parámetros: forma y escala. La media es forma por escala. Por ejemplo, horas hombre de rediseño con forma tres y escala cien: media de trescientas horas hombre. En el gráfico, las tres curvas tienen la misma media pero distinta forma. Si tiene datos, la forma es la media al cuadrado dividida entre la varianza, y la escala es la varianza dividida entre la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exponencial describe situaciones con muchos valores pequeños y pocos grandes; el valor más probable está cerca de cero. Lleva un solo parámetro, y es muy importante: en esta herramienta pe uno es la media, no la tasa. En otros programas se pide la tasa, que es uno dividido entre la media, así que no las confunda. Por ejemplo, días de paralización por un evento aleatorio con media diez días: la mediana es de unos siete días, pero el percentil noventa llega a veintitrés. Su desviación es igual a su media, lo que indica una incertidumbre 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Weibull es la distribución clásica de tiempos de falla y duración de equipos. Lleva dos parámetros: forma k y escala lambda. La forma indica el tipo de falla: menor que uno significa fallas tempranas, como defectos de instalación; igual a uno es una exponencial; y mayor que uno indica desgaste. Por ejemplo, los días que una grúa torre queda fuera de servicio, con forma uno coma cinco y escala ocho: media de unos siete días y percentil ochenta de unos once. Se usa cuando hay datos de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Gumbel es la distribución del máximo de muchos eventos: por ejemplo, el peor aguacero del año o la crecida máxima de un río. Lleva dos parámetros: la ubicación, que es la moda, y la escala. Se usa cuando el impacto depende de un valor extremo. Por ejemplo, los días perdidos por la lluvia máxima de la temporada, con ubicación quince y escala seis: la moda es quince días, la media unos dieciocho y medio, y el percentil noventa casi veintinueve. Úsela solo si el impacto depende realmente de un máximo.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Pareto tiene colas muy pesadas: la mayoría de los casos están cerca del mínimo, pero unos pocos son enormes. Lleva dos parámetros: la forma, que debe ser mayor que uno, y el mínimo. Se usa para montos de reclamos de terceros, siniestros o litigios. Por ejemplo, un reclamo con mínimo cien mil soles y forma dos coma cinco: la mediana es de unos ciento treinta mil, pero el percentil noventa y nueve supera los seiscientos mil. Cuidado: con forma baja la dispersión es enorme y puede dominar la contingencia; úsela solo si ese comportamiento es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Poisson cuenta el número de eventos que ocurren en un periodo, cuando pueden ocurrir varias veces de forma independiente. Lleva un solo parámetro, la media. Por ejemplo, los días de lluvia fuerte que paralizan vaciados en una temporada, con media cuatro: el percentil ochenta es de seis días. Un cuidado importante: el valor sorteado es el impacto, en la unidad de la dimensión. La macro no multiplica el conteo por un costo. Así que úsela cuando la unidad sea el conteo, como días, y si cada evento cuesta una cantidad de soles, modele el costo total con 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binomial cuenta cuántos fracasos hay en un número conocido de intentos independientes, cada uno con la misma probabilidad. Lleva dos parámetros: n, el número de intentos, y p, la probabilidad de cada uno. Por ejemplo, veinte vaciados programados en temporada de lluvias, cada uno con quince por ciento de probabilidad de postergarse un día: la media es n por p, tres días, y el percentil ochenta, cuatro días. Como en la Poisson, el resultado es un conteo en la unidad de la dimensión.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discreta uniforme sortea un número entero entre un mínimo y un máximo, todos igual de probables. Lleva dos parámetros enteros: mínimo y máximo. Por ejemplo, los días adicionales de paro regional, que pueden ser cero, uno, dos o tres, cada uno con veinticinco por ciento de probabilidad. La media es uno coma cinco días. Si algunos valores son más probables que otros, use la discreta con sus propias probabilidades,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distribución discreta describe pocos escenarios posibles, cada uno con su probabilidad. Lleva dos parámetros de texto: en pe uno los valores separados por punto y coma, y en pe dos las probabilidades, en el mismo orden, también separadas por punto y coma. Deben sumar uno. Por ejemplo, una penalidad que, si el riesgo ocurre, puede no aplicarse, con sesenta por ciento; aplicarse parcialmente, ciento cincuenta mil soles, con treinta por ciento; o totalmente, cuatrocientos mil, con diez por ciento. La media es ochenta y cinco mil soles. Note que el cero aquí es un escenario adicional a la probabilidad del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seis: casos especiales al llenar el registro. Veremos cómo manejar varias dimensiones y sus unidades, las oportunidades, las respuestas y el riesgo residual, la correlación, y los errores más frecuentes.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dimensión se llena de forma independiente, en su propia unidad. El costo en soles, no en miles. El plazo en días calendario. Y la ingeniería de diseño y de campo en horas hombre, no en días hombre. Un riesgo puede usar distribuciones distintas en cada dimensión, por ejemplo PERT en costo y triangular en plazo. Y un cuidado importante: no duplicar. Si las horas hombre ya están valorizadas dentro del costo del riesgo, no las ingrese además como dinero en otra parte; las dimensiones de horas hombre sirven para medir la carga de trabajo de ingeniería.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oportunidades son riesgos con efecto positivo. Se ingresan con tipo igual a oportunidad, su probabilidad, y una distribución con parámetros positivos: el ahorro se escribe como un número positivo. La macro les aplica el signo negativo, de modo que restan del total en cada iteración en que ocurren. Por ejemplo, que el proveedor adelante la entrega del acero, con probabilidad de treinta por ciento y un ahorro de tres a diez días. Las oportunidades se marcan en verde en las hojas de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herramienta permite evaluar respuestas. Para cada riesgo se indica la estrategia, la probabilidad residual después de la respuesta, un factor que multiplica el impacto, por ejemplo cero coma cinco si el impacto baja a la mitad, y el costo de implementar la respuesta. La distribución no se reescribe: el factor la escala. La macro simula antes y después con los mismos números aleatorios, de modo que la diferencia se debe solo a la respuesta. Y la respuesta conviene si la reducción del percentil ochenta supera su costo; la hoja comparación muestra ese beneficio neto.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Algunos riesgos se mueven juntos porque comparten una causa. Por ejemplo, si la Supervisión es lenta, se demoran varias aprobaciones a la vez. Para reflejarlo, se pone el mismo nombre de grupo en la columna grupo de correlación, y la intensidad en rho grupo, entre cero y uno: cero coma tres es débil, cero coma cinco moderada y cero coma siete fuerte. La correlación no cambia la media, pero sube el percentil ochenta y el noventa. Ignorar una correlación real subestima la contingencia. La hoja resultados muestra la correlación objetivo y la lograda, que es algo menor porque en muchas iteraciones algún riesgo no ocurre.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errores más frecuentes. Meter la probabilidad dentro del impacto. Poner el peor caso como moda. Mezclar unidades, como soles con miles de soles. Duplicar impactos. Dar un orden incoherente entre mínimo, moda y máximo. Usar mal la probabilidad. Dar rangos demasiado estrechos por exceso de confianza. Y confundir parámetros, como la escala con la desviación en la logística, o la tasa con la media en la exponencial. La validación detecta los errores de forma, pero los de concepto dependen de quien llena el registro.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siete: ejecutar e interpretar. Veremos cómo validar y correr la simulación, y cómo leer los resultados para proponer una contingencia justificada.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ejecutar, abra el archivo y habilite las macros. En la hoja parámetros hay cuatro botones. Validar datos revisa el registro sin simular: marca en rojo los errores que impiden correr, como un parámetro faltante o un mínimo mayor que la moda, y en ámbar las advertencias, que permiten correr pero conviene revisar. Correr simulación valida, simula y escribe todas las hojas. Limpiar resultados borra las hojas de salida. Y agregar dimensión crea una nueva. Al terminar, un mensaje resume la corrida y muestra el percentil cincuenta y el ochenta de cada dimensión.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hoja resultados tiene un bloque por dimensión. En costo, con los datos de prueba, la media del impacto de los riesgos es de unos dieciséis millones de soles, muy parecida al valor monetario esperado total, lo que confirma que la simulación es coherente. La fila a es la reserva para contingencias al percentil ochenta: veintiún coma tres millones, el diez coma siete por ciento de la base. La fila b muestra la variante de Vose: presupuestar la media y un colchón de unos cinco millones por encima. La fila c es la reserva de gestión, y la d el presupuesto recomendado. Al final, la precisión indica si las iteraciones fueron suficientes.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curva S del costo muestra, para cada monto, la probabilidad de no superarlo. La contingencia se lee en el nivel elegido. Con ochenta por ciento, el percentil ochenta es de veintiún coma tres millones de soles. El percentil cincuenta es de quince coma siete, y el noventa de veinticuatro coma siete: pasar de ochenta a noventa por ciento de confianza cuesta unos tres coma tres millones más. Dos advertencias. No sume los percentiles ochenta de cada riesgo: la contingencia es el percentil ochenta del total. Y en plazo, la macro suma los retrasos de todos los riesgos, lo que es conservador: contrástelo con el cronograma.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demás hojas responden preguntas de gestión. El tornado ordena los riesgos según cuánto mueven el total: los primeros son donde conviene invertir en respuestas. Rangos muestra el aporte de cada riesgo con sus percentiles y su valor monetario esperado. La matriz de probabilidad e impacto ubica cada riesgo en una cuadrícula de cinco por cinco, útil para reportes cualitativos. Y comparación muestra las curvas S antes y después de las respuestas, cuánto baja el percentil ochenta y si el beneficio supera el costo de las respuestas.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Terminamos con un checklist antes de presentar resultados. Reemplace el costo y el plazo base por los del contrato. Revise cada estimación con su dueño y anote la fuente. Elija la distribución según lo que se sabe, con PERT por defecto. Separe la probabilidad del impacto, revise unidades y evite duplicados. Ingrese las oportunidades con parámetros positivos. Defina la correlación de los riesgos con causa común. Corrija los errores rojos y revise las advertencias. Y confirme que la precisión sea suficiente y que la contingencia se lea en el percentil del total.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chart" Target="/ppt/charts/chart10.xml"/><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a:t>
            </a:r>
            <a:endParaRPr lang="en-US" sz="1000" dirty="0"/>
          </a:p>
        </p:txBody>
      </p:sp>
      <p:sp>
        <p:nvSpPr>
          <p:cNvPr id="3" name="Text 1"/>
          <p:cNvSpPr txBox="1"/>
          <p:nvPr/>
        </p:nvSpPr>
        <p:spPr>
          <a:xfrm>
            <a:off x="548640" y="1280160"/>
            <a:ext cx="10058400" cy="365760"/>
          </a:xfrm>
          <a:prstGeom prst="rect">
            <a:avLst/>
          </a:prstGeom>
          <a:noFill/>
          <a:ln/>
        </p:spPr>
        <p:txBody>
          <a:bodyPr wrap="square" lIns="0" tIns="0" rIns="0" bIns="0" rtlCol="0" anchor="t"/>
          <a:lstStyle/>
          <a:p>
            <a:pPr indent="0" marL="0">
              <a:buNone/>
            </a:pPr>
            <a:r>
              <a:rPr lang="en-US" sz="1400" b="1" spc="300" kern="0" dirty="0">
                <a:solidFill>
                  <a:srgbClr val="FFA028"/>
                </a:solidFill>
                <a:latin typeface="Arial" pitchFamily="34" charset="0"/>
                <a:ea typeface="Arial" pitchFamily="34" charset="-122"/>
                <a:cs typeface="Arial" pitchFamily="34" charset="-120"/>
              </a:rPr>
              <a:t>ANÁLISIS CUANTITATIVO DE RIESGOS</a:t>
            </a:r>
            <a:endParaRPr lang="en-US" sz="1400" dirty="0"/>
          </a:p>
        </p:txBody>
      </p:sp>
      <p:sp>
        <p:nvSpPr>
          <p:cNvPr id="4" name="Text 2"/>
          <p:cNvSpPr txBox="1"/>
          <p:nvPr/>
        </p:nvSpPr>
        <p:spPr>
          <a:xfrm>
            <a:off x="548640" y="1737360"/>
            <a:ext cx="10972800" cy="9144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Simulación Montecarlo en Excel</a:t>
            </a:r>
            <a:endParaRPr lang="en-US" sz="4400" dirty="0"/>
          </a:p>
        </p:txBody>
      </p:sp>
      <p:sp>
        <p:nvSpPr>
          <p:cNvPr id="5" name="Text 3"/>
          <p:cNvSpPr txBox="1"/>
          <p:nvPr/>
        </p:nvSpPr>
        <p:spPr>
          <a:xfrm>
            <a:off x="548640" y="2697480"/>
            <a:ext cx="10058400" cy="457200"/>
          </a:xfrm>
          <a:prstGeom prst="rect">
            <a:avLst/>
          </a:prstGeom>
          <a:noFill/>
          <a:ln/>
        </p:spPr>
        <p:txBody>
          <a:bodyPr wrap="square" lIns="0" tIns="0" rIns="0" bIns="0" rtlCol="0" anchor="t"/>
          <a:lstStyle/>
          <a:p>
            <a:pPr indent="0" marL="0">
              <a:buNone/>
            </a:pPr>
            <a:r>
              <a:rPr lang="en-US" sz="2200" dirty="0">
                <a:solidFill>
                  <a:srgbClr val="EDEDED"/>
                </a:solidFill>
                <a:latin typeface="Arial" pitchFamily="34" charset="0"/>
                <a:ea typeface="Arial" pitchFamily="34" charset="-122"/>
                <a:cs typeface="Arial" pitchFamily="34" charset="-120"/>
              </a:rPr>
              <a:t>Guía extendida de uso de la macro MonteCarlo_Riesgos.xlsm</a:t>
            </a:r>
            <a:endParaRPr lang="en-US" sz="2200" dirty="0"/>
          </a:p>
        </p:txBody>
      </p:sp>
      <p:sp>
        <p:nvSpPr>
          <p:cNvPr id="6" name="Text 4"/>
          <p:cNvSpPr txBox="1"/>
          <p:nvPr/>
        </p:nvSpPr>
        <p:spPr>
          <a:xfrm>
            <a:off x="548640" y="3291840"/>
            <a:ext cx="9601200" cy="822960"/>
          </a:xfrm>
          <a:prstGeom prst="rect">
            <a:avLst/>
          </a:prstGeom>
          <a:noFill/>
          <a:ln/>
        </p:spPr>
        <p:txBody>
          <a:bodyPr wrap="square" lIns="0" tIns="0" rIns="0" bIns="0" rtlCol="0" anchor="t"/>
          <a:lstStyle/>
          <a:p>
            <a:pPr indent="0" marL="0">
              <a:buNone/>
            </a:pPr>
            <a:r>
              <a:rPr lang="en-US" sz="1600" dirty="0">
                <a:solidFill>
                  <a:srgbClr val="EDEDED"/>
                </a:solidFill>
                <a:latin typeface="Arial" pitchFamily="34" charset="0"/>
                <a:ea typeface="Arial" pitchFamily="34" charset="-122"/>
                <a:cs typeface="Arial" pitchFamily="34" charset="-120"/>
              </a:rPr>
              <a:t>Con énfasis en la parte conceptual: qué es una distribución, cómo se elige y cómo se llena cada una de las 20 disponibles.</a:t>
            </a:r>
            <a:endParaRPr lang="en-US" sz="1600" dirty="0"/>
          </a:p>
        </p:txBody>
      </p:sp>
      <p:sp>
        <p:nvSpPr>
          <p:cNvPr id="7" name="Text 5"/>
          <p:cNvSpPr txBox="1"/>
          <p:nvPr/>
        </p:nvSpPr>
        <p:spPr>
          <a:xfrm>
            <a:off x="548640" y="5394960"/>
            <a:ext cx="10058400" cy="365760"/>
          </a:xfrm>
          <a:prstGeom prst="rect">
            <a:avLst/>
          </a:prstGeom>
          <a:noFill/>
          <a:ln/>
        </p:spPr>
        <p:txBody>
          <a:bodyPr wrap="square" lIns="0" tIns="0" rIns="0" bIns="0" rtlCol="0" anchor="t"/>
          <a:lstStyle/>
          <a:p>
            <a:pPr indent="0" marL="0">
              <a:buNone/>
            </a:pPr>
            <a:r>
              <a:rPr lang="en-US" sz="1400" dirty="0">
                <a:solidFill>
                  <a:srgbClr val="FFA028"/>
                </a:solidFill>
                <a:latin typeface="Arial" pitchFamily="34" charset="0"/>
                <a:ea typeface="Arial" pitchFamily="34" charset="-122"/>
                <a:cs typeface="Arial" pitchFamily="34" charset="-120"/>
              </a:rPr>
              <a:t>Costo · Plazo · Ingeniería de diseño · Ingeniería de campo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INTRODUCCIÓN</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Qué podrá hacer al terminar esta guía</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guía está pensada para quien llena el registro de riesgos y para quien presenta los resultados. No se necesita formación en estadística.</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a:t>
            </a:r>
            <a:endParaRPr lang="en-US" sz="1000" dirty="0"/>
          </a:p>
        </p:txBody>
      </p:sp>
      <p:sp>
        <p:nvSpPr>
          <p:cNvPr id="6" name="Shape 4"/>
          <p:cNvSpPr/>
          <p:nvPr/>
        </p:nvSpPr>
        <p:spPr>
          <a:xfrm>
            <a:off x="548640" y="2011680"/>
            <a:ext cx="3566160" cy="1965960"/>
          </a:xfrm>
          <a:prstGeom prst="roundRect">
            <a:avLst>
              <a:gd name="adj" fmla="val 3721"/>
            </a:avLst>
          </a:prstGeom>
          <a:solidFill>
            <a:srgbClr val="FFF0D6"/>
          </a:solidFill>
          <a:ln w="12700">
            <a:solidFill>
              <a:srgbClr val="FFF0D6"/>
            </a:solidFill>
            <a:prstDash val="solid"/>
          </a:ln>
        </p:spPr>
      </p:sp>
      <p:sp>
        <p:nvSpPr>
          <p:cNvPr id="7" name="Shape 5"/>
          <p:cNvSpPr/>
          <p:nvPr/>
        </p:nvSpPr>
        <p:spPr>
          <a:xfrm>
            <a:off x="731520" y="2194560"/>
            <a:ext cx="502920" cy="502920"/>
          </a:xfrm>
          <a:prstGeom prst="ellipse">
            <a:avLst/>
          </a:prstGeom>
          <a:solidFill>
            <a:srgbClr val="FFA028"/>
          </a:solidFill>
          <a:ln w="12700">
            <a:solidFill>
              <a:srgbClr val="FFA028"/>
            </a:solidFill>
            <a:prstDash val="solid"/>
          </a:ln>
        </p:spPr>
      </p:sp>
      <p:sp>
        <p:nvSpPr>
          <p:cNvPr id="8" name="Text 6"/>
          <p:cNvSpPr txBox="1"/>
          <p:nvPr/>
        </p:nvSpPr>
        <p:spPr>
          <a:xfrm>
            <a:off x="731520" y="219456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417320" y="2212848"/>
            <a:ext cx="2560320" cy="45720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Entender</a:t>
            </a:r>
            <a:endParaRPr lang="en-US" sz="1800" dirty="0"/>
          </a:p>
        </p:txBody>
      </p:sp>
      <p:sp>
        <p:nvSpPr>
          <p:cNvPr id="10" name="Text 8"/>
          <p:cNvSpPr txBox="1"/>
          <p:nvPr/>
        </p:nvSpPr>
        <p:spPr>
          <a:xfrm>
            <a:off x="731520" y="2834640"/>
            <a:ext cx="3200400" cy="105156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Qué es una distribución, por qué reemplaza a un número fijo y cómo la usa la macro en cada escenario.</a:t>
            </a:r>
            <a:endParaRPr lang="en-US" sz="1350" dirty="0"/>
          </a:p>
        </p:txBody>
      </p:sp>
      <p:sp>
        <p:nvSpPr>
          <p:cNvPr id="11" name="Shape 9"/>
          <p:cNvSpPr/>
          <p:nvPr/>
        </p:nvSpPr>
        <p:spPr>
          <a:xfrm>
            <a:off x="4297680" y="2011680"/>
            <a:ext cx="3566160" cy="1965960"/>
          </a:xfrm>
          <a:prstGeom prst="roundRect">
            <a:avLst>
              <a:gd name="adj" fmla="val 3721"/>
            </a:avLst>
          </a:prstGeom>
          <a:solidFill>
            <a:srgbClr val="FFF7EB"/>
          </a:solidFill>
          <a:ln w="12700">
            <a:solidFill>
              <a:srgbClr val="FFF7EB"/>
            </a:solidFill>
            <a:prstDash val="solid"/>
          </a:ln>
        </p:spPr>
      </p:sp>
      <p:sp>
        <p:nvSpPr>
          <p:cNvPr id="12" name="Shape 10"/>
          <p:cNvSpPr/>
          <p:nvPr/>
        </p:nvSpPr>
        <p:spPr>
          <a:xfrm>
            <a:off x="4480560" y="2194560"/>
            <a:ext cx="502920" cy="502920"/>
          </a:xfrm>
          <a:prstGeom prst="ellipse">
            <a:avLst/>
          </a:prstGeom>
          <a:solidFill>
            <a:srgbClr val="FFA028"/>
          </a:solidFill>
          <a:ln w="12700">
            <a:solidFill>
              <a:srgbClr val="FFA028"/>
            </a:solidFill>
            <a:prstDash val="solid"/>
          </a:ln>
        </p:spPr>
      </p:sp>
      <p:sp>
        <p:nvSpPr>
          <p:cNvPr id="13" name="Text 11"/>
          <p:cNvSpPr txBox="1"/>
          <p:nvPr/>
        </p:nvSpPr>
        <p:spPr>
          <a:xfrm>
            <a:off x="4480560" y="219456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5166360" y="2212848"/>
            <a:ext cx="2560320" cy="45720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Elegir</a:t>
            </a:r>
            <a:endParaRPr lang="en-US" sz="1800" dirty="0"/>
          </a:p>
        </p:txBody>
      </p:sp>
      <p:sp>
        <p:nvSpPr>
          <p:cNvPr id="15" name="Text 13"/>
          <p:cNvSpPr txBox="1"/>
          <p:nvPr/>
        </p:nvSpPr>
        <p:spPr>
          <a:xfrm>
            <a:off x="4480560" y="2834640"/>
            <a:ext cx="3200400" cy="105156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La distribución adecuada para cada impacto según la información disponible, con un árbol de decisión.</a:t>
            </a:r>
            <a:endParaRPr lang="en-US" sz="1350" dirty="0"/>
          </a:p>
        </p:txBody>
      </p:sp>
      <p:sp>
        <p:nvSpPr>
          <p:cNvPr id="16" name="Shape 14"/>
          <p:cNvSpPr/>
          <p:nvPr/>
        </p:nvSpPr>
        <p:spPr>
          <a:xfrm>
            <a:off x="8046720" y="2011680"/>
            <a:ext cx="3566160" cy="1965960"/>
          </a:xfrm>
          <a:prstGeom prst="roundRect">
            <a:avLst>
              <a:gd name="adj" fmla="val 3721"/>
            </a:avLst>
          </a:prstGeom>
          <a:solidFill>
            <a:srgbClr val="FFF7EB"/>
          </a:solidFill>
          <a:ln w="12700">
            <a:solidFill>
              <a:srgbClr val="FFF7EB"/>
            </a:solidFill>
            <a:prstDash val="solid"/>
          </a:ln>
        </p:spPr>
      </p:sp>
      <p:sp>
        <p:nvSpPr>
          <p:cNvPr id="17" name="Shape 15"/>
          <p:cNvSpPr/>
          <p:nvPr/>
        </p:nvSpPr>
        <p:spPr>
          <a:xfrm>
            <a:off x="8229600" y="2194560"/>
            <a:ext cx="502920" cy="502920"/>
          </a:xfrm>
          <a:prstGeom prst="ellipse">
            <a:avLst/>
          </a:prstGeom>
          <a:solidFill>
            <a:srgbClr val="FFA028"/>
          </a:solidFill>
          <a:ln w="12700">
            <a:solidFill>
              <a:srgbClr val="FFA028"/>
            </a:solidFill>
            <a:prstDash val="solid"/>
          </a:ln>
        </p:spPr>
      </p:sp>
      <p:sp>
        <p:nvSpPr>
          <p:cNvPr id="18" name="Text 16"/>
          <p:cNvSpPr txBox="1"/>
          <p:nvPr/>
        </p:nvSpPr>
        <p:spPr>
          <a:xfrm>
            <a:off x="8229600" y="219456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8915400" y="2212848"/>
            <a:ext cx="2560320" cy="45720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Llenar</a:t>
            </a:r>
            <a:endParaRPr lang="en-US" sz="1800" dirty="0"/>
          </a:p>
        </p:txBody>
      </p:sp>
      <p:sp>
        <p:nvSpPr>
          <p:cNvPr id="20" name="Text 18"/>
          <p:cNvSpPr txBox="1"/>
          <p:nvPr/>
        </p:nvSpPr>
        <p:spPr>
          <a:xfrm>
            <a:off x="8229600" y="2834640"/>
            <a:ext cx="3200400" cy="105156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Las columnas PROBABILIDAD, DIST_ y P1…P4 de las 20 distribuciones, con ejemplos de obra.</a:t>
            </a:r>
            <a:endParaRPr lang="en-US" sz="1350" dirty="0"/>
          </a:p>
        </p:txBody>
      </p:sp>
      <p:sp>
        <p:nvSpPr>
          <p:cNvPr id="21" name="Shape 19"/>
          <p:cNvSpPr/>
          <p:nvPr/>
        </p:nvSpPr>
        <p:spPr>
          <a:xfrm>
            <a:off x="548640" y="4160520"/>
            <a:ext cx="3566160" cy="1965960"/>
          </a:xfrm>
          <a:prstGeom prst="roundRect">
            <a:avLst>
              <a:gd name="adj" fmla="val 3721"/>
            </a:avLst>
          </a:prstGeom>
          <a:solidFill>
            <a:srgbClr val="FFF7EB"/>
          </a:solidFill>
          <a:ln w="12700">
            <a:solidFill>
              <a:srgbClr val="FFF7EB"/>
            </a:solidFill>
            <a:prstDash val="solid"/>
          </a:ln>
        </p:spPr>
      </p:sp>
      <p:sp>
        <p:nvSpPr>
          <p:cNvPr id="22" name="Shape 20"/>
          <p:cNvSpPr/>
          <p:nvPr/>
        </p:nvSpPr>
        <p:spPr>
          <a:xfrm>
            <a:off x="731520" y="4343400"/>
            <a:ext cx="502920" cy="502920"/>
          </a:xfrm>
          <a:prstGeom prst="ellipse">
            <a:avLst/>
          </a:prstGeom>
          <a:solidFill>
            <a:srgbClr val="FFA028"/>
          </a:solidFill>
          <a:ln w="12700">
            <a:solidFill>
              <a:srgbClr val="FFA028"/>
            </a:solidFill>
            <a:prstDash val="solid"/>
          </a:ln>
        </p:spPr>
      </p:sp>
      <p:sp>
        <p:nvSpPr>
          <p:cNvPr id="23" name="Text 21"/>
          <p:cNvSpPr txBox="1"/>
          <p:nvPr/>
        </p:nvSpPr>
        <p:spPr>
          <a:xfrm>
            <a:off x="731520" y="434340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1417320" y="4361688"/>
            <a:ext cx="2560320" cy="45720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Ejecutar</a:t>
            </a:r>
            <a:endParaRPr lang="en-US" sz="1800" dirty="0"/>
          </a:p>
        </p:txBody>
      </p:sp>
      <p:sp>
        <p:nvSpPr>
          <p:cNvPr id="25" name="Text 23"/>
          <p:cNvSpPr txBox="1"/>
          <p:nvPr/>
        </p:nvSpPr>
        <p:spPr>
          <a:xfrm>
            <a:off x="731520" y="4983480"/>
            <a:ext cx="3200400" cy="105156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Validar los datos, correr la simulación y resolver los mensajes de error y advertencia.</a:t>
            </a:r>
            <a:endParaRPr lang="en-US" sz="1350" dirty="0"/>
          </a:p>
        </p:txBody>
      </p:sp>
      <p:sp>
        <p:nvSpPr>
          <p:cNvPr id="26" name="Shape 24"/>
          <p:cNvSpPr/>
          <p:nvPr/>
        </p:nvSpPr>
        <p:spPr>
          <a:xfrm>
            <a:off x="4297680" y="4160520"/>
            <a:ext cx="3566160" cy="1965960"/>
          </a:xfrm>
          <a:prstGeom prst="roundRect">
            <a:avLst>
              <a:gd name="adj" fmla="val 3721"/>
            </a:avLst>
          </a:prstGeom>
          <a:solidFill>
            <a:srgbClr val="FFF7EB"/>
          </a:solidFill>
          <a:ln w="12700">
            <a:solidFill>
              <a:srgbClr val="FFF7EB"/>
            </a:solidFill>
            <a:prstDash val="solid"/>
          </a:ln>
        </p:spPr>
      </p:sp>
      <p:sp>
        <p:nvSpPr>
          <p:cNvPr id="27" name="Shape 25"/>
          <p:cNvSpPr/>
          <p:nvPr/>
        </p:nvSpPr>
        <p:spPr>
          <a:xfrm>
            <a:off x="4480560" y="4343400"/>
            <a:ext cx="502920" cy="502920"/>
          </a:xfrm>
          <a:prstGeom prst="ellipse">
            <a:avLst/>
          </a:prstGeom>
          <a:solidFill>
            <a:srgbClr val="FFA028"/>
          </a:solidFill>
          <a:ln w="12700">
            <a:solidFill>
              <a:srgbClr val="FFA028"/>
            </a:solidFill>
            <a:prstDash val="solid"/>
          </a:ln>
        </p:spPr>
      </p:sp>
      <p:sp>
        <p:nvSpPr>
          <p:cNvPr id="28" name="Text 26"/>
          <p:cNvSpPr txBox="1"/>
          <p:nvPr/>
        </p:nvSpPr>
        <p:spPr>
          <a:xfrm>
            <a:off x="4480560" y="434340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5</a:t>
            </a:r>
            <a:endParaRPr lang="en-US" sz="1300" dirty="0"/>
          </a:p>
        </p:txBody>
      </p:sp>
      <p:sp>
        <p:nvSpPr>
          <p:cNvPr id="29" name="Text 27"/>
          <p:cNvSpPr txBox="1"/>
          <p:nvPr/>
        </p:nvSpPr>
        <p:spPr>
          <a:xfrm>
            <a:off x="5166360" y="4361688"/>
            <a:ext cx="2560320" cy="45720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Interpretar</a:t>
            </a:r>
            <a:endParaRPr lang="en-US" sz="1800" dirty="0"/>
          </a:p>
        </p:txBody>
      </p:sp>
      <p:sp>
        <p:nvSpPr>
          <p:cNvPr id="30" name="Text 28"/>
          <p:cNvSpPr txBox="1"/>
          <p:nvPr/>
        </p:nvSpPr>
        <p:spPr>
          <a:xfrm>
            <a:off x="4480560" y="4983480"/>
            <a:ext cx="3200400" cy="105156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La curva S, el tornado y la tabla de reservas para proponer una contingencia justificada.</a:t>
            </a:r>
            <a:endParaRPr lang="en-US" sz="1350" dirty="0"/>
          </a:p>
        </p:txBody>
      </p:sp>
      <p:sp>
        <p:nvSpPr>
          <p:cNvPr id="31" name="Shape 29"/>
          <p:cNvSpPr/>
          <p:nvPr/>
        </p:nvSpPr>
        <p:spPr>
          <a:xfrm>
            <a:off x="8046720" y="4160520"/>
            <a:ext cx="3566160" cy="1965960"/>
          </a:xfrm>
          <a:prstGeom prst="roundRect">
            <a:avLst>
              <a:gd name="adj" fmla="val 3721"/>
            </a:avLst>
          </a:prstGeom>
          <a:solidFill>
            <a:srgbClr val="FFF7EB"/>
          </a:solidFill>
          <a:ln w="12700">
            <a:solidFill>
              <a:srgbClr val="FFF7EB"/>
            </a:solidFill>
            <a:prstDash val="solid"/>
          </a:ln>
        </p:spPr>
      </p:sp>
      <p:sp>
        <p:nvSpPr>
          <p:cNvPr id="32" name="Shape 30"/>
          <p:cNvSpPr/>
          <p:nvPr/>
        </p:nvSpPr>
        <p:spPr>
          <a:xfrm>
            <a:off x="8229600" y="4343400"/>
            <a:ext cx="502920" cy="502920"/>
          </a:xfrm>
          <a:prstGeom prst="ellipse">
            <a:avLst/>
          </a:prstGeom>
          <a:solidFill>
            <a:srgbClr val="FFA028"/>
          </a:solidFill>
          <a:ln w="12700">
            <a:solidFill>
              <a:srgbClr val="FFA028"/>
            </a:solidFill>
            <a:prstDash val="solid"/>
          </a:ln>
        </p:spPr>
      </p:sp>
      <p:sp>
        <p:nvSpPr>
          <p:cNvPr id="33" name="Text 31"/>
          <p:cNvSpPr txBox="1"/>
          <p:nvPr/>
        </p:nvSpPr>
        <p:spPr>
          <a:xfrm>
            <a:off x="8229600" y="434340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6</a:t>
            </a:r>
            <a:endParaRPr lang="en-US" sz="1300" dirty="0"/>
          </a:p>
        </p:txBody>
      </p:sp>
      <p:sp>
        <p:nvSpPr>
          <p:cNvPr id="34" name="Text 32"/>
          <p:cNvSpPr txBox="1"/>
          <p:nvPr/>
        </p:nvSpPr>
        <p:spPr>
          <a:xfrm>
            <a:off x="8915400" y="4361688"/>
            <a:ext cx="2560320" cy="45720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Mejorar</a:t>
            </a:r>
            <a:endParaRPr lang="en-US" sz="1800" dirty="0"/>
          </a:p>
        </p:txBody>
      </p:sp>
      <p:sp>
        <p:nvSpPr>
          <p:cNvPr id="35" name="Text 33"/>
          <p:cNvSpPr txBox="1"/>
          <p:nvPr/>
        </p:nvSpPr>
        <p:spPr>
          <a:xfrm>
            <a:off x="8229600" y="4983480"/>
            <a:ext cx="3200400" cy="105156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Evaluar respuestas a los riesgos y ver cuánto reducen la contingencia frente a su costo.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INTRODUCCIÓN</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Contenido de la guía</a:t>
            </a:r>
            <a:endParaRPr lang="en-US" sz="2800" dirty="0"/>
          </a:p>
        </p:txBody>
      </p:sp>
      <p:sp>
        <p:nvSpPr>
          <p:cNvPr id="4" name="Text 2"/>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a:t>
            </a:r>
            <a:endParaRPr lang="en-US" sz="1000" dirty="0"/>
          </a:p>
        </p:txBody>
      </p:sp>
      <p:sp>
        <p:nvSpPr>
          <p:cNvPr id="5" name="Shape 3"/>
          <p:cNvSpPr/>
          <p:nvPr/>
        </p:nvSpPr>
        <p:spPr>
          <a:xfrm>
            <a:off x="548640" y="1600200"/>
            <a:ext cx="502920" cy="502920"/>
          </a:xfrm>
          <a:prstGeom prst="ellipse">
            <a:avLst/>
          </a:prstGeom>
          <a:solidFill>
            <a:srgbClr val="EDEDED"/>
          </a:solidFill>
          <a:ln w="12700">
            <a:solidFill>
              <a:srgbClr val="EDEDED"/>
            </a:solidFill>
            <a:prstDash val="solid"/>
          </a:ln>
        </p:spPr>
      </p:sp>
      <p:sp>
        <p:nvSpPr>
          <p:cNvPr id="6" name="Text 4"/>
          <p:cNvSpPr txBox="1"/>
          <p:nvPr/>
        </p:nvSpPr>
        <p:spPr>
          <a:xfrm>
            <a:off x="548640" y="160020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280160" y="1618488"/>
            <a:ext cx="3291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Conceptos de riesgo</a:t>
            </a:r>
            <a:endParaRPr lang="en-US" sz="1700" dirty="0"/>
          </a:p>
        </p:txBody>
      </p:sp>
      <p:sp>
        <p:nvSpPr>
          <p:cNvPr id="8" name="Text 6"/>
          <p:cNvSpPr txBox="1"/>
          <p:nvPr/>
        </p:nvSpPr>
        <p:spPr>
          <a:xfrm>
            <a:off x="4663440" y="1618488"/>
            <a:ext cx="6949440" cy="45720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Amenaza, oportunidad, reservas, valor monetario esperado y la idea de simulación.</a:t>
            </a:r>
            <a:endParaRPr lang="en-US" sz="1400" dirty="0"/>
          </a:p>
        </p:txBody>
      </p:sp>
      <p:sp>
        <p:nvSpPr>
          <p:cNvPr id="9" name="Shape 7"/>
          <p:cNvSpPr/>
          <p:nvPr/>
        </p:nvSpPr>
        <p:spPr>
          <a:xfrm>
            <a:off x="548640" y="2267712"/>
            <a:ext cx="502920" cy="502920"/>
          </a:xfrm>
          <a:prstGeom prst="ellipse">
            <a:avLst/>
          </a:prstGeom>
          <a:solidFill>
            <a:srgbClr val="EDEDED"/>
          </a:solidFill>
          <a:ln w="12700">
            <a:solidFill>
              <a:srgbClr val="EDEDED"/>
            </a:solidFill>
            <a:prstDash val="solid"/>
          </a:ln>
        </p:spPr>
      </p:sp>
      <p:sp>
        <p:nvSpPr>
          <p:cNvPr id="10" name="Text 8"/>
          <p:cNvSpPr txBox="1"/>
          <p:nvPr/>
        </p:nvSpPr>
        <p:spPr>
          <a:xfrm>
            <a:off x="548640" y="2267712"/>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1280160" y="2286000"/>
            <a:ext cx="3291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La herramienta</a:t>
            </a:r>
            <a:endParaRPr lang="en-US" sz="1700" dirty="0"/>
          </a:p>
        </p:txBody>
      </p:sp>
      <p:sp>
        <p:nvSpPr>
          <p:cNvPr id="12" name="Text 10"/>
          <p:cNvSpPr txBox="1"/>
          <p:nvPr/>
        </p:nvSpPr>
        <p:spPr>
          <a:xfrm>
            <a:off x="4663440" y="2286000"/>
            <a:ext cx="6949440" cy="45720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Hojas del libro, configuración, dimensiones y columnas del registro.</a:t>
            </a:r>
            <a:endParaRPr lang="en-US" sz="1400" dirty="0"/>
          </a:p>
        </p:txBody>
      </p:sp>
      <p:sp>
        <p:nvSpPr>
          <p:cNvPr id="13" name="Shape 11"/>
          <p:cNvSpPr/>
          <p:nvPr/>
        </p:nvSpPr>
        <p:spPr>
          <a:xfrm>
            <a:off x="548640" y="2935224"/>
            <a:ext cx="502920" cy="502920"/>
          </a:xfrm>
          <a:prstGeom prst="ellipse">
            <a:avLst/>
          </a:prstGeom>
          <a:solidFill>
            <a:srgbClr val="FFA028"/>
          </a:solidFill>
          <a:ln w="12700">
            <a:solidFill>
              <a:srgbClr val="FFA028"/>
            </a:solidFill>
            <a:prstDash val="solid"/>
          </a:ln>
        </p:spPr>
      </p:sp>
      <p:sp>
        <p:nvSpPr>
          <p:cNvPr id="14" name="Text 12"/>
          <p:cNvSpPr txBox="1"/>
          <p:nvPr/>
        </p:nvSpPr>
        <p:spPr>
          <a:xfrm>
            <a:off x="548640" y="2935224"/>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1280160" y="2953512"/>
            <a:ext cx="3291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La idea de distribución</a:t>
            </a:r>
            <a:endParaRPr lang="en-US" sz="1700" dirty="0"/>
          </a:p>
        </p:txBody>
      </p:sp>
      <p:sp>
        <p:nvSpPr>
          <p:cNvPr id="16" name="Text 14"/>
          <p:cNvSpPr txBox="1"/>
          <p:nvPr/>
        </p:nvSpPr>
        <p:spPr>
          <a:xfrm>
            <a:off x="4663440" y="2953512"/>
            <a:ext cx="6949440" cy="45720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Probabilidad vs. impacto, qué hace la macro, cómo leer una distribución.</a:t>
            </a:r>
            <a:endParaRPr lang="en-US" sz="1400" dirty="0"/>
          </a:p>
        </p:txBody>
      </p:sp>
      <p:sp>
        <p:nvSpPr>
          <p:cNvPr id="17" name="Shape 15"/>
          <p:cNvSpPr/>
          <p:nvPr/>
        </p:nvSpPr>
        <p:spPr>
          <a:xfrm>
            <a:off x="548640" y="3602736"/>
            <a:ext cx="502920" cy="502920"/>
          </a:xfrm>
          <a:prstGeom prst="ellipse">
            <a:avLst/>
          </a:prstGeom>
          <a:solidFill>
            <a:srgbClr val="FFA028"/>
          </a:solidFill>
          <a:ln w="12700">
            <a:solidFill>
              <a:srgbClr val="FFA028"/>
            </a:solidFill>
            <a:prstDash val="solid"/>
          </a:ln>
        </p:spPr>
      </p:sp>
      <p:sp>
        <p:nvSpPr>
          <p:cNvPr id="18" name="Text 16"/>
          <p:cNvSpPr txBox="1"/>
          <p:nvPr/>
        </p:nvSpPr>
        <p:spPr>
          <a:xfrm>
            <a:off x="548640" y="3602736"/>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280160" y="3621024"/>
            <a:ext cx="3291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Cómo elegir</a:t>
            </a:r>
            <a:endParaRPr lang="en-US" sz="1700" dirty="0"/>
          </a:p>
        </p:txBody>
      </p:sp>
      <p:sp>
        <p:nvSpPr>
          <p:cNvPr id="20" name="Text 18"/>
          <p:cNvSpPr txBox="1"/>
          <p:nvPr/>
        </p:nvSpPr>
        <p:spPr>
          <a:xfrm>
            <a:off x="4663440" y="3621024"/>
            <a:ext cx="6949440" cy="45720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Árbol de decisión, lenguaje del experto, elicitación, sesgos y datos históricos.</a:t>
            </a:r>
            <a:endParaRPr lang="en-US" sz="1400" dirty="0"/>
          </a:p>
        </p:txBody>
      </p:sp>
      <p:sp>
        <p:nvSpPr>
          <p:cNvPr id="21" name="Shape 19"/>
          <p:cNvSpPr/>
          <p:nvPr/>
        </p:nvSpPr>
        <p:spPr>
          <a:xfrm>
            <a:off x="548640" y="4270248"/>
            <a:ext cx="502920" cy="502920"/>
          </a:xfrm>
          <a:prstGeom prst="ellipse">
            <a:avLst/>
          </a:prstGeom>
          <a:solidFill>
            <a:srgbClr val="FFA028"/>
          </a:solidFill>
          <a:ln w="12700">
            <a:solidFill>
              <a:srgbClr val="FFA028"/>
            </a:solidFill>
            <a:prstDash val="solid"/>
          </a:ln>
        </p:spPr>
      </p:sp>
      <p:sp>
        <p:nvSpPr>
          <p:cNvPr id="22" name="Text 20"/>
          <p:cNvSpPr txBox="1"/>
          <p:nvPr/>
        </p:nvSpPr>
        <p:spPr>
          <a:xfrm>
            <a:off x="548640" y="4270248"/>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1280160" y="4288536"/>
            <a:ext cx="3291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Las 20 distribuciones</a:t>
            </a:r>
            <a:endParaRPr lang="en-US" sz="1700" dirty="0"/>
          </a:p>
        </p:txBody>
      </p:sp>
      <p:sp>
        <p:nvSpPr>
          <p:cNvPr id="24" name="Text 22"/>
          <p:cNvSpPr txBox="1"/>
          <p:nvPr/>
        </p:nvSpPr>
        <p:spPr>
          <a:xfrm>
            <a:off x="4663440" y="4288536"/>
            <a:ext cx="6949440" cy="45720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Una lámina por distribución: cuándo, parámetros, ejemplo y cuidados.</a:t>
            </a:r>
            <a:endParaRPr lang="en-US" sz="1400" dirty="0"/>
          </a:p>
        </p:txBody>
      </p:sp>
      <p:sp>
        <p:nvSpPr>
          <p:cNvPr id="25" name="Shape 23"/>
          <p:cNvSpPr/>
          <p:nvPr/>
        </p:nvSpPr>
        <p:spPr>
          <a:xfrm>
            <a:off x="548640" y="4937760"/>
            <a:ext cx="502920" cy="502920"/>
          </a:xfrm>
          <a:prstGeom prst="ellipse">
            <a:avLst/>
          </a:prstGeom>
          <a:solidFill>
            <a:srgbClr val="EDEDED"/>
          </a:solidFill>
          <a:ln w="12700">
            <a:solidFill>
              <a:srgbClr val="EDEDED"/>
            </a:solidFill>
            <a:prstDash val="solid"/>
          </a:ln>
        </p:spPr>
      </p:sp>
      <p:sp>
        <p:nvSpPr>
          <p:cNvPr id="26" name="Text 24"/>
          <p:cNvSpPr txBox="1"/>
          <p:nvPr/>
        </p:nvSpPr>
        <p:spPr>
          <a:xfrm>
            <a:off x="548640" y="493776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1280160" y="4956048"/>
            <a:ext cx="3291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Casos especiales</a:t>
            </a:r>
            <a:endParaRPr lang="en-US" sz="1700" dirty="0"/>
          </a:p>
        </p:txBody>
      </p:sp>
      <p:sp>
        <p:nvSpPr>
          <p:cNvPr id="28" name="Text 26"/>
          <p:cNvSpPr txBox="1"/>
          <p:nvPr/>
        </p:nvSpPr>
        <p:spPr>
          <a:xfrm>
            <a:off x="4663440" y="4956048"/>
            <a:ext cx="6949440" cy="45720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Dimensiones, oportunidades, respuestas, correlación y errores frecuentes.</a:t>
            </a:r>
            <a:endParaRPr lang="en-US" sz="1400" dirty="0"/>
          </a:p>
        </p:txBody>
      </p:sp>
      <p:sp>
        <p:nvSpPr>
          <p:cNvPr id="29" name="Shape 27"/>
          <p:cNvSpPr/>
          <p:nvPr/>
        </p:nvSpPr>
        <p:spPr>
          <a:xfrm>
            <a:off x="548640" y="5605272"/>
            <a:ext cx="502920" cy="502920"/>
          </a:xfrm>
          <a:prstGeom prst="ellipse">
            <a:avLst/>
          </a:prstGeom>
          <a:solidFill>
            <a:srgbClr val="EDEDED"/>
          </a:solidFill>
          <a:ln w="12700">
            <a:solidFill>
              <a:srgbClr val="EDEDED"/>
            </a:solidFill>
            <a:prstDash val="solid"/>
          </a:ln>
        </p:spPr>
      </p:sp>
      <p:sp>
        <p:nvSpPr>
          <p:cNvPr id="30" name="Text 28"/>
          <p:cNvSpPr txBox="1"/>
          <p:nvPr/>
        </p:nvSpPr>
        <p:spPr>
          <a:xfrm>
            <a:off x="548640" y="5605272"/>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7</a:t>
            </a:r>
            <a:endParaRPr lang="en-US" sz="1300" dirty="0"/>
          </a:p>
        </p:txBody>
      </p:sp>
      <p:sp>
        <p:nvSpPr>
          <p:cNvPr id="31" name="Text 29"/>
          <p:cNvSpPr txBox="1"/>
          <p:nvPr/>
        </p:nvSpPr>
        <p:spPr>
          <a:xfrm>
            <a:off x="1280160" y="5623560"/>
            <a:ext cx="3291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Ejecutar e interpretar</a:t>
            </a:r>
            <a:endParaRPr lang="en-US" sz="1700" dirty="0"/>
          </a:p>
        </p:txBody>
      </p:sp>
      <p:sp>
        <p:nvSpPr>
          <p:cNvPr id="32" name="Text 30"/>
          <p:cNvSpPr txBox="1"/>
          <p:nvPr/>
        </p:nvSpPr>
        <p:spPr>
          <a:xfrm>
            <a:off x="4663440" y="5623560"/>
            <a:ext cx="6949440" cy="457200"/>
          </a:xfrm>
          <a:prstGeom prst="rect">
            <a:avLst/>
          </a:prstGeom>
          <a:noFill/>
          <a:ln/>
        </p:spPr>
        <p:txBody>
          <a:bodyPr wrap="square" lIns="0" tIns="0" rIns="0" bIns="0" rtlCol="0" anchor="ctr"/>
          <a:lstStyle/>
          <a:p>
            <a:pPr indent="0" marL="0">
              <a:buNone/>
            </a:pPr>
            <a:r>
              <a:rPr lang="en-US" sz="1400" dirty="0">
                <a:solidFill>
                  <a:srgbClr val="333333"/>
                </a:solidFill>
                <a:latin typeface="Arial" pitchFamily="34" charset="0"/>
                <a:ea typeface="Arial" pitchFamily="34" charset="-122"/>
                <a:cs typeface="Arial" pitchFamily="34" charset="-120"/>
              </a:rPr>
              <a:t>Validación, resultados, curva S, contingencia, tornado y comparación.</a:t>
            </a:r>
            <a:endParaRPr lang="en-US" sz="1400" dirty="0"/>
          </a:p>
        </p:txBody>
      </p:sp>
      <p:sp>
        <p:nvSpPr>
          <p:cNvPr id="33" name="Text 31"/>
          <p:cNvSpPr txBox="1"/>
          <p:nvPr/>
        </p:nvSpPr>
        <p:spPr>
          <a:xfrm>
            <a:off x="548640" y="6400800"/>
            <a:ext cx="10362895" cy="320040"/>
          </a:xfrm>
          <a:prstGeom prst="rect">
            <a:avLst/>
          </a:prstGeom>
          <a:noFill/>
          <a:ln/>
        </p:spPr>
        <p:txBody>
          <a:bodyPr wrap="square" lIns="0" tIns="0" rIns="0" bIns="0" rtlCol="0" anchor="t"/>
          <a:lstStyle/>
          <a:p>
            <a:pPr indent="0" marL="0">
              <a:buNone/>
            </a:pPr>
            <a:r>
              <a:rPr lang="en-US" sz="1000" i="1" dirty="0">
                <a:solidFill>
                  <a:srgbClr val="6B6B6B"/>
                </a:solidFill>
                <a:latin typeface="Arial" pitchFamily="34" charset="0"/>
                <a:ea typeface="Arial" pitchFamily="34" charset="-122"/>
                <a:cs typeface="Arial" pitchFamily="34" charset="-120"/>
              </a:rPr>
              <a:t>En ámbar: las partes conceptuales sobre distribuciones, que concentran la mayor parte de la guía.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INTRODUCCIÓN</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¿Por qué simular y no sumar?</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Los métodos tradicionales de contingencia tienen problemas que la simulación resuelve.</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a:t>
            </a:r>
            <a:endParaRPr lang="en-US" sz="1000" dirty="0"/>
          </a:p>
        </p:txBody>
      </p:sp>
      <p:sp>
        <p:nvSpPr>
          <p:cNvPr id="6" name="Shape 4"/>
          <p:cNvSpPr/>
          <p:nvPr/>
        </p:nvSpPr>
        <p:spPr>
          <a:xfrm>
            <a:off x="548640" y="2011680"/>
            <a:ext cx="3520440" cy="2926080"/>
          </a:xfrm>
          <a:prstGeom prst="roundRect">
            <a:avLst>
              <a:gd name="adj" fmla="val 2500"/>
            </a:avLst>
          </a:prstGeom>
          <a:solidFill>
            <a:srgbClr val="EDEDED"/>
          </a:solidFill>
          <a:ln w="12700">
            <a:solidFill>
              <a:srgbClr val="EDEDED"/>
            </a:solidFill>
            <a:prstDash val="solid"/>
          </a:ln>
        </p:spPr>
      </p:sp>
      <p:sp>
        <p:nvSpPr>
          <p:cNvPr id="7" name="Text 5"/>
          <p:cNvSpPr txBox="1"/>
          <p:nvPr/>
        </p:nvSpPr>
        <p:spPr>
          <a:xfrm>
            <a:off x="731520" y="2139696"/>
            <a:ext cx="315468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Porcentaje fijo</a:t>
            </a:r>
            <a:endParaRPr lang="en-US" sz="1500" dirty="0"/>
          </a:p>
        </p:txBody>
      </p:sp>
      <p:sp>
        <p:nvSpPr>
          <p:cNvPr id="8" name="Text 6"/>
          <p:cNvSpPr txBox="1"/>
          <p:nvPr/>
        </p:nvSpPr>
        <p:spPr>
          <a:xfrm>
            <a:off x="731520" y="2514600"/>
            <a:ext cx="3154680" cy="23317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«Pongamos 10 % de contingencia.» No se relaciona con los riesgos reales del proyecto y no se puede defender ante el cliente o la gerencia.</a:t>
            </a:r>
            <a:endParaRPr lang="en-US" sz="1300" dirty="0"/>
          </a:p>
        </p:txBody>
      </p:sp>
      <p:sp>
        <p:nvSpPr>
          <p:cNvPr id="9" name="Shape 7"/>
          <p:cNvSpPr/>
          <p:nvPr/>
        </p:nvSpPr>
        <p:spPr>
          <a:xfrm>
            <a:off x="4251960" y="2011680"/>
            <a:ext cx="3520440" cy="2926080"/>
          </a:xfrm>
          <a:prstGeom prst="roundRect">
            <a:avLst>
              <a:gd name="adj" fmla="val 2500"/>
            </a:avLst>
          </a:prstGeom>
          <a:solidFill>
            <a:srgbClr val="EDEDED"/>
          </a:solidFill>
          <a:ln w="12700">
            <a:solidFill>
              <a:srgbClr val="EDEDED"/>
            </a:solidFill>
            <a:prstDash val="solid"/>
          </a:ln>
        </p:spPr>
      </p:sp>
      <p:sp>
        <p:nvSpPr>
          <p:cNvPr id="10" name="Text 8"/>
          <p:cNvSpPr txBox="1"/>
          <p:nvPr/>
        </p:nvSpPr>
        <p:spPr>
          <a:xfrm>
            <a:off x="4434840" y="2139696"/>
            <a:ext cx="315468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Suma de peores casos</a:t>
            </a:r>
            <a:endParaRPr lang="en-US" sz="1500" dirty="0"/>
          </a:p>
        </p:txBody>
      </p:sp>
      <p:sp>
        <p:nvSpPr>
          <p:cNvPr id="11" name="Text 9"/>
          <p:cNvSpPr txBox="1"/>
          <p:nvPr/>
        </p:nvSpPr>
        <p:spPr>
          <a:xfrm>
            <a:off x="4434840" y="2514600"/>
            <a:ext cx="3154680" cy="23317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Sumar el máximo de cada riesgo supone que TODOS ocurren y en su peor versión a la vez. La cifra resulta exagerada e improbable.</a:t>
            </a:r>
            <a:endParaRPr lang="en-US" sz="1300" dirty="0"/>
          </a:p>
        </p:txBody>
      </p:sp>
      <p:sp>
        <p:nvSpPr>
          <p:cNvPr id="12" name="Shape 10"/>
          <p:cNvSpPr/>
          <p:nvPr/>
        </p:nvSpPr>
        <p:spPr>
          <a:xfrm>
            <a:off x="7955280" y="2011680"/>
            <a:ext cx="3520440" cy="2926080"/>
          </a:xfrm>
          <a:prstGeom prst="roundRect">
            <a:avLst>
              <a:gd name="adj" fmla="val 2500"/>
            </a:avLst>
          </a:prstGeom>
          <a:solidFill>
            <a:srgbClr val="EDEDED"/>
          </a:solidFill>
          <a:ln w="12700">
            <a:solidFill>
              <a:srgbClr val="EDEDED"/>
            </a:solidFill>
            <a:prstDash val="solid"/>
          </a:ln>
        </p:spPr>
      </p:sp>
      <p:sp>
        <p:nvSpPr>
          <p:cNvPr id="13" name="Text 11"/>
          <p:cNvSpPr txBox="1"/>
          <p:nvPr/>
        </p:nvSpPr>
        <p:spPr>
          <a:xfrm>
            <a:off x="8138160" y="2139696"/>
            <a:ext cx="315468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Suma de valores esperados</a:t>
            </a:r>
            <a:endParaRPr lang="en-US" sz="1500" dirty="0"/>
          </a:p>
        </p:txBody>
      </p:sp>
      <p:sp>
        <p:nvSpPr>
          <p:cNvPr id="14" name="Text 12"/>
          <p:cNvSpPr txBox="1"/>
          <p:nvPr/>
        </p:nvSpPr>
        <p:spPr>
          <a:xfrm>
            <a:off x="8138160" y="2514600"/>
            <a:ext cx="3154680" cy="23317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Sumar probabilidad × impacto da el promedio, pero no dice cuánto margen hace falta para cubrir el 80 % de los casos.</a:t>
            </a:r>
            <a:endParaRPr lang="en-US" sz="1300" dirty="0"/>
          </a:p>
        </p:txBody>
      </p:sp>
      <p:sp>
        <p:nvSpPr>
          <p:cNvPr id="15" name="Shape 13"/>
          <p:cNvSpPr/>
          <p:nvPr/>
        </p:nvSpPr>
        <p:spPr>
          <a:xfrm>
            <a:off x="548640" y="5120640"/>
            <a:ext cx="11094415" cy="1005840"/>
          </a:xfrm>
          <a:prstGeom prst="roundRect">
            <a:avLst>
              <a:gd name="adj" fmla="val 7273"/>
            </a:avLst>
          </a:prstGeom>
          <a:solidFill>
            <a:srgbClr val="000000"/>
          </a:solidFill>
          <a:ln w="12700">
            <a:solidFill>
              <a:srgbClr val="000000"/>
            </a:solidFill>
            <a:prstDash val="solid"/>
          </a:ln>
        </p:spPr>
      </p:sp>
      <p:sp>
        <p:nvSpPr>
          <p:cNvPr id="16" name="Text 14"/>
          <p:cNvSpPr txBox="1"/>
          <p:nvPr/>
        </p:nvSpPr>
        <p:spPr>
          <a:xfrm>
            <a:off x="822960" y="5212080"/>
            <a:ext cx="10545775" cy="822960"/>
          </a:xfrm>
          <a:prstGeom prst="rect">
            <a:avLst/>
          </a:prstGeom>
          <a:noFill/>
          <a:ln/>
        </p:spPr>
        <p:txBody>
          <a:bodyPr wrap="square" lIns="0" tIns="0" rIns="0" bIns="0" rtlCol="0" anchor="ctr"/>
          <a:lstStyle/>
          <a:p>
            <a:pPr indent="0" marL="0">
              <a:buNone/>
            </a:pPr>
            <a:r>
              <a:rPr lang="en-US" sz="1450" dirty="0">
                <a:solidFill>
                  <a:srgbClr val="FFFFFF"/>
                </a:solidFill>
                <a:latin typeface="Arial" pitchFamily="34" charset="0"/>
                <a:ea typeface="Arial" pitchFamily="34" charset="-122"/>
                <a:cs typeface="Arial" pitchFamily="34" charset="-120"/>
              </a:rPr>
              <a:t>La simulación combina los riesgos como ocurren en la realidad (algunos sí, otros no, con impactos variables) y entrega la probabilidad de no superar cada monto. Así la contingencia se elige con un nivel de confianza explícito.</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a:t>
            </a:r>
            <a:endParaRPr lang="en-US" sz="1000" dirty="0"/>
          </a:p>
        </p:txBody>
      </p:sp>
      <p:sp>
        <p:nvSpPr>
          <p:cNvPr id="3"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400" b="1" spc="300" kern="0" dirty="0">
                <a:solidFill>
                  <a:srgbClr val="FFA028"/>
                </a:solidFill>
                <a:latin typeface="Arial" pitchFamily="34" charset="0"/>
                <a:ea typeface="Arial" pitchFamily="34" charset="-122"/>
                <a:cs typeface="Arial" pitchFamily="34" charset="-120"/>
              </a:rPr>
              <a:t>PARTE 1</a:t>
            </a:r>
            <a:endParaRPr lang="en-US" sz="1400" dirty="0"/>
          </a:p>
        </p:txBody>
      </p:sp>
      <p:sp>
        <p:nvSpPr>
          <p:cNvPr id="4" name="Text 2"/>
          <p:cNvSpPr txBox="1"/>
          <p:nvPr/>
        </p:nvSpPr>
        <p:spPr>
          <a:xfrm>
            <a:off x="548640" y="187452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Conceptos de riesgo</a:t>
            </a:r>
            <a:endParaRPr lang="en-US" sz="3800" dirty="0"/>
          </a:p>
        </p:txBody>
      </p:sp>
      <p:sp>
        <p:nvSpPr>
          <p:cNvPr id="5" name="Text 3"/>
          <p:cNvSpPr txBox="1"/>
          <p:nvPr/>
        </p:nvSpPr>
        <p:spPr>
          <a:xfrm>
            <a:off x="548640" y="2743200"/>
            <a:ext cx="10515600" cy="731520"/>
          </a:xfrm>
          <a:prstGeom prst="rect">
            <a:avLst/>
          </a:prstGeom>
          <a:noFill/>
          <a:ln/>
        </p:spPr>
        <p:txBody>
          <a:bodyPr wrap="square" lIns="0" tIns="0" rIns="0" bIns="0" rtlCol="0" anchor="t"/>
          <a:lstStyle/>
          <a:p>
            <a:pPr indent="0" marL="0">
              <a:buNone/>
            </a:pPr>
            <a:r>
              <a:rPr lang="en-US" sz="1700" dirty="0">
                <a:solidFill>
                  <a:srgbClr val="EDEDED"/>
                </a:solidFill>
                <a:latin typeface="Arial" pitchFamily="34" charset="0"/>
                <a:ea typeface="Arial" pitchFamily="34" charset="-122"/>
                <a:cs typeface="Arial" pitchFamily="34" charset="-120"/>
              </a:rPr>
              <a:t>El vocabulario del Estándar del PMI que usa la herramienta.</a:t>
            </a:r>
            <a:endParaRPr lang="en-US" sz="1700" dirty="0"/>
          </a:p>
        </p:txBody>
      </p:sp>
      <p:sp>
        <p:nvSpPr>
          <p:cNvPr id="6" name="Shape 4"/>
          <p:cNvSpPr/>
          <p:nvPr/>
        </p:nvSpPr>
        <p:spPr>
          <a:xfrm>
            <a:off x="548640" y="3749040"/>
            <a:ext cx="329184" cy="329184"/>
          </a:xfrm>
          <a:prstGeom prst="ellipse">
            <a:avLst/>
          </a:prstGeom>
          <a:solidFill>
            <a:srgbClr val="FFA028"/>
          </a:solidFill>
          <a:ln w="12700">
            <a:solidFill>
              <a:srgbClr val="FFA028"/>
            </a:solidFill>
            <a:prstDash val="solid"/>
          </a:ln>
        </p:spPr>
      </p:sp>
      <p:sp>
        <p:nvSpPr>
          <p:cNvPr id="7" name="Text 5"/>
          <p:cNvSpPr txBox="1"/>
          <p:nvPr/>
        </p:nvSpPr>
        <p:spPr>
          <a:xfrm>
            <a:off x="548640" y="3749040"/>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051560" y="3749040"/>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Amenazas y oportunidades</a:t>
            </a:r>
            <a:endParaRPr lang="en-US" sz="1400" dirty="0"/>
          </a:p>
        </p:txBody>
      </p:sp>
      <p:sp>
        <p:nvSpPr>
          <p:cNvPr id="9" name="Shape 7"/>
          <p:cNvSpPr/>
          <p:nvPr/>
        </p:nvSpPr>
        <p:spPr>
          <a:xfrm>
            <a:off x="548640" y="4224528"/>
            <a:ext cx="329184" cy="329184"/>
          </a:xfrm>
          <a:prstGeom prst="ellipse">
            <a:avLst/>
          </a:prstGeom>
          <a:solidFill>
            <a:srgbClr val="FFA028"/>
          </a:solidFill>
          <a:ln w="12700">
            <a:solidFill>
              <a:srgbClr val="FFA028"/>
            </a:solidFill>
            <a:prstDash val="solid"/>
          </a:ln>
        </p:spPr>
      </p:sp>
      <p:sp>
        <p:nvSpPr>
          <p:cNvPr id="10" name="Text 8"/>
          <p:cNvSpPr txBox="1"/>
          <p:nvPr/>
        </p:nvSpPr>
        <p:spPr>
          <a:xfrm>
            <a:off x="548640" y="4224528"/>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051560" y="4224528"/>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Reservas para contingencias y de gestión</a:t>
            </a:r>
            <a:endParaRPr lang="en-US" sz="1400" dirty="0"/>
          </a:p>
        </p:txBody>
      </p:sp>
      <p:sp>
        <p:nvSpPr>
          <p:cNvPr id="12" name="Shape 10"/>
          <p:cNvSpPr/>
          <p:nvPr/>
        </p:nvSpPr>
        <p:spPr>
          <a:xfrm>
            <a:off x="548640" y="4700016"/>
            <a:ext cx="329184" cy="329184"/>
          </a:xfrm>
          <a:prstGeom prst="ellipse">
            <a:avLst/>
          </a:prstGeom>
          <a:solidFill>
            <a:srgbClr val="FFA028"/>
          </a:solidFill>
          <a:ln w="12700">
            <a:solidFill>
              <a:srgbClr val="FFA028"/>
            </a:solidFill>
            <a:prstDash val="solid"/>
          </a:ln>
        </p:spPr>
      </p:sp>
      <p:sp>
        <p:nvSpPr>
          <p:cNvPr id="13" name="Text 11"/>
          <p:cNvSpPr txBox="1"/>
          <p:nvPr/>
        </p:nvSpPr>
        <p:spPr>
          <a:xfrm>
            <a:off x="548640" y="4700016"/>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3</a:t>
            </a:r>
            <a:endParaRPr lang="en-US" sz="1100" dirty="0"/>
          </a:p>
        </p:txBody>
      </p:sp>
      <p:sp>
        <p:nvSpPr>
          <p:cNvPr id="14" name="Text 12"/>
          <p:cNvSpPr txBox="1"/>
          <p:nvPr/>
        </p:nvSpPr>
        <p:spPr>
          <a:xfrm>
            <a:off x="1051560" y="4700016"/>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Valor monetario esperado</a:t>
            </a:r>
            <a:endParaRPr lang="en-US" sz="1400" dirty="0"/>
          </a:p>
        </p:txBody>
      </p:sp>
      <p:sp>
        <p:nvSpPr>
          <p:cNvPr id="15" name="Shape 13"/>
          <p:cNvSpPr/>
          <p:nvPr/>
        </p:nvSpPr>
        <p:spPr>
          <a:xfrm>
            <a:off x="548640" y="5175504"/>
            <a:ext cx="329184" cy="329184"/>
          </a:xfrm>
          <a:prstGeom prst="ellipse">
            <a:avLst/>
          </a:prstGeom>
          <a:solidFill>
            <a:srgbClr val="FFA028"/>
          </a:solidFill>
          <a:ln w="12700">
            <a:solidFill>
              <a:srgbClr val="FFA028"/>
            </a:solidFill>
            <a:prstDash val="solid"/>
          </a:ln>
        </p:spPr>
      </p:sp>
      <p:sp>
        <p:nvSpPr>
          <p:cNvPr id="16" name="Text 14"/>
          <p:cNvSpPr txBox="1"/>
          <p:nvPr/>
        </p:nvSpPr>
        <p:spPr>
          <a:xfrm>
            <a:off x="548640" y="5175504"/>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4</a:t>
            </a:r>
            <a:endParaRPr lang="en-US" sz="1100" dirty="0"/>
          </a:p>
        </p:txBody>
      </p:sp>
      <p:sp>
        <p:nvSpPr>
          <p:cNvPr id="17" name="Text 15"/>
          <p:cNvSpPr txBox="1"/>
          <p:nvPr/>
        </p:nvSpPr>
        <p:spPr>
          <a:xfrm>
            <a:off x="1051560" y="5175504"/>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Qué es una simulación Montecarlo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1 · CONCEPTOS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Riesgo: amenaza u oportunidad</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Un riesgo es un evento o condición incierta que, si ocurre, afecta al menos un objetivo del proyecto (PMI).</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a:t>
            </a:r>
            <a:endParaRPr lang="en-US" sz="1000" dirty="0"/>
          </a:p>
        </p:txBody>
      </p:sp>
      <p:sp>
        <p:nvSpPr>
          <p:cNvPr id="6" name="Shape 4"/>
          <p:cNvSpPr/>
          <p:nvPr/>
        </p:nvSpPr>
        <p:spPr>
          <a:xfrm>
            <a:off x="548640" y="2011680"/>
            <a:ext cx="5394960" cy="2194560"/>
          </a:xfrm>
          <a:prstGeom prst="roundRect">
            <a:avLst>
              <a:gd name="adj" fmla="val 3333"/>
            </a:avLst>
          </a:prstGeom>
          <a:solidFill>
            <a:srgbClr val="FFF0D6"/>
          </a:solidFill>
          <a:ln w="12700">
            <a:solidFill>
              <a:srgbClr val="FFF0D6"/>
            </a:solidFill>
            <a:prstDash val="solid"/>
          </a:ln>
        </p:spPr>
      </p:sp>
      <p:sp>
        <p:nvSpPr>
          <p:cNvPr id="7" name="Text 5"/>
          <p:cNvSpPr txBox="1"/>
          <p:nvPr/>
        </p:nvSpPr>
        <p:spPr>
          <a:xfrm>
            <a:off x="731520" y="213969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Amenaza (efecto negativo)</a:t>
            </a:r>
            <a:endParaRPr lang="en-US" sz="1500" dirty="0"/>
          </a:p>
        </p:txBody>
      </p:sp>
      <p:sp>
        <p:nvSpPr>
          <p:cNvPr id="8" name="Text 6"/>
          <p:cNvSpPr txBox="1"/>
          <p:nvPr/>
        </p:nvSpPr>
        <p:spPr>
          <a:xfrm>
            <a:off x="731520" y="2514600"/>
            <a:ext cx="5029200" cy="160020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Aumenta el costo, alarga el plazo o consume horas hombre adicionales.</a:t>
            </a:r>
            <a:endParaRPr lang="en-US" sz="1300" dirty="0"/>
          </a:p>
          <a:p>
            <a:pPr indent="0" marL="0">
              <a:buNone/>
            </a:pPr>
            <a:r>
              <a:rPr lang="en-US" sz="1300" dirty="0">
                <a:solidFill>
                  <a:srgbClr val="333333"/>
                </a:solidFill>
                <a:latin typeface="Arial" pitchFamily="34" charset="0"/>
                <a:ea typeface="Arial" pitchFamily="34" charset="-122"/>
                <a:cs typeface="Arial" pitchFamily="34" charset="-120"/>
              </a:rPr>
              <a:t>Ejemplo: demora en la aprobación de planos por la Supervisión; no conformidades en tarrajeo.</a:t>
            </a:r>
            <a:endParaRPr lang="en-US" sz="1300" dirty="0"/>
          </a:p>
        </p:txBody>
      </p:sp>
      <p:sp>
        <p:nvSpPr>
          <p:cNvPr id="9" name="Shape 7"/>
          <p:cNvSpPr/>
          <p:nvPr/>
        </p:nvSpPr>
        <p:spPr>
          <a:xfrm>
            <a:off x="6172200" y="2011680"/>
            <a:ext cx="5394960" cy="2194560"/>
          </a:xfrm>
          <a:prstGeom prst="roundRect">
            <a:avLst>
              <a:gd name="adj" fmla="val 3333"/>
            </a:avLst>
          </a:prstGeom>
          <a:solidFill>
            <a:srgbClr val="FFF7EB"/>
          </a:solidFill>
          <a:ln w="12700">
            <a:solidFill>
              <a:srgbClr val="FFF7EB"/>
            </a:solidFill>
            <a:prstDash val="solid"/>
          </a:ln>
        </p:spPr>
      </p:sp>
      <p:sp>
        <p:nvSpPr>
          <p:cNvPr id="10" name="Text 8"/>
          <p:cNvSpPr txBox="1"/>
          <p:nvPr/>
        </p:nvSpPr>
        <p:spPr>
          <a:xfrm>
            <a:off x="6355080" y="213969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Oportunidad (efecto positivo)</a:t>
            </a:r>
            <a:endParaRPr lang="en-US" sz="1500" dirty="0"/>
          </a:p>
        </p:txBody>
      </p:sp>
      <p:sp>
        <p:nvSpPr>
          <p:cNvPr id="11" name="Text 9"/>
          <p:cNvSpPr txBox="1"/>
          <p:nvPr/>
        </p:nvSpPr>
        <p:spPr>
          <a:xfrm>
            <a:off x="6355080" y="2514600"/>
            <a:ext cx="5029200" cy="160020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Reduce el costo o el plazo si ocurre.</a:t>
            </a:r>
            <a:endParaRPr lang="en-US" sz="1300" dirty="0"/>
          </a:p>
          <a:p>
            <a:pPr indent="0" marL="0">
              <a:buNone/>
            </a:pPr>
            <a:r>
              <a:rPr lang="en-US" sz="1300" dirty="0">
                <a:solidFill>
                  <a:srgbClr val="333333"/>
                </a:solidFill>
                <a:latin typeface="Arial" pitchFamily="34" charset="0"/>
                <a:ea typeface="Arial" pitchFamily="34" charset="-122"/>
                <a:cs typeface="Arial" pitchFamily="34" charset="-120"/>
              </a:rPr>
              <a:t>Ejemplo: el proveedor adelanta la entrega de acero; se aprueba una ingeniería de valor.</a:t>
            </a:r>
            <a:endParaRPr lang="en-US" sz="1300" dirty="0"/>
          </a:p>
        </p:txBody>
      </p:sp>
      <p:sp>
        <p:nvSpPr>
          <p:cNvPr id="12" name="Shape 10"/>
          <p:cNvSpPr/>
          <p:nvPr/>
        </p:nvSpPr>
        <p:spPr>
          <a:xfrm>
            <a:off x="548640" y="4434840"/>
            <a:ext cx="5394960" cy="1737360"/>
          </a:xfrm>
          <a:prstGeom prst="roundRect">
            <a:avLst>
              <a:gd name="adj" fmla="val 4211"/>
            </a:avLst>
          </a:prstGeom>
          <a:solidFill>
            <a:srgbClr val="EDEDED"/>
          </a:solidFill>
          <a:ln w="12700">
            <a:solidFill>
              <a:srgbClr val="EDEDED"/>
            </a:solidFill>
            <a:prstDash val="solid"/>
          </a:ln>
        </p:spPr>
      </p:sp>
      <p:sp>
        <p:nvSpPr>
          <p:cNvPr id="13" name="Text 11"/>
          <p:cNvSpPr txBox="1"/>
          <p:nvPr/>
        </p:nvSpPr>
        <p:spPr>
          <a:xfrm>
            <a:off x="731520" y="456285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Riesgo individual</a:t>
            </a:r>
            <a:endParaRPr lang="en-US" sz="1500" dirty="0"/>
          </a:p>
        </p:txBody>
      </p:sp>
      <p:sp>
        <p:nvSpPr>
          <p:cNvPr id="14" name="Text 12"/>
          <p:cNvSpPr txBox="1"/>
          <p:nvPr/>
        </p:nvSpPr>
        <p:spPr>
          <a:xfrm>
            <a:off x="731520" y="4937760"/>
            <a:ext cx="5029200" cy="114300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Cada fila del registro. Tiene causa, probabilidad, impacto y dueño.</a:t>
            </a:r>
            <a:endParaRPr lang="en-US" sz="1300" dirty="0"/>
          </a:p>
        </p:txBody>
      </p:sp>
      <p:sp>
        <p:nvSpPr>
          <p:cNvPr id="15" name="Shape 13"/>
          <p:cNvSpPr/>
          <p:nvPr/>
        </p:nvSpPr>
        <p:spPr>
          <a:xfrm>
            <a:off x="6172200" y="4434840"/>
            <a:ext cx="5394960" cy="1737360"/>
          </a:xfrm>
          <a:prstGeom prst="roundRect">
            <a:avLst>
              <a:gd name="adj" fmla="val 4211"/>
            </a:avLst>
          </a:prstGeom>
          <a:solidFill>
            <a:srgbClr val="EDEDED"/>
          </a:solidFill>
          <a:ln w="12700">
            <a:solidFill>
              <a:srgbClr val="EDEDED"/>
            </a:solidFill>
            <a:prstDash val="solid"/>
          </a:ln>
        </p:spPr>
      </p:sp>
      <p:sp>
        <p:nvSpPr>
          <p:cNvPr id="16" name="Text 14"/>
          <p:cNvSpPr txBox="1"/>
          <p:nvPr/>
        </p:nvSpPr>
        <p:spPr>
          <a:xfrm>
            <a:off x="6355080" y="456285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Riesgo general del proyecto</a:t>
            </a:r>
            <a:endParaRPr lang="en-US" sz="1500" dirty="0"/>
          </a:p>
        </p:txBody>
      </p:sp>
      <p:sp>
        <p:nvSpPr>
          <p:cNvPr id="17" name="Text 15"/>
          <p:cNvSpPr txBox="1"/>
          <p:nvPr/>
        </p:nvSpPr>
        <p:spPr>
          <a:xfrm>
            <a:off x="6355080" y="4937760"/>
            <a:ext cx="5029200" cy="114300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El efecto combinado de toda la incertidumbre. Es lo que mide la simulación: la curva S del total.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1 · CONCEPTOS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Dos reservas distintas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El presupuesto se arma por capas. La herramienta calcula la segunda y aplica la tercera como porcentaje.</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7</a:t>
            </a:r>
            <a:endParaRPr lang="en-US" sz="1000" dirty="0"/>
          </a:p>
        </p:txBody>
      </p:sp>
      <p:sp>
        <p:nvSpPr>
          <p:cNvPr id="6" name="Shape 4"/>
          <p:cNvSpPr/>
          <p:nvPr/>
        </p:nvSpPr>
        <p:spPr>
          <a:xfrm>
            <a:off x="548640" y="3637483"/>
            <a:ext cx="3840480" cy="1757477"/>
          </a:xfrm>
          <a:prstGeom prst="rect">
            <a:avLst/>
          </a:prstGeom>
          <a:solidFill>
            <a:srgbClr val="EDEDED"/>
          </a:solidFill>
          <a:ln w="25400">
            <a:solidFill>
              <a:srgbClr val="FFFFFF"/>
            </a:solidFill>
            <a:prstDash val="solid"/>
          </a:ln>
        </p:spPr>
      </p:sp>
      <p:sp>
        <p:nvSpPr>
          <p:cNvPr id="7" name="Text 5"/>
          <p:cNvSpPr txBox="1"/>
          <p:nvPr/>
        </p:nvSpPr>
        <p:spPr>
          <a:xfrm>
            <a:off x="731520" y="3637483"/>
            <a:ext cx="3474720" cy="1757477"/>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Línea base</a:t>
            </a:r>
            <a:endParaRPr lang="en-US" sz="1500" dirty="0"/>
          </a:p>
        </p:txBody>
      </p:sp>
      <p:sp>
        <p:nvSpPr>
          <p:cNvPr id="8" name="Text 6"/>
          <p:cNvSpPr txBox="1"/>
          <p:nvPr/>
        </p:nvSpPr>
        <p:spPr>
          <a:xfrm>
            <a:off x="4754880" y="3683203"/>
            <a:ext cx="6858000" cy="1711757"/>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Costo y plazo del contrato sin riesgos (S/ 200 M y 730 días, supuestos).</a:t>
            </a:r>
            <a:endParaRPr lang="en-US" sz="1400" dirty="0"/>
          </a:p>
        </p:txBody>
      </p:sp>
      <p:sp>
        <p:nvSpPr>
          <p:cNvPr id="9" name="Shape 7"/>
          <p:cNvSpPr/>
          <p:nvPr/>
        </p:nvSpPr>
        <p:spPr>
          <a:xfrm>
            <a:off x="548640" y="2730398"/>
            <a:ext cx="3840480" cy="907085"/>
          </a:xfrm>
          <a:prstGeom prst="rect">
            <a:avLst/>
          </a:prstGeom>
          <a:solidFill>
            <a:srgbClr val="FFA028"/>
          </a:solidFill>
          <a:ln w="25400">
            <a:solidFill>
              <a:srgbClr val="FFFFFF"/>
            </a:solidFill>
            <a:prstDash val="solid"/>
          </a:ln>
        </p:spPr>
      </p:sp>
      <p:sp>
        <p:nvSpPr>
          <p:cNvPr id="10" name="Text 8"/>
          <p:cNvSpPr txBox="1"/>
          <p:nvPr/>
        </p:nvSpPr>
        <p:spPr>
          <a:xfrm>
            <a:off x="731520" y="2730398"/>
            <a:ext cx="3474720" cy="907085"/>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Reserva para contingencias</a:t>
            </a:r>
            <a:endParaRPr lang="en-US" sz="1500" dirty="0"/>
          </a:p>
        </p:txBody>
      </p:sp>
      <p:sp>
        <p:nvSpPr>
          <p:cNvPr id="11" name="Text 9"/>
          <p:cNvSpPr txBox="1"/>
          <p:nvPr/>
        </p:nvSpPr>
        <p:spPr>
          <a:xfrm>
            <a:off x="4754880" y="2776118"/>
            <a:ext cx="6858000" cy="861365"/>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Para los riesgos IDENTIFICADOS del registro. Se calcula con la simulación: el P80 del impacto total.</a:t>
            </a:r>
            <a:endParaRPr lang="en-US" sz="1400" dirty="0"/>
          </a:p>
        </p:txBody>
      </p:sp>
      <p:sp>
        <p:nvSpPr>
          <p:cNvPr id="12" name="Shape 10"/>
          <p:cNvSpPr/>
          <p:nvPr/>
        </p:nvSpPr>
        <p:spPr>
          <a:xfrm>
            <a:off x="548640" y="2106778"/>
            <a:ext cx="3840480" cy="623621"/>
          </a:xfrm>
          <a:prstGeom prst="rect">
            <a:avLst/>
          </a:prstGeom>
          <a:solidFill>
            <a:srgbClr val="000000"/>
          </a:solidFill>
          <a:ln w="25400">
            <a:solidFill>
              <a:srgbClr val="FFFFFF"/>
            </a:solidFill>
            <a:prstDash val="solid"/>
          </a:ln>
        </p:spPr>
      </p:sp>
      <p:sp>
        <p:nvSpPr>
          <p:cNvPr id="13" name="Text 11"/>
          <p:cNvSpPr txBox="1"/>
          <p:nvPr/>
        </p:nvSpPr>
        <p:spPr>
          <a:xfrm>
            <a:off x="731520" y="2106778"/>
            <a:ext cx="3474720" cy="623621"/>
          </a:xfrm>
          <a:prstGeom prst="rect">
            <a:avLst/>
          </a:prstGeom>
          <a:noFill/>
          <a:ln/>
        </p:spPr>
        <p:txBody>
          <a:bodyPr wrap="square" lIns="0" tIns="0" rIns="0" bIns="0" rtlCol="0" anchor="ctr"/>
          <a:lstStyle/>
          <a:p>
            <a:pPr indent="0" marL="0">
              <a:buNone/>
            </a:pPr>
            <a:r>
              <a:rPr lang="en-US" sz="1500" b="1" dirty="0">
                <a:solidFill>
                  <a:srgbClr val="FFA028"/>
                </a:solidFill>
                <a:latin typeface="Arial" pitchFamily="34" charset="0"/>
                <a:ea typeface="Arial" pitchFamily="34" charset="-122"/>
                <a:cs typeface="Arial" pitchFamily="34" charset="-120"/>
              </a:rPr>
              <a:t>Reserva de gestión</a:t>
            </a:r>
            <a:endParaRPr lang="en-US" sz="1500" dirty="0"/>
          </a:p>
        </p:txBody>
      </p:sp>
      <p:sp>
        <p:nvSpPr>
          <p:cNvPr id="14" name="Text 12"/>
          <p:cNvSpPr txBox="1"/>
          <p:nvPr/>
        </p:nvSpPr>
        <p:spPr>
          <a:xfrm>
            <a:off x="4754880" y="2152498"/>
            <a:ext cx="6858000" cy="577901"/>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Para lo NO previsto. No se simula: es un % de la base definido por la organización.</a:t>
            </a:r>
            <a:endParaRPr lang="en-US" sz="1400" dirty="0"/>
          </a:p>
        </p:txBody>
      </p:sp>
      <p:sp>
        <p:nvSpPr>
          <p:cNvPr id="15" name="Text 13"/>
          <p:cNvSpPr txBox="1"/>
          <p:nvPr/>
        </p:nvSpPr>
        <p:spPr>
          <a:xfrm>
            <a:off x="548640" y="5623560"/>
            <a:ext cx="11094415" cy="41148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Presupuesto recomendado = línea base + reserva para contingencias + reserva de gestión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1 · CONCEPTOS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Valor monetario esperado (VME)</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VME = probabilidad × impacto medio. Es el «costo promedio» de un riesgo si el proyecto se repitiera muchas veces.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6583680" cy="914400"/>
        </p:xfrm>
        <a:graphic>
          <a:graphicData uri="http://schemas.openxmlformats.org/drawingml/2006/table">
            <a:tbl>
              <a:tblPr/>
              <a:tblGrid>
                <a:gridCol w="2651760"/>
                <a:gridCol w="1188720"/>
                <a:gridCol w="1371600"/>
                <a:gridCol w="1371600"/>
              </a:tblGrid>
              <a:tr h="457200">
                <a:tc>
                  <a:txBody>
                    <a:bodyPr/>
                    <a:lstStyle/>
                    <a:p>
                      <a:pPr indent="0" marL="0">
                        <a:buNone/>
                      </a:pPr>
                      <a:r>
                        <a:rPr lang="en-US" sz="1200" b="1" dirty="0">
                          <a:solidFill>
                            <a:srgbClr val="FFA028"/>
                          </a:solidFill>
                          <a:latin typeface="Arial" pitchFamily="34" charset="0"/>
                          <a:ea typeface="Arial" pitchFamily="34" charset="-122"/>
                          <a:cs typeface="Arial" pitchFamily="34" charset="-120"/>
                        </a:rPr>
                        <a:t>Riesgo</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Probabilidad</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Impacto medio</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VME</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R-11 Demora de aprobaciones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0,55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666 667</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366 667</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R-06 NC en tarrajeo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0,35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441 667</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154 583</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Oportunidad: entrega adelantada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0,30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 S/ 200 000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 S/ 60 000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Total</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461 250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7" name="Shape 4"/>
          <p:cNvSpPr/>
          <p:nvPr/>
        </p:nvSpPr>
        <p:spPr>
          <a:xfrm>
            <a:off x="7406640" y="2011680"/>
            <a:ext cx="4206240" cy="2011680"/>
          </a:xfrm>
          <a:prstGeom prst="roundRect">
            <a:avLst>
              <a:gd name="adj" fmla="val 3636"/>
            </a:avLst>
          </a:prstGeom>
          <a:solidFill>
            <a:srgbClr val="FFF7EB"/>
          </a:solidFill>
          <a:ln w="12700">
            <a:solidFill>
              <a:srgbClr val="FFF7EB"/>
            </a:solidFill>
            <a:prstDash val="solid"/>
          </a:ln>
        </p:spPr>
      </p:sp>
      <p:sp>
        <p:nvSpPr>
          <p:cNvPr id="8" name="Text 5"/>
          <p:cNvSpPr txBox="1"/>
          <p:nvPr/>
        </p:nvSpPr>
        <p:spPr>
          <a:xfrm>
            <a:off x="7589520" y="2139696"/>
            <a:ext cx="384048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Para qué sirve</a:t>
            </a:r>
            <a:endParaRPr lang="en-US" sz="1500" dirty="0"/>
          </a:p>
        </p:txBody>
      </p:sp>
      <p:sp>
        <p:nvSpPr>
          <p:cNvPr id="9" name="Text 6"/>
          <p:cNvSpPr txBox="1"/>
          <p:nvPr/>
        </p:nvSpPr>
        <p:spPr>
          <a:xfrm>
            <a:off x="7589520" y="2514600"/>
            <a:ext cx="3840480" cy="14173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Ordenar riesgos por importancia y comprobar la simulación: la media simulada debe parecerse al VME total (RESULTADOS lo compara).</a:t>
            </a:r>
            <a:endParaRPr lang="en-US" sz="1300" dirty="0"/>
          </a:p>
        </p:txBody>
      </p:sp>
      <p:sp>
        <p:nvSpPr>
          <p:cNvPr id="10" name="Shape 7"/>
          <p:cNvSpPr/>
          <p:nvPr/>
        </p:nvSpPr>
        <p:spPr>
          <a:xfrm>
            <a:off x="7406640" y="4206240"/>
            <a:ext cx="4206240" cy="1920240"/>
          </a:xfrm>
          <a:prstGeom prst="roundRect">
            <a:avLst>
              <a:gd name="adj" fmla="val 3810"/>
            </a:avLst>
          </a:prstGeom>
          <a:solidFill>
            <a:srgbClr val="FFF0D6"/>
          </a:solidFill>
          <a:ln w="12700">
            <a:solidFill>
              <a:srgbClr val="FFF0D6"/>
            </a:solidFill>
            <a:prstDash val="solid"/>
          </a:ln>
        </p:spPr>
      </p:sp>
      <p:sp>
        <p:nvSpPr>
          <p:cNvPr id="11" name="Text 8"/>
          <p:cNvSpPr txBox="1"/>
          <p:nvPr/>
        </p:nvSpPr>
        <p:spPr>
          <a:xfrm>
            <a:off x="7589520" y="4334256"/>
            <a:ext cx="384048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Lo que NO dice</a:t>
            </a:r>
            <a:endParaRPr lang="en-US" sz="1500" dirty="0"/>
          </a:p>
        </p:txBody>
      </p:sp>
      <p:sp>
        <p:nvSpPr>
          <p:cNvPr id="12" name="Text 9"/>
          <p:cNvSpPr txBox="1"/>
          <p:nvPr/>
        </p:nvSpPr>
        <p:spPr>
          <a:xfrm>
            <a:off x="7589520" y="4709160"/>
            <a:ext cx="3840480" cy="13258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Cuánto margen se necesita. El VME es un promedio: la mitad de las veces el proyecto lo supera. Por eso la contingencia se lee en la curva S.</a:t>
            </a:r>
            <a:endParaRPr lang="en-US" sz="1300" dirty="0"/>
          </a:p>
        </p:txBody>
      </p:sp>
      <p:sp>
        <p:nvSpPr>
          <p:cNvPr id="13" name="Text 10"/>
          <p:cNvSpPr txBox="1"/>
          <p:nvPr/>
        </p:nvSpPr>
        <p:spPr>
          <a:xfrm>
            <a:off x="548640" y="6400800"/>
            <a:ext cx="10362895" cy="320040"/>
          </a:xfrm>
          <a:prstGeom prst="rect">
            <a:avLst/>
          </a:prstGeom>
          <a:noFill/>
          <a:ln/>
        </p:spPr>
        <p:txBody>
          <a:bodyPr wrap="square" lIns="0" tIns="0" rIns="0" bIns="0" rtlCol="0" anchor="t"/>
          <a:lstStyle/>
          <a:p>
            <a:pPr indent="0" marL="0">
              <a:buNone/>
            </a:pPr>
            <a:r>
              <a:rPr lang="en-US" sz="1000" i="1" dirty="0">
                <a:solidFill>
                  <a:srgbClr val="6B6B6B"/>
                </a:solidFill>
                <a:latin typeface="Arial" pitchFamily="34" charset="0"/>
                <a:ea typeface="Arial" pitchFamily="34" charset="-122"/>
                <a:cs typeface="Arial" pitchFamily="34" charset="-120"/>
              </a:rPr>
              <a:t>Impacto medio de PERT = (mínimo + 4 × moda + máximo) / 6. Ejemplo R-11: (200 000 + 4 × 600 000 + 1 400 000) / 6 = 666 667.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1 · CONCEPTOS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Qué es una simulación Montecarlo</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Se «juega» el proyecto miles de veces con dados cargados según las estimaciones, y se observa qué pasa.</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9</a:t>
            </a:r>
            <a:endParaRPr lang="en-US" sz="1000" dirty="0"/>
          </a:p>
        </p:txBody>
      </p:sp>
      <p:graphicFrame>
        <p:nvGraphicFramePr>
          <p:cNvPr id="6" name="Chart 0" descr=""/>
          <p:cNvGraphicFramePr/>
          <p:nvPr/>
        </p:nvGraphicFramePr>
        <p:xfrm>
          <a:off x="548640" y="2011680"/>
          <a:ext cx="5852160" cy="3657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6675120" y="2057400"/>
            <a:ext cx="4937760" cy="39319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Cada iteración es un proyecto posible: se sortea qué riesgos ocurren y cuánto impactan.</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Con 10 000 iteraciones hay 10 000 totales posibles: su distribución es el resultado.</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El error baja con la raíz de N: para reducirlo a la mitad hacen falta 4 veces más iteraciones.</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La macro usa un generador de alta calidad (MRG32k3a) y una semilla: con la misma semilla se obtiene exactamente el mismo resultado.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10</a:t>
            </a:r>
            <a:endParaRPr lang="en-US" sz="1000" dirty="0"/>
          </a:p>
        </p:txBody>
      </p:sp>
      <p:sp>
        <p:nvSpPr>
          <p:cNvPr id="3"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400" b="1" spc="300" kern="0" dirty="0">
                <a:solidFill>
                  <a:srgbClr val="FFA028"/>
                </a:solidFill>
                <a:latin typeface="Arial" pitchFamily="34" charset="0"/>
                <a:ea typeface="Arial" pitchFamily="34" charset="-122"/>
                <a:cs typeface="Arial" pitchFamily="34" charset="-120"/>
              </a:rPr>
              <a:t>PARTE 2</a:t>
            </a:r>
            <a:endParaRPr lang="en-US" sz="1400" dirty="0"/>
          </a:p>
        </p:txBody>
      </p:sp>
      <p:sp>
        <p:nvSpPr>
          <p:cNvPr id="4" name="Text 2"/>
          <p:cNvSpPr txBox="1"/>
          <p:nvPr/>
        </p:nvSpPr>
        <p:spPr>
          <a:xfrm>
            <a:off x="548640" y="187452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La herramienta</a:t>
            </a:r>
            <a:endParaRPr lang="en-US" sz="3800" dirty="0"/>
          </a:p>
        </p:txBody>
      </p:sp>
      <p:sp>
        <p:nvSpPr>
          <p:cNvPr id="5" name="Text 3"/>
          <p:cNvSpPr txBox="1"/>
          <p:nvPr/>
        </p:nvSpPr>
        <p:spPr>
          <a:xfrm>
            <a:off x="548640" y="2743200"/>
            <a:ext cx="10515600" cy="731520"/>
          </a:xfrm>
          <a:prstGeom prst="rect">
            <a:avLst/>
          </a:prstGeom>
          <a:noFill/>
          <a:ln/>
        </p:spPr>
        <p:txBody>
          <a:bodyPr wrap="square" lIns="0" tIns="0" rIns="0" bIns="0" rtlCol="0" anchor="t"/>
          <a:lstStyle/>
          <a:p>
            <a:pPr indent="0" marL="0">
              <a:buNone/>
            </a:pPr>
            <a:r>
              <a:rPr lang="en-US" sz="1700" dirty="0">
                <a:solidFill>
                  <a:srgbClr val="EDEDED"/>
                </a:solidFill>
                <a:latin typeface="Arial" pitchFamily="34" charset="0"/>
                <a:ea typeface="Arial" pitchFamily="34" charset="-122"/>
                <a:cs typeface="Arial" pitchFamily="34" charset="-120"/>
              </a:rPr>
              <a:t>Cómo está organizado el libro y qué va en cada columna.</a:t>
            </a:r>
            <a:endParaRPr lang="en-US" sz="1700" dirty="0"/>
          </a:p>
        </p:txBody>
      </p:sp>
      <p:sp>
        <p:nvSpPr>
          <p:cNvPr id="6" name="Shape 4"/>
          <p:cNvSpPr/>
          <p:nvPr/>
        </p:nvSpPr>
        <p:spPr>
          <a:xfrm>
            <a:off x="548640" y="3749040"/>
            <a:ext cx="329184" cy="329184"/>
          </a:xfrm>
          <a:prstGeom prst="ellipse">
            <a:avLst/>
          </a:prstGeom>
          <a:solidFill>
            <a:srgbClr val="FFA028"/>
          </a:solidFill>
          <a:ln w="12700">
            <a:solidFill>
              <a:srgbClr val="FFA028"/>
            </a:solidFill>
            <a:prstDash val="solid"/>
          </a:ln>
        </p:spPr>
      </p:sp>
      <p:sp>
        <p:nvSpPr>
          <p:cNvPr id="7" name="Text 5"/>
          <p:cNvSpPr txBox="1"/>
          <p:nvPr/>
        </p:nvSpPr>
        <p:spPr>
          <a:xfrm>
            <a:off x="548640" y="3749040"/>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051560" y="3749040"/>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Flujo general y hojas</a:t>
            </a:r>
            <a:endParaRPr lang="en-US" sz="1400" dirty="0"/>
          </a:p>
        </p:txBody>
      </p:sp>
      <p:sp>
        <p:nvSpPr>
          <p:cNvPr id="9" name="Shape 7"/>
          <p:cNvSpPr/>
          <p:nvPr/>
        </p:nvSpPr>
        <p:spPr>
          <a:xfrm>
            <a:off x="548640" y="4224528"/>
            <a:ext cx="329184" cy="329184"/>
          </a:xfrm>
          <a:prstGeom prst="ellipse">
            <a:avLst/>
          </a:prstGeom>
          <a:solidFill>
            <a:srgbClr val="FFA028"/>
          </a:solidFill>
          <a:ln w="12700">
            <a:solidFill>
              <a:srgbClr val="FFA028"/>
            </a:solidFill>
            <a:prstDash val="solid"/>
          </a:ln>
        </p:spPr>
      </p:sp>
      <p:sp>
        <p:nvSpPr>
          <p:cNvPr id="10" name="Text 8"/>
          <p:cNvSpPr txBox="1"/>
          <p:nvPr/>
        </p:nvSpPr>
        <p:spPr>
          <a:xfrm>
            <a:off x="548640" y="4224528"/>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051560" y="4224528"/>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Configuración y dimensiones</a:t>
            </a:r>
            <a:endParaRPr lang="en-US" sz="1400" dirty="0"/>
          </a:p>
        </p:txBody>
      </p:sp>
      <p:sp>
        <p:nvSpPr>
          <p:cNvPr id="12" name="Shape 10"/>
          <p:cNvSpPr/>
          <p:nvPr/>
        </p:nvSpPr>
        <p:spPr>
          <a:xfrm>
            <a:off x="548640" y="4700016"/>
            <a:ext cx="329184" cy="329184"/>
          </a:xfrm>
          <a:prstGeom prst="ellipse">
            <a:avLst/>
          </a:prstGeom>
          <a:solidFill>
            <a:srgbClr val="FFA028"/>
          </a:solidFill>
          <a:ln w="12700">
            <a:solidFill>
              <a:srgbClr val="FFA028"/>
            </a:solidFill>
            <a:prstDash val="solid"/>
          </a:ln>
        </p:spPr>
      </p:sp>
      <p:sp>
        <p:nvSpPr>
          <p:cNvPr id="13" name="Text 11"/>
          <p:cNvSpPr txBox="1"/>
          <p:nvPr/>
        </p:nvSpPr>
        <p:spPr>
          <a:xfrm>
            <a:off x="548640" y="4700016"/>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3</a:t>
            </a:r>
            <a:endParaRPr lang="en-US" sz="1100" dirty="0"/>
          </a:p>
        </p:txBody>
      </p:sp>
      <p:sp>
        <p:nvSpPr>
          <p:cNvPr id="14" name="Text 12"/>
          <p:cNvSpPr txBox="1"/>
          <p:nvPr/>
        </p:nvSpPr>
        <p:spPr>
          <a:xfrm>
            <a:off x="1051560" y="4700016"/>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Columnas del registro de riesgos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2 · HERRAMIENTA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Flujo general de trabajo</a:t>
            </a:r>
            <a:endParaRPr lang="en-US" sz="2800" dirty="0"/>
          </a:p>
        </p:txBody>
      </p:sp>
      <p:sp>
        <p:nvSpPr>
          <p:cNvPr id="4" name="Text 2"/>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11</a:t>
            </a:r>
            <a:endParaRPr lang="en-US" sz="1000" dirty="0"/>
          </a:p>
        </p:txBody>
      </p:sp>
      <p:sp>
        <p:nvSpPr>
          <p:cNvPr id="5" name="Shape 3"/>
          <p:cNvSpPr/>
          <p:nvPr/>
        </p:nvSpPr>
        <p:spPr>
          <a:xfrm>
            <a:off x="548640" y="1737360"/>
            <a:ext cx="1691640" cy="2286000"/>
          </a:xfrm>
          <a:prstGeom prst="roundRect">
            <a:avLst>
              <a:gd name="adj" fmla="val 4324"/>
            </a:avLst>
          </a:prstGeom>
          <a:solidFill>
            <a:srgbClr val="FFF7EB"/>
          </a:solidFill>
          <a:ln w="12700">
            <a:solidFill>
              <a:srgbClr val="FFF7EB"/>
            </a:solidFill>
            <a:prstDash val="solid"/>
          </a:ln>
        </p:spPr>
      </p:sp>
      <p:sp>
        <p:nvSpPr>
          <p:cNvPr id="6" name="Shape 4"/>
          <p:cNvSpPr/>
          <p:nvPr/>
        </p:nvSpPr>
        <p:spPr>
          <a:xfrm>
            <a:off x="713232" y="1901952"/>
            <a:ext cx="457200" cy="457200"/>
          </a:xfrm>
          <a:prstGeom prst="ellipse">
            <a:avLst/>
          </a:prstGeom>
          <a:solidFill>
            <a:srgbClr val="FFA028"/>
          </a:solidFill>
          <a:ln w="12700">
            <a:solidFill>
              <a:srgbClr val="FFA028"/>
            </a:solidFill>
            <a:prstDash val="solid"/>
          </a:ln>
        </p:spPr>
      </p:sp>
      <p:sp>
        <p:nvSpPr>
          <p:cNvPr id="7" name="Text 5"/>
          <p:cNvSpPr txBox="1"/>
          <p:nvPr/>
        </p:nvSpPr>
        <p:spPr>
          <a:xfrm>
            <a:off x="713232" y="1901952"/>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685800" y="2468880"/>
            <a:ext cx="1463040" cy="4572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Registro</a:t>
            </a:r>
            <a:endParaRPr lang="en-US" sz="1400" dirty="0"/>
          </a:p>
        </p:txBody>
      </p:sp>
      <p:sp>
        <p:nvSpPr>
          <p:cNvPr id="9" name="Text 7"/>
          <p:cNvSpPr txBox="1"/>
          <p:nvPr/>
        </p:nvSpPr>
        <p:spPr>
          <a:xfrm>
            <a:off x="685800" y="2926080"/>
            <a:ext cx="1463040" cy="10058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Riesgos con probabilidad e impactos en PARAMETROS.</a:t>
            </a:r>
            <a:endParaRPr lang="en-US" sz="1200" dirty="0"/>
          </a:p>
        </p:txBody>
      </p:sp>
      <p:sp>
        <p:nvSpPr>
          <p:cNvPr id="10" name="Shape 8"/>
          <p:cNvSpPr/>
          <p:nvPr/>
        </p:nvSpPr>
        <p:spPr>
          <a:xfrm>
            <a:off x="2423160" y="1737360"/>
            <a:ext cx="1691640" cy="2286000"/>
          </a:xfrm>
          <a:prstGeom prst="roundRect">
            <a:avLst>
              <a:gd name="adj" fmla="val 4324"/>
            </a:avLst>
          </a:prstGeom>
          <a:solidFill>
            <a:srgbClr val="000000"/>
          </a:solidFill>
          <a:ln w="12700">
            <a:solidFill>
              <a:srgbClr val="000000"/>
            </a:solidFill>
            <a:prstDash val="solid"/>
          </a:ln>
        </p:spPr>
      </p:sp>
      <p:sp>
        <p:nvSpPr>
          <p:cNvPr id="11" name="Shape 9"/>
          <p:cNvSpPr/>
          <p:nvPr/>
        </p:nvSpPr>
        <p:spPr>
          <a:xfrm>
            <a:off x="2587752" y="1901952"/>
            <a:ext cx="457200" cy="457200"/>
          </a:xfrm>
          <a:prstGeom prst="ellipse">
            <a:avLst/>
          </a:prstGeom>
          <a:solidFill>
            <a:srgbClr val="FFA028"/>
          </a:solidFill>
          <a:ln w="12700">
            <a:solidFill>
              <a:srgbClr val="FFA028"/>
            </a:solidFill>
            <a:prstDash val="solid"/>
          </a:ln>
        </p:spPr>
      </p:sp>
      <p:sp>
        <p:nvSpPr>
          <p:cNvPr id="12" name="Text 10"/>
          <p:cNvSpPr txBox="1"/>
          <p:nvPr/>
        </p:nvSpPr>
        <p:spPr>
          <a:xfrm>
            <a:off x="2587752" y="1901952"/>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2560320" y="2468880"/>
            <a:ext cx="1463040" cy="457200"/>
          </a:xfrm>
          <a:prstGeom prst="rect">
            <a:avLst/>
          </a:prstGeom>
          <a:noFill/>
          <a:ln/>
        </p:spPr>
        <p:txBody>
          <a:bodyPr wrap="square" lIns="0" tIns="0" rIns="0" bIns="0" rtlCol="0" anchor="t"/>
          <a:lstStyle/>
          <a:p>
            <a:pPr indent="0" marL="0">
              <a:buNone/>
            </a:pPr>
            <a:r>
              <a:rPr lang="en-US" sz="1400" b="1" dirty="0">
                <a:solidFill>
                  <a:srgbClr val="FFA028"/>
                </a:solidFill>
                <a:latin typeface="Arial" pitchFamily="34" charset="0"/>
                <a:ea typeface="Arial" pitchFamily="34" charset="-122"/>
                <a:cs typeface="Arial" pitchFamily="34" charset="-120"/>
              </a:rPr>
              <a:t>Distribuciones</a:t>
            </a:r>
            <a:endParaRPr lang="en-US" sz="1400" dirty="0"/>
          </a:p>
        </p:txBody>
      </p:sp>
      <p:sp>
        <p:nvSpPr>
          <p:cNvPr id="14" name="Text 12"/>
          <p:cNvSpPr txBox="1"/>
          <p:nvPr/>
        </p:nvSpPr>
        <p:spPr>
          <a:xfrm>
            <a:off x="2560320" y="2926080"/>
            <a:ext cx="1463040" cy="100584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Cada impacto como rango, no como número.</a:t>
            </a:r>
            <a:endParaRPr lang="en-US" sz="1200" dirty="0"/>
          </a:p>
        </p:txBody>
      </p:sp>
      <p:sp>
        <p:nvSpPr>
          <p:cNvPr id="15" name="Shape 13"/>
          <p:cNvSpPr/>
          <p:nvPr/>
        </p:nvSpPr>
        <p:spPr>
          <a:xfrm>
            <a:off x="4297680" y="1737360"/>
            <a:ext cx="1691640" cy="2286000"/>
          </a:xfrm>
          <a:prstGeom prst="roundRect">
            <a:avLst>
              <a:gd name="adj" fmla="val 4324"/>
            </a:avLst>
          </a:prstGeom>
          <a:solidFill>
            <a:srgbClr val="FFF7EB"/>
          </a:solidFill>
          <a:ln w="12700">
            <a:solidFill>
              <a:srgbClr val="FFF7EB"/>
            </a:solidFill>
            <a:prstDash val="solid"/>
          </a:ln>
        </p:spPr>
      </p:sp>
      <p:sp>
        <p:nvSpPr>
          <p:cNvPr id="16" name="Shape 14"/>
          <p:cNvSpPr/>
          <p:nvPr/>
        </p:nvSpPr>
        <p:spPr>
          <a:xfrm>
            <a:off x="4462272" y="1901952"/>
            <a:ext cx="457200" cy="457200"/>
          </a:xfrm>
          <a:prstGeom prst="ellipse">
            <a:avLst/>
          </a:prstGeom>
          <a:solidFill>
            <a:srgbClr val="FFA028"/>
          </a:solidFill>
          <a:ln w="12700">
            <a:solidFill>
              <a:srgbClr val="FFA028"/>
            </a:solidFill>
            <a:prstDash val="solid"/>
          </a:ln>
        </p:spPr>
      </p:sp>
      <p:sp>
        <p:nvSpPr>
          <p:cNvPr id="17" name="Text 15"/>
          <p:cNvSpPr txBox="1"/>
          <p:nvPr/>
        </p:nvSpPr>
        <p:spPr>
          <a:xfrm>
            <a:off x="4462272" y="1901952"/>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4434840" y="2468880"/>
            <a:ext cx="1463040" cy="4572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Validación</a:t>
            </a:r>
            <a:endParaRPr lang="en-US" sz="1400" dirty="0"/>
          </a:p>
        </p:txBody>
      </p:sp>
      <p:sp>
        <p:nvSpPr>
          <p:cNvPr id="19" name="Text 17"/>
          <p:cNvSpPr txBox="1"/>
          <p:nvPr/>
        </p:nvSpPr>
        <p:spPr>
          <a:xfrm>
            <a:off x="4434840" y="2926080"/>
            <a:ext cx="1463040" cy="10058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La macro revisa datos y marca errores.</a:t>
            </a:r>
            <a:endParaRPr lang="en-US" sz="1200" dirty="0"/>
          </a:p>
        </p:txBody>
      </p:sp>
      <p:sp>
        <p:nvSpPr>
          <p:cNvPr id="20" name="Shape 18"/>
          <p:cNvSpPr/>
          <p:nvPr/>
        </p:nvSpPr>
        <p:spPr>
          <a:xfrm>
            <a:off x="6172200" y="1737360"/>
            <a:ext cx="1691640" cy="2286000"/>
          </a:xfrm>
          <a:prstGeom prst="roundRect">
            <a:avLst>
              <a:gd name="adj" fmla="val 4324"/>
            </a:avLst>
          </a:prstGeom>
          <a:solidFill>
            <a:srgbClr val="FFF7EB"/>
          </a:solidFill>
          <a:ln w="12700">
            <a:solidFill>
              <a:srgbClr val="FFF7EB"/>
            </a:solidFill>
            <a:prstDash val="solid"/>
          </a:ln>
        </p:spPr>
      </p:sp>
      <p:sp>
        <p:nvSpPr>
          <p:cNvPr id="21" name="Shape 19"/>
          <p:cNvSpPr/>
          <p:nvPr/>
        </p:nvSpPr>
        <p:spPr>
          <a:xfrm>
            <a:off x="6336792" y="1901952"/>
            <a:ext cx="457200" cy="457200"/>
          </a:xfrm>
          <a:prstGeom prst="ellipse">
            <a:avLst/>
          </a:prstGeom>
          <a:solidFill>
            <a:srgbClr val="FFA028"/>
          </a:solidFill>
          <a:ln w="12700">
            <a:solidFill>
              <a:srgbClr val="FFA028"/>
            </a:solidFill>
            <a:prstDash val="solid"/>
          </a:ln>
        </p:spPr>
      </p:sp>
      <p:sp>
        <p:nvSpPr>
          <p:cNvPr id="22" name="Text 20"/>
          <p:cNvSpPr txBox="1"/>
          <p:nvPr/>
        </p:nvSpPr>
        <p:spPr>
          <a:xfrm>
            <a:off x="6336792" y="1901952"/>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6309360" y="2468880"/>
            <a:ext cx="1463040" cy="4572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10 000 escenarios</a:t>
            </a:r>
            <a:endParaRPr lang="en-US" sz="1400" dirty="0"/>
          </a:p>
        </p:txBody>
      </p:sp>
      <p:sp>
        <p:nvSpPr>
          <p:cNvPr id="24" name="Text 22"/>
          <p:cNvSpPr txBox="1"/>
          <p:nvPr/>
        </p:nvSpPr>
        <p:spPr>
          <a:xfrm>
            <a:off x="6309360" y="2926080"/>
            <a:ext cx="1463040" cy="10058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Se juega el proyecto miles de veces.</a:t>
            </a:r>
            <a:endParaRPr lang="en-US" sz="1200" dirty="0"/>
          </a:p>
        </p:txBody>
      </p:sp>
      <p:sp>
        <p:nvSpPr>
          <p:cNvPr id="25" name="Shape 23"/>
          <p:cNvSpPr/>
          <p:nvPr/>
        </p:nvSpPr>
        <p:spPr>
          <a:xfrm>
            <a:off x="8046720" y="1737360"/>
            <a:ext cx="1691640" cy="2286000"/>
          </a:xfrm>
          <a:prstGeom prst="roundRect">
            <a:avLst>
              <a:gd name="adj" fmla="val 4324"/>
            </a:avLst>
          </a:prstGeom>
          <a:solidFill>
            <a:srgbClr val="FFF7EB"/>
          </a:solidFill>
          <a:ln w="12700">
            <a:solidFill>
              <a:srgbClr val="FFF7EB"/>
            </a:solidFill>
            <a:prstDash val="solid"/>
          </a:ln>
        </p:spPr>
      </p:sp>
      <p:sp>
        <p:nvSpPr>
          <p:cNvPr id="26" name="Shape 24"/>
          <p:cNvSpPr/>
          <p:nvPr/>
        </p:nvSpPr>
        <p:spPr>
          <a:xfrm>
            <a:off x="8211312" y="1901952"/>
            <a:ext cx="457200" cy="457200"/>
          </a:xfrm>
          <a:prstGeom prst="ellipse">
            <a:avLst/>
          </a:prstGeom>
          <a:solidFill>
            <a:srgbClr val="FFA028"/>
          </a:solidFill>
          <a:ln w="12700">
            <a:solidFill>
              <a:srgbClr val="FFA028"/>
            </a:solidFill>
            <a:prstDash val="solid"/>
          </a:ln>
        </p:spPr>
      </p:sp>
      <p:sp>
        <p:nvSpPr>
          <p:cNvPr id="27" name="Text 25"/>
          <p:cNvSpPr txBox="1"/>
          <p:nvPr/>
        </p:nvSpPr>
        <p:spPr>
          <a:xfrm>
            <a:off x="8211312" y="1901952"/>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5</a:t>
            </a:r>
            <a:endParaRPr lang="en-US" sz="1300" dirty="0"/>
          </a:p>
        </p:txBody>
      </p:sp>
      <p:sp>
        <p:nvSpPr>
          <p:cNvPr id="28" name="Text 26"/>
          <p:cNvSpPr txBox="1"/>
          <p:nvPr/>
        </p:nvSpPr>
        <p:spPr>
          <a:xfrm>
            <a:off x="8183880" y="2468880"/>
            <a:ext cx="1463040" cy="4572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Resultados</a:t>
            </a:r>
            <a:endParaRPr lang="en-US" sz="1400" dirty="0"/>
          </a:p>
        </p:txBody>
      </p:sp>
      <p:sp>
        <p:nvSpPr>
          <p:cNvPr id="29" name="Text 27"/>
          <p:cNvSpPr txBox="1"/>
          <p:nvPr/>
        </p:nvSpPr>
        <p:spPr>
          <a:xfrm>
            <a:off x="8183880" y="2926080"/>
            <a:ext cx="1463040" cy="10058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Curva S, tornado, rangos, matriz.</a:t>
            </a:r>
            <a:endParaRPr lang="en-US" sz="1200" dirty="0"/>
          </a:p>
        </p:txBody>
      </p:sp>
      <p:sp>
        <p:nvSpPr>
          <p:cNvPr id="30" name="Shape 28"/>
          <p:cNvSpPr/>
          <p:nvPr/>
        </p:nvSpPr>
        <p:spPr>
          <a:xfrm>
            <a:off x="9921240" y="1737360"/>
            <a:ext cx="1691640" cy="2286000"/>
          </a:xfrm>
          <a:prstGeom prst="roundRect">
            <a:avLst>
              <a:gd name="adj" fmla="val 4324"/>
            </a:avLst>
          </a:prstGeom>
          <a:solidFill>
            <a:srgbClr val="FFF7EB"/>
          </a:solidFill>
          <a:ln w="12700">
            <a:solidFill>
              <a:srgbClr val="FFF7EB"/>
            </a:solidFill>
            <a:prstDash val="solid"/>
          </a:ln>
        </p:spPr>
      </p:sp>
      <p:sp>
        <p:nvSpPr>
          <p:cNvPr id="31" name="Shape 29"/>
          <p:cNvSpPr/>
          <p:nvPr/>
        </p:nvSpPr>
        <p:spPr>
          <a:xfrm>
            <a:off x="10085832" y="1901952"/>
            <a:ext cx="457200" cy="457200"/>
          </a:xfrm>
          <a:prstGeom prst="ellipse">
            <a:avLst/>
          </a:prstGeom>
          <a:solidFill>
            <a:srgbClr val="FFA028"/>
          </a:solidFill>
          <a:ln w="12700">
            <a:solidFill>
              <a:srgbClr val="FFA028"/>
            </a:solidFill>
            <a:prstDash val="solid"/>
          </a:ln>
        </p:spPr>
      </p:sp>
      <p:sp>
        <p:nvSpPr>
          <p:cNvPr id="32" name="Text 30"/>
          <p:cNvSpPr txBox="1"/>
          <p:nvPr/>
        </p:nvSpPr>
        <p:spPr>
          <a:xfrm>
            <a:off x="10085832" y="1901952"/>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6</a:t>
            </a:r>
            <a:endParaRPr lang="en-US" sz="1300" dirty="0"/>
          </a:p>
        </p:txBody>
      </p:sp>
      <p:sp>
        <p:nvSpPr>
          <p:cNvPr id="33" name="Text 31"/>
          <p:cNvSpPr txBox="1"/>
          <p:nvPr/>
        </p:nvSpPr>
        <p:spPr>
          <a:xfrm>
            <a:off x="10058400" y="2468880"/>
            <a:ext cx="1463040" cy="45720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Contingencia</a:t>
            </a:r>
            <a:endParaRPr lang="en-US" sz="1400" dirty="0"/>
          </a:p>
        </p:txBody>
      </p:sp>
      <p:sp>
        <p:nvSpPr>
          <p:cNvPr id="34" name="Text 32"/>
          <p:cNvSpPr txBox="1"/>
          <p:nvPr/>
        </p:nvSpPr>
        <p:spPr>
          <a:xfrm>
            <a:off x="10058400" y="2926080"/>
            <a:ext cx="1463040" cy="100584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Se elige el nivel y se lee la reserva.</a:t>
            </a:r>
            <a:endParaRPr lang="en-US" sz="1200" dirty="0"/>
          </a:p>
        </p:txBody>
      </p:sp>
      <p:sp>
        <p:nvSpPr>
          <p:cNvPr id="35" name="Shape 33"/>
          <p:cNvSpPr/>
          <p:nvPr/>
        </p:nvSpPr>
        <p:spPr>
          <a:xfrm>
            <a:off x="548640" y="4297680"/>
            <a:ext cx="5394960" cy="1828800"/>
          </a:xfrm>
          <a:prstGeom prst="roundRect">
            <a:avLst>
              <a:gd name="adj" fmla="val 4000"/>
            </a:avLst>
          </a:prstGeom>
          <a:solidFill>
            <a:srgbClr val="FFF0D6"/>
          </a:solidFill>
          <a:ln w="12700">
            <a:solidFill>
              <a:srgbClr val="FFF0D6"/>
            </a:solidFill>
            <a:prstDash val="solid"/>
          </a:ln>
        </p:spPr>
      </p:sp>
      <p:sp>
        <p:nvSpPr>
          <p:cNvPr id="36" name="Text 34"/>
          <p:cNvSpPr txBox="1"/>
          <p:nvPr/>
        </p:nvSpPr>
        <p:spPr>
          <a:xfrm>
            <a:off x="731520" y="442569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Lo que hace usted</a:t>
            </a:r>
            <a:endParaRPr lang="en-US" sz="1500" dirty="0"/>
          </a:p>
        </p:txBody>
      </p:sp>
      <p:sp>
        <p:nvSpPr>
          <p:cNvPr id="37" name="Text 35"/>
          <p:cNvSpPr txBox="1"/>
          <p:nvPr/>
        </p:nvSpPr>
        <p:spPr>
          <a:xfrm>
            <a:off x="731520" y="4800600"/>
            <a:ext cx="5029200" cy="123444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Llenar el registro (pasos 1 y 2), pulsar los botones y leer los resultados. La calidad del resultado depende casi por completo de los pasos 1 y 2.</a:t>
            </a:r>
            <a:endParaRPr lang="en-US" sz="1300" dirty="0"/>
          </a:p>
        </p:txBody>
      </p:sp>
      <p:sp>
        <p:nvSpPr>
          <p:cNvPr id="38" name="Shape 36"/>
          <p:cNvSpPr/>
          <p:nvPr/>
        </p:nvSpPr>
        <p:spPr>
          <a:xfrm>
            <a:off x="6172200" y="4297680"/>
            <a:ext cx="5394960" cy="1828800"/>
          </a:xfrm>
          <a:prstGeom prst="roundRect">
            <a:avLst>
              <a:gd name="adj" fmla="val 4000"/>
            </a:avLst>
          </a:prstGeom>
          <a:solidFill>
            <a:srgbClr val="FFF7EB"/>
          </a:solidFill>
          <a:ln w="12700">
            <a:solidFill>
              <a:srgbClr val="FFF7EB"/>
            </a:solidFill>
            <a:prstDash val="solid"/>
          </a:ln>
        </p:spPr>
      </p:sp>
      <p:sp>
        <p:nvSpPr>
          <p:cNvPr id="39" name="Text 37"/>
          <p:cNvSpPr txBox="1"/>
          <p:nvPr/>
        </p:nvSpPr>
        <p:spPr>
          <a:xfrm>
            <a:off x="6355080" y="442569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Lo que hace la macro</a:t>
            </a:r>
            <a:endParaRPr lang="en-US" sz="1500" dirty="0"/>
          </a:p>
        </p:txBody>
      </p:sp>
      <p:sp>
        <p:nvSpPr>
          <p:cNvPr id="40" name="Text 38"/>
          <p:cNvSpPr txBox="1"/>
          <p:nvPr/>
        </p:nvSpPr>
        <p:spPr>
          <a:xfrm>
            <a:off x="6355080" y="4800600"/>
            <a:ext cx="5029200" cy="123444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Valida, simula, calcula percentiles, sensibilidad, reservas y precisión, y escribe todas las hojas de resultados con sus gráficos.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2 · HERRAMIENTA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Las 11 hojas del libro</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Solo se ingresan datos en PARAMETROS. Las hojas de resultados se borran y reescriben en cada corrida.</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12</a:t>
            </a:r>
            <a:endParaRPr lang="en-US" sz="1000" dirty="0"/>
          </a:p>
        </p:txBody>
      </p:sp>
      <p:sp>
        <p:nvSpPr>
          <p:cNvPr id="6" name="Shape 4"/>
          <p:cNvSpPr/>
          <p:nvPr/>
        </p:nvSpPr>
        <p:spPr>
          <a:xfrm>
            <a:off x="548640" y="1965960"/>
            <a:ext cx="2606040" cy="1261872"/>
          </a:xfrm>
          <a:prstGeom prst="roundRect">
            <a:avLst>
              <a:gd name="adj" fmla="val 5797"/>
            </a:avLst>
          </a:prstGeom>
          <a:solidFill>
            <a:srgbClr val="FFF7EB"/>
          </a:solidFill>
          <a:ln w="12700">
            <a:solidFill>
              <a:srgbClr val="FFF7EB"/>
            </a:solidFill>
            <a:prstDash val="solid"/>
          </a:ln>
        </p:spPr>
      </p:sp>
      <p:sp>
        <p:nvSpPr>
          <p:cNvPr id="7" name="Text 5"/>
          <p:cNvSpPr txBox="1"/>
          <p:nvPr/>
        </p:nvSpPr>
        <p:spPr>
          <a:xfrm>
            <a:off x="713232" y="209397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INICIO</a:t>
            </a:r>
            <a:endParaRPr lang="en-US" sz="1500" dirty="0"/>
          </a:p>
        </p:txBody>
      </p:sp>
      <p:sp>
        <p:nvSpPr>
          <p:cNvPr id="8" name="Text 6"/>
          <p:cNvSpPr txBox="1"/>
          <p:nvPr/>
        </p:nvSpPr>
        <p:spPr>
          <a:xfrm>
            <a:off x="713232" y="244144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Propósito, pasos, método y limitaciones.</a:t>
            </a:r>
            <a:endParaRPr lang="en-US" sz="1150" dirty="0"/>
          </a:p>
        </p:txBody>
      </p:sp>
      <p:sp>
        <p:nvSpPr>
          <p:cNvPr id="9" name="Shape 7"/>
          <p:cNvSpPr/>
          <p:nvPr/>
        </p:nvSpPr>
        <p:spPr>
          <a:xfrm>
            <a:off x="3337560" y="1965960"/>
            <a:ext cx="2606040" cy="1261872"/>
          </a:xfrm>
          <a:prstGeom prst="roundRect">
            <a:avLst>
              <a:gd name="adj" fmla="val 5797"/>
            </a:avLst>
          </a:prstGeom>
          <a:solidFill>
            <a:srgbClr val="FFF7EB"/>
          </a:solidFill>
          <a:ln w="12700">
            <a:solidFill>
              <a:srgbClr val="FFF7EB"/>
            </a:solidFill>
            <a:prstDash val="solid"/>
          </a:ln>
        </p:spPr>
      </p:sp>
      <p:sp>
        <p:nvSpPr>
          <p:cNvPr id="10" name="Text 8"/>
          <p:cNvSpPr txBox="1"/>
          <p:nvPr/>
        </p:nvSpPr>
        <p:spPr>
          <a:xfrm>
            <a:off x="3502152" y="209397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GUIA</a:t>
            </a:r>
            <a:endParaRPr lang="en-US" sz="1500" dirty="0"/>
          </a:p>
        </p:txBody>
      </p:sp>
      <p:sp>
        <p:nvSpPr>
          <p:cNvPr id="11" name="Text 9"/>
          <p:cNvSpPr txBox="1"/>
          <p:nvPr/>
        </p:nvSpPr>
        <p:spPr>
          <a:xfrm>
            <a:off x="3502152" y="244144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Distribuciones para no especialistas: árbol, preguntas, catálogo y gráficos.</a:t>
            </a:r>
            <a:endParaRPr lang="en-US" sz="1150" dirty="0"/>
          </a:p>
        </p:txBody>
      </p:sp>
      <p:sp>
        <p:nvSpPr>
          <p:cNvPr id="12" name="Shape 10"/>
          <p:cNvSpPr/>
          <p:nvPr/>
        </p:nvSpPr>
        <p:spPr>
          <a:xfrm>
            <a:off x="6126480" y="1965960"/>
            <a:ext cx="2606040" cy="1261872"/>
          </a:xfrm>
          <a:prstGeom prst="roundRect">
            <a:avLst>
              <a:gd name="adj" fmla="val 5797"/>
            </a:avLst>
          </a:prstGeom>
          <a:solidFill>
            <a:srgbClr val="FFA028"/>
          </a:solidFill>
          <a:ln w="12700">
            <a:solidFill>
              <a:srgbClr val="FFA028"/>
            </a:solidFill>
            <a:prstDash val="solid"/>
          </a:ln>
        </p:spPr>
      </p:sp>
      <p:sp>
        <p:nvSpPr>
          <p:cNvPr id="13" name="Text 11"/>
          <p:cNvSpPr txBox="1"/>
          <p:nvPr/>
        </p:nvSpPr>
        <p:spPr>
          <a:xfrm>
            <a:off x="6291072" y="209397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PARAMETROS</a:t>
            </a:r>
            <a:endParaRPr lang="en-US" sz="1500" dirty="0"/>
          </a:p>
        </p:txBody>
      </p:sp>
      <p:sp>
        <p:nvSpPr>
          <p:cNvPr id="14" name="Text 12"/>
          <p:cNvSpPr txBox="1"/>
          <p:nvPr/>
        </p:nvSpPr>
        <p:spPr>
          <a:xfrm>
            <a:off x="6291072" y="244144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Configuración, dimensiones, escalas y registro de riesgos.</a:t>
            </a:r>
            <a:endParaRPr lang="en-US" sz="1150" dirty="0"/>
          </a:p>
        </p:txBody>
      </p:sp>
      <p:sp>
        <p:nvSpPr>
          <p:cNvPr id="15" name="Shape 13"/>
          <p:cNvSpPr/>
          <p:nvPr/>
        </p:nvSpPr>
        <p:spPr>
          <a:xfrm>
            <a:off x="8915400" y="1965960"/>
            <a:ext cx="2606040" cy="1261872"/>
          </a:xfrm>
          <a:prstGeom prst="roundRect">
            <a:avLst>
              <a:gd name="adj" fmla="val 5797"/>
            </a:avLst>
          </a:prstGeom>
          <a:solidFill>
            <a:srgbClr val="FFF7EB"/>
          </a:solidFill>
          <a:ln w="12700">
            <a:solidFill>
              <a:srgbClr val="FFF7EB"/>
            </a:solidFill>
            <a:prstDash val="solid"/>
          </a:ln>
        </p:spPr>
      </p:sp>
      <p:sp>
        <p:nvSpPr>
          <p:cNvPr id="16" name="Text 14"/>
          <p:cNvSpPr txBox="1"/>
          <p:nvPr/>
        </p:nvSpPr>
        <p:spPr>
          <a:xfrm>
            <a:off x="9079992" y="209397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RESULTADOS</a:t>
            </a:r>
            <a:endParaRPr lang="en-US" sz="1500" dirty="0"/>
          </a:p>
        </p:txBody>
      </p:sp>
      <p:sp>
        <p:nvSpPr>
          <p:cNvPr id="17" name="Text 15"/>
          <p:cNvSpPr txBox="1"/>
          <p:nvPr/>
        </p:nvSpPr>
        <p:spPr>
          <a:xfrm>
            <a:off x="9079992" y="244144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Estadísticas, reservas, precisión, advertencias y correlación lograda.</a:t>
            </a:r>
            <a:endParaRPr lang="en-US" sz="1150" dirty="0"/>
          </a:p>
        </p:txBody>
      </p:sp>
      <p:sp>
        <p:nvSpPr>
          <p:cNvPr id="18" name="Shape 16"/>
          <p:cNvSpPr/>
          <p:nvPr/>
        </p:nvSpPr>
        <p:spPr>
          <a:xfrm>
            <a:off x="548640" y="3383280"/>
            <a:ext cx="2606040" cy="1261872"/>
          </a:xfrm>
          <a:prstGeom prst="roundRect">
            <a:avLst>
              <a:gd name="adj" fmla="val 5797"/>
            </a:avLst>
          </a:prstGeom>
          <a:solidFill>
            <a:srgbClr val="FFF7EB"/>
          </a:solidFill>
          <a:ln w="12700">
            <a:solidFill>
              <a:srgbClr val="FFF7EB"/>
            </a:solidFill>
            <a:prstDash val="solid"/>
          </a:ln>
        </p:spPr>
      </p:sp>
      <p:sp>
        <p:nvSpPr>
          <p:cNvPr id="19" name="Text 17"/>
          <p:cNvSpPr txBox="1"/>
          <p:nvPr/>
        </p:nvSpPr>
        <p:spPr>
          <a:xfrm>
            <a:off x="713232" y="351129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CURVA_S</a:t>
            </a:r>
            <a:endParaRPr lang="en-US" sz="1500" dirty="0"/>
          </a:p>
        </p:txBody>
      </p:sp>
      <p:sp>
        <p:nvSpPr>
          <p:cNvPr id="20" name="Text 18"/>
          <p:cNvSpPr txBox="1"/>
          <p:nvPr/>
        </p:nvSpPr>
        <p:spPr>
          <a:xfrm>
            <a:off x="713232" y="385876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Probabilidad acumulada e histograma por dimensión.</a:t>
            </a:r>
            <a:endParaRPr lang="en-US" sz="1150" dirty="0"/>
          </a:p>
        </p:txBody>
      </p:sp>
      <p:sp>
        <p:nvSpPr>
          <p:cNvPr id="21" name="Shape 19"/>
          <p:cNvSpPr/>
          <p:nvPr/>
        </p:nvSpPr>
        <p:spPr>
          <a:xfrm>
            <a:off x="3337560" y="3383280"/>
            <a:ext cx="2606040" cy="1261872"/>
          </a:xfrm>
          <a:prstGeom prst="roundRect">
            <a:avLst>
              <a:gd name="adj" fmla="val 5797"/>
            </a:avLst>
          </a:prstGeom>
          <a:solidFill>
            <a:srgbClr val="FFF7EB"/>
          </a:solidFill>
          <a:ln w="12700">
            <a:solidFill>
              <a:srgbClr val="FFF7EB"/>
            </a:solidFill>
            <a:prstDash val="solid"/>
          </a:ln>
        </p:spPr>
      </p:sp>
      <p:sp>
        <p:nvSpPr>
          <p:cNvPr id="22" name="Text 20"/>
          <p:cNvSpPr txBox="1"/>
          <p:nvPr/>
        </p:nvSpPr>
        <p:spPr>
          <a:xfrm>
            <a:off x="3502152" y="351129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TORNADO</a:t>
            </a:r>
            <a:endParaRPr lang="en-US" sz="1500" dirty="0"/>
          </a:p>
        </p:txBody>
      </p:sp>
      <p:sp>
        <p:nvSpPr>
          <p:cNvPr id="23" name="Text 21"/>
          <p:cNvSpPr txBox="1"/>
          <p:nvPr/>
        </p:nvSpPr>
        <p:spPr>
          <a:xfrm>
            <a:off x="3502152" y="385876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Riesgos ordenados por su influencia en el total.</a:t>
            </a:r>
            <a:endParaRPr lang="en-US" sz="1150" dirty="0"/>
          </a:p>
        </p:txBody>
      </p:sp>
      <p:sp>
        <p:nvSpPr>
          <p:cNvPr id="24" name="Shape 22"/>
          <p:cNvSpPr/>
          <p:nvPr/>
        </p:nvSpPr>
        <p:spPr>
          <a:xfrm>
            <a:off x="6126480" y="3383280"/>
            <a:ext cx="2606040" cy="1261872"/>
          </a:xfrm>
          <a:prstGeom prst="roundRect">
            <a:avLst>
              <a:gd name="adj" fmla="val 5797"/>
            </a:avLst>
          </a:prstGeom>
          <a:solidFill>
            <a:srgbClr val="FFF7EB"/>
          </a:solidFill>
          <a:ln w="12700">
            <a:solidFill>
              <a:srgbClr val="FFF7EB"/>
            </a:solidFill>
            <a:prstDash val="solid"/>
          </a:ln>
        </p:spPr>
      </p:sp>
      <p:sp>
        <p:nvSpPr>
          <p:cNvPr id="25" name="Text 23"/>
          <p:cNvSpPr txBox="1"/>
          <p:nvPr/>
        </p:nvSpPr>
        <p:spPr>
          <a:xfrm>
            <a:off x="6291072" y="351129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RANGOS</a:t>
            </a:r>
            <a:endParaRPr lang="en-US" sz="1500" dirty="0"/>
          </a:p>
        </p:txBody>
      </p:sp>
      <p:sp>
        <p:nvSpPr>
          <p:cNvPr id="26" name="Text 24"/>
          <p:cNvSpPr txBox="1"/>
          <p:nvPr/>
        </p:nvSpPr>
        <p:spPr>
          <a:xfrm>
            <a:off x="6291072" y="385876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Mínimo, P10…P90, máximo, promedio y VME por riesgo.</a:t>
            </a:r>
            <a:endParaRPr lang="en-US" sz="1150" dirty="0"/>
          </a:p>
        </p:txBody>
      </p:sp>
      <p:sp>
        <p:nvSpPr>
          <p:cNvPr id="27" name="Shape 25"/>
          <p:cNvSpPr/>
          <p:nvPr/>
        </p:nvSpPr>
        <p:spPr>
          <a:xfrm>
            <a:off x="8915400" y="3383280"/>
            <a:ext cx="2606040" cy="1261872"/>
          </a:xfrm>
          <a:prstGeom prst="roundRect">
            <a:avLst>
              <a:gd name="adj" fmla="val 5797"/>
            </a:avLst>
          </a:prstGeom>
          <a:solidFill>
            <a:srgbClr val="FFF7EB"/>
          </a:solidFill>
          <a:ln w="12700">
            <a:solidFill>
              <a:srgbClr val="FFF7EB"/>
            </a:solidFill>
            <a:prstDash val="solid"/>
          </a:ln>
        </p:spPr>
      </p:sp>
      <p:sp>
        <p:nvSpPr>
          <p:cNvPr id="28" name="Text 26"/>
          <p:cNvSpPr txBox="1"/>
          <p:nvPr/>
        </p:nvSpPr>
        <p:spPr>
          <a:xfrm>
            <a:off x="9079992" y="351129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MATRIZ_PI</a:t>
            </a:r>
            <a:endParaRPr lang="en-US" sz="1500" dirty="0"/>
          </a:p>
        </p:txBody>
      </p:sp>
      <p:sp>
        <p:nvSpPr>
          <p:cNvPr id="29" name="Text 27"/>
          <p:cNvSpPr txBox="1"/>
          <p:nvPr/>
        </p:nvSpPr>
        <p:spPr>
          <a:xfrm>
            <a:off x="9079992" y="385876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Matriz probabilidad–impacto 5×5 general y por dimensión.</a:t>
            </a:r>
            <a:endParaRPr lang="en-US" sz="1150" dirty="0"/>
          </a:p>
        </p:txBody>
      </p:sp>
      <p:sp>
        <p:nvSpPr>
          <p:cNvPr id="30" name="Shape 28"/>
          <p:cNvSpPr/>
          <p:nvPr/>
        </p:nvSpPr>
        <p:spPr>
          <a:xfrm>
            <a:off x="548640" y="4800600"/>
            <a:ext cx="2606040" cy="1261872"/>
          </a:xfrm>
          <a:prstGeom prst="roundRect">
            <a:avLst>
              <a:gd name="adj" fmla="val 5797"/>
            </a:avLst>
          </a:prstGeom>
          <a:solidFill>
            <a:srgbClr val="FFF7EB"/>
          </a:solidFill>
          <a:ln w="12700">
            <a:solidFill>
              <a:srgbClr val="FFF7EB"/>
            </a:solidFill>
            <a:prstDash val="solid"/>
          </a:ln>
        </p:spPr>
      </p:sp>
      <p:sp>
        <p:nvSpPr>
          <p:cNvPr id="31" name="Text 29"/>
          <p:cNvSpPr txBox="1"/>
          <p:nvPr/>
        </p:nvSpPr>
        <p:spPr>
          <a:xfrm>
            <a:off x="713232" y="492861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COMPARACION</a:t>
            </a:r>
            <a:endParaRPr lang="en-US" sz="1500" dirty="0"/>
          </a:p>
        </p:txBody>
      </p:sp>
      <p:sp>
        <p:nvSpPr>
          <p:cNvPr id="32" name="Text 30"/>
          <p:cNvSpPr txBox="1"/>
          <p:nvPr/>
        </p:nvSpPr>
        <p:spPr>
          <a:xfrm>
            <a:off x="713232" y="527608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Antes vs. después de las respuestas y beneficio neto.</a:t>
            </a:r>
            <a:endParaRPr lang="en-US" sz="1150" dirty="0"/>
          </a:p>
        </p:txBody>
      </p:sp>
      <p:sp>
        <p:nvSpPr>
          <p:cNvPr id="33" name="Shape 31"/>
          <p:cNvSpPr/>
          <p:nvPr/>
        </p:nvSpPr>
        <p:spPr>
          <a:xfrm>
            <a:off x="3337560" y="4800600"/>
            <a:ext cx="2606040" cy="1261872"/>
          </a:xfrm>
          <a:prstGeom prst="roundRect">
            <a:avLst>
              <a:gd name="adj" fmla="val 5797"/>
            </a:avLst>
          </a:prstGeom>
          <a:solidFill>
            <a:srgbClr val="FFF7EB"/>
          </a:solidFill>
          <a:ln w="12700">
            <a:solidFill>
              <a:srgbClr val="FFF7EB"/>
            </a:solidFill>
            <a:prstDash val="solid"/>
          </a:ln>
        </p:spPr>
      </p:sp>
      <p:sp>
        <p:nvSpPr>
          <p:cNvPr id="34" name="Text 32"/>
          <p:cNvSpPr txBox="1"/>
          <p:nvPr/>
        </p:nvSpPr>
        <p:spPr>
          <a:xfrm>
            <a:off x="3502152" y="492861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SIMULACION</a:t>
            </a:r>
            <a:endParaRPr lang="en-US" sz="1500" dirty="0"/>
          </a:p>
        </p:txBody>
      </p:sp>
      <p:sp>
        <p:nvSpPr>
          <p:cNvPr id="35" name="Text 33"/>
          <p:cNvSpPr txBox="1"/>
          <p:nvPr/>
        </p:nvSpPr>
        <p:spPr>
          <a:xfrm>
            <a:off x="3502152" y="527608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Detalle de las primeras 5 000 iteraciones.</a:t>
            </a:r>
            <a:endParaRPr lang="en-US" sz="1150" dirty="0"/>
          </a:p>
        </p:txBody>
      </p:sp>
      <p:sp>
        <p:nvSpPr>
          <p:cNvPr id="36" name="Shape 34"/>
          <p:cNvSpPr/>
          <p:nvPr/>
        </p:nvSpPr>
        <p:spPr>
          <a:xfrm>
            <a:off x="6126480" y="4800600"/>
            <a:ext cx="2606040" cy="1261872"/>
          </a:xfrm>
          <a:prstGeom prst="roundRect">
            <a:avLst>
              <a:gd name="adj" fmla="val 5797"/>
            </a:avLst>
          </a:prstGeom>
          <a:solidFill>
            <a:srgbClr val="FFF7EB"/>
          </a:solidFill>
          <a:ln w="12700">
            <a:solidFill>
              <a:srgbClr val="FFF7EB"/>
            </a:solidFill>
            <a:prstDash val="solid"/>
          </a:ln>
        </p:spPr>
      </p:sp>
      <p:sp>
        <p:nvSpPr>
          <p:cNvPr id="37" name="Text 35"/>
          <p:cNvSpPr txBox="1"/>
          <p:nvPr/>
        </p:nvSpPr>
        <p:spPr>
          <a:xfrm>
            <a:off x="6291072" y="4928616"/>
            <a:ext cx="2286000" cy="329184"/>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TEORIA</a:t>
            </a:r>
            <a:endParaRPr lang="en-US" sz="1500" dirty="0"/>
          </a:p>
        </p:txBody>
      </p:sp>
      <p:sp>
        <p:nvSpPr>
          <p:cNvPr id="38" name="Text 36"/>
          <p:cNvSpPr txBox="1"/>
          <p:nvPr/>
        </p:nvSpPr>
        <p:spPr>
          <a:xfrm>
            <a:off x="6291072" y="5276088"/>
            <a:ext cx="2286000" cy="731520"/>
          </a:xfrm>
          <a:prstGeom prst="rect">
            <a:avLst/>
          </a:prstGeom>
          <a:noFill/>
          <a:ln/>
        </p:spPr>
        <p:txBody>
          <a:bodyPr wrap="square" lIns="0" tIns="0" rIns="0" bIns="0" rtlCol="0" anchor="t"/>
          <a:lstStyle/>
          <a:p>
            <a:pPr indent="0" marL="0">
              <a:buNone/>
            </a:pPr>
            <a:r>
              <a:rPr lang="en-US" sz="1150" dirty="0">
                <a:solidFill>
                  <a:srgbClr val="333333"/>
                </a:solidFill>
                <a:latin typeface="Arial" pitchFamily="34" charset="0"/>
                <a:ea typeface="Arial" pitchFamily="34" charset="-122"/>
                <a:cs typeface="Arial" pitchFamily="34" charset="-120"/>
              </a:rPr>
              <a:t>Toda la teoría usada, con bibliografía.</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2 · HERRAMIENTA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PARAMETROS: la zona de configuración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Seis celdas con nombre que controlan toda la corrida.</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103120"/>
                <a:gridCol w="1463040"/>
                <a:gridCol w="7525512"/>
              </a:tblGrid>
              <a:tr h="530352">
                <a:tc>
                  <a:txBody>
                    <a:bodyPr/>
                    <a:lstStyle/>
                    <a:p>
                      <a:pPr indent="0" marL="0">
                        <a:buNone/>
                      </a:pPr>
                      <a:r>
                        <a:rPr lang="en-US" sz="1200" b="1" dirty="0">
                          <a:solidFill>
                            <a:srgbClr val="FFA028"/>
                          </a:solidFill>
                          <a:latin typeface="Arial" pitchFamily="34" charset="0"/>
                          <a:ea typeface="Arial" pitchFamily="34" charset="-122"/>
                          <a:cs typeface="Arial" pitchFamily="34" charset="-120"/>
                        </a:rPr>
                        <a:t>Celda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Valor inicial</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Qué significa y cómo decidirlo</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530352">
                <a:tc>
                  <a:txBody>
                    <a:bodyPr/>
                    <a:lstStyle/>
                    <a:p>
                      <a:pPr indent="0" marL="0">
                        <a:buNone/>
                      </a:pPr>
                      <a:r>
                        <a:rPr lang="en-US" sz="1300" b="1" dirty="0">
                          <a:solidFill>
                            <a:srgbClr val="000000"/>
                          </a:solidFill>
                          <a:latin typeface="Arial" pitchFamily="34" charset="0"/>
                          <a:ea typeface="Arial" pitchFamily="34" charset="-122"/>
                          <a:cs typeface="Arial" pitchFamily="34" charset="-120"/>
                        </a:rPr>
                        <a:t>Costo base (S/)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200 000 000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SUPUESTO. Reemplácelo por el costo del contrato; sirve para expresar la contingencia como % y para la reserva de gestión.</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000000"/>
                          </a:solidFill>
                          <a:latin typeface="Arial" pitchFamily="34" charset="0"/>
                          <a:ea typeface="Arial" pitchFamily="34" charset="-122"/>
                          <a:cs typeface="Arial" pitchFamily="34" charset="-120"/>
                        </a:rPr>
                        <a:t>Plazo base (días)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730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SUPUESTO (24 meses). Reemplácelo por el plazo contractual.</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530352">
                <a:tc>
                  <a:txBody>
                    <a:bodyPr/>
                    <a:lstStyle/>
                    <a:p>
                      <a:pPr indent="0" marL="0">
                        <a:buNone/>
                      </a:pPr>
                      <a:r>
                        <a:rPr lang="en-US" sz="1300" b="1" dirty="0">
                          <a:solidFill>
                            <a:srgbClr val="000000"/>
                          </a:solidFill>
                          <a:latin typeface="Arial" pitchFamily="34" charset="0"/>
                          <a:ea typeface="Arial" pitchFamily="34" charset="-122"/>
                          <a:cs typeface="Arial" pitchFamily="34" charset="-120"/>
                        </a:rPr>
                        <a:t>Iteraciones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10 000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Entre 1 000 y 100 000. 10 000 es un buen equilibrio; suba si la precisión sale «Insuficiente».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000000"/>
                          </a:solidFill>
                          <a:latin typeface="Arial" pitchFamily="34" charset="0"/>
                          <a:ea typeface="Arial" pitchFamily="34" charset="-122"/>
                          <a:cs typeface="Arial" pitchFamily="34" charset="-120"/>
                        </a:rPr>
                        <a:t>Semilla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12345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Número que fija los sorteos: misma semilla = mismos resultados. Vacía = resultados distintos en cada corrida.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530352">
                <a:tc>
                  <a:txBody>
                    <a:bodyPr/>
                    <a:lstStyle/>
                    <a:p>
                      <a:pPr indent="0" marL="0">
                        <a:buNone/>
                      </a:pPr>
                      <a:r>
                        <a:rPr lang="en-US" sz="1300" b="1" dirty="0">
                          <a:solidFill>
                            <a:srgbClr val="000000"/>
                          </a:solidFill>
                          <a:latin typeface="Arial" pitchFamily="34" charset="0"/>
                          <a:ea typeface="Arial" pitchFamily="34" charset="-122"/>
                          <a:cs typeface="Arial" pitchFamily="34" charset="-120"/>
                        </a:rPr>
                        <a:t>Nivel de confianza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80 %</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Entre 50 % y 95 %. Define la reserva (P80). Es una decisión de la empresa según su apetito de riesgo.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000000"/>
                          </a:solidFill>
                          <a:latin typeface="Arial" pitchFamily="34" charset="0"/>
                          <a:ea typeface="Arial" pitchFamily="34" charset="-122"/>
                          <a:cs typeface="Arial" pitchFamily="34" charset="-120"/>
                        </a:rPr>
                        <a:t>Reserva de gestión</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0 %</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Porcentaje de la base para lo no previsto. Solo se aplica a las dimensiones marcadas RESERVA_GESTION = SI.</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2 · HERRAMIENTA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Tabla de dimensiones (tblDimensiones)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Una dimensión es un tipo de impacto que se simula por separado: costo, plazo, horas hombre de diseño y de campo.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1645920"/>
                <a:gridCol w="2377440"/>
                <a:gridCol w="1005840"/>
                <a:gridCol w="1737360"/>
                <a:gridCol w="1097280"/>
                <a:gridCol w="1920240"/>
                <a:gridCol w="1307592"/>
              </a:tblGrid>
              <a:tr h="411480">
                <a:tc>
                  <a:txBody>
                    <a:bodyPr/>
                    <a:lstStyle/>
                    <a:p>
                      <a:pPr indent="0" marL="0">
                        <a:buNone/>
                      </a:pPr>
                      <a:r>
                        <a:rPr lang="en-US" sz="1200" b="1" dirty="0">
                          <a:solidFill>
                            <a:srgbClr val="FFA028"/>
                          </a:solidFill>
                          <a:latin typeface="Arial" pitchFamily="34" charset="0"/>
                          <a:ea typeface="Arial" pitchFamily="34" charset="-122"/>
                          <a:cs typeface="Arial" pitchFamily="34" charset="-120"/>
                        </a:rPr>
                        <a:t>CLAVE</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UNIDAD</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BASE</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ACTIVA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RESERVA_GESTION</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COLOR</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COSTO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Costo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200 000 000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SI</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SI</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#FF6600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PLAZO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Plazo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días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730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SI</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#0068FF</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ING_DISENO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Ingeniería de diseño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HH</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SI</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#CC7A00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ING_CAMPO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Ingeniería de campo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HH</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SI</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#2A2A2A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7" name="Text 4"/>
          <p:cNvSpPr txBox="1"/>
          <p:nvPr/>
        </p:nvSpPr>
        <p:spPr>
          <a:xfrm>
            <a:off x="548640" y="4251960"/>
            <a:ext cx="11094415" cy="20116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Cada dimensión tiene sus propias columnas en el registro: DIST_&lt;CLAVE&gt;, &lt;CLAVE&gt;_P1…P4 y AYUDA_&lt;CLAVE&gt;.</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ACTIVA = NO excluye la dimensión de la corrida sin borrar datos.</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Las dimensiones no se suman entre sí: cada una tiene su curva S y su reserva, en su propia unidad.</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Quedan 2 filas libres: el botón ＋ AGREGAR DIMENSIÓN crea, por ejemplo, CALIDAD o SSOMA con todas sus columnas.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2 · HERRAMIENTA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Registro de riesgos: columnas de identificación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Describen el riesgo. No entran al cálculo, salvo TIPO y ACTIVO, pero son esenciales para gestionarlo.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377440"/>
                <a:gridCol w="2743200"/>
                <a:gridCol w="5971032"/>
              </a:tblGrid>
              <a:tr h="475488">
                <a:tc>
                  <a:txBody>
                    <a:bodyPr/>
                    <a:lstStyle/>
                    <a:p>
                      <a:pPr indent="0" marL="0">
                        <a:buNone/>
                      </a:pPr>
                      <a:r>
                        <a:rPr lang="en-US" sz="1200" b="1" dirty="0">
                          <a:solidFill>
                            <a:srgbClr val="FFA028"/>
                          </a:solidFill>
                          <a:latin typeface="Arial" pitchFamily="34" charset="0"/>
                          <a:ea typeface="Arial" pitchFamily="34" charset="-122"/>
                          <a:cs typeface="Arial" pitchFamily="34" charset="-120"/>
                        </a:rPr>
                        <a:t>Columna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Qué va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Ejemplo</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ID</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Código único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R-05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NOMBRE DEL RIESGO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Evento, con su causa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Demora en la aprobación de fabricación de UMAS - Debido al retraso en la verificación acústica…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TIPO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AMENAZA u OPORTUNIDAD</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AMENAZA (la oportunidad resta del total)</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CATEGORIA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Agrupación para reportes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APROBACIONES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CAUSA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Texto tras «Debido 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retraso en la verificación acústica…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DUEÑO / ESTRATEGIA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Responsable y respuesta PMI</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Ingeniería · MITIGAR</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ESTADO / ACTIVO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Situación y si se simula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ESTIMADO – VALIDAR · SI</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2 · HERRAMIENTA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Registro de riesgos: columnas de cuantificación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Aquí está el corazón del modelo. Las partes 3 a 5 de esta guía explican cómo llenarlas.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16</a:t>
            </a:r>
            <a:endParaRPr lang="en-US" sz="1000" dirty="0"/>
          </a:p>
        </p:txBody>
      </p:sp>
      <p:sp>
        <p:nvSpPr>
          <p:cNvPr id="6" name="Shape 4"/>
          <p:cNvSpPr/>
          <p:nvPr/>
        </p:nvSpPr>
        <p:spPr>
          <a:xfrm>
            <a:off x="548640" y="1965960"/>
            <a:ext cx="2651760" cy="1554480"/>
          </a:xfrm>
          <a:prstGeom prst="roundRect">
            <a:avLst>
              <a:gd name="adj" fmla="val 4706"/>
            </a:avLst>
          </a:prstGeom>
          <a:solidFill>
            <a:srgbClr val="FFF7EB"/>
          </a:solidFill>
          <a:ln w="12700">
            <a:solidFill>
              <a:srgbClr val="FFF7EB"/>
            </a:solidFill>
            <a:prstDash val="solid"/>
          </a:ln>
        </p:spPr>
      </p:sp>
      <p:sp>
        <p:nvSpPr>
          <p:cNvPr id="7" name="Shape 5"/>
          <p:cNvSpPr/>
          <p:nvPr/>
        </p:nvSpPr>
        <p:spPr>
          <a:xfrm>
            <a:off x="731520" y="2103120"/>
            <a:ext cx="274320" cy="274320"/>
          </a:xfrm>
          <a:prstGeom prst="ellipse">
            <a:avLst/>
          </a:prstGeom>
          <a:solidFill>
            <a:srgbClr val="0068FF"/>
          </a:solidFill>
          <a:ln w="12700">
            <a:solidFill>
              <a:srgbClr val="0068FF"/>
            </a:solidFill>
            <a:prstDash val="solid"/>
          </a:ln>
        </p:spPr>
      </p:sp>
      <p:sp>
        <p:nvSpPr>
          <p:cNvPr id="8" name="Text 6"/>
          <p:cNvSpPr txBox="1"/>
          <p:nvPr/>
        </p:nvSpPr>
        <p:spPr>
          <a:xfrm>
            <a:off x="1097280" y="2075688"/>
            <a:ext cx="2011680" cy="329184"/>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PROBABILIDAD</a:t>
            </a:r>
            <a:endParaRPr lang="en-US" sz="1400" dirty="0"/>
          </a:p>
        </p:txBody>
      </p:sp>
      <p:sp>
        <p:nvSpPr>
          <p:cNvPr id="9" name="Text 7"/>
          <p:cNvSpPr txBox="1"/>
          <p:nvPr/>
        </p:nvSpPr>
        <p:spPr>
          <a:xfrm>
            <a:off x="731520" y="2560320"/>
            <a:ext cx="2331720" cy="8686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0 a 1. Chance de que el riesgo ocurra.</a:t>
            </a:r>
            <a:endParaRPr lang="en-US" sz="1300" dirty="0"/>
          </a:p>
        </p:txBody>
      </p:sp>
      <p:sp>
        <p:nvSpPr>
          <p:cNvPr id="10" name="Shape 8"/>
          <p:cNvSpPr/>
          <p:nvPr/>
        </p:nvSpPr>
        <p:spPr>
          <a:xfrm>
            <a:off x="3355848" y="1965960"/>
            <a:ext cx="2651760" cy="1554480"/>
          </a:xfrm>
          <a:prstGeom prst="roundRect">
            <a:avLst>
              <a:gd name="adj" fmla="val 4706"/>
            </a:avLst>
          </a:prstGeom>
          <a:solidFill>
            <a:srgbClr val="FFF7EB"/>
          </a:solidFill>
          <a:ln w="12700">
            <a:solidFill>
              <a:srgbClr val="FFF7EB"/>
            </a:solidFill>
            <a:prstDash val="solid"/>
          </a:ln>
        </p:spPr>
      </p:sp>
      <p:sp>
        <p:nvSpPr>
          <p:cNvPr id="11" name="Shape 9"/>
          <p:cNvSpPr/>
          <p:nvPr/>
        </p:nvSpPr>
        <p:spPr>
          <a:xfrm>
            <a:off x="3538728" y="2103120"/>
            <a:ext cx="274320" cy="274320"/>
          </a:xfrm>
          <a:prstGeom prst="ellipse">
            <a:avLst/>
          </a:prstGeom>
          <a:solidFill>
            <a:srgbClr val="FF6600"/>
          </a:solidFill>
          <a:ln w="12700">
            <a:solidFill>
              <a:srgbClr val="FF6600"/>
            </a:solidFill>
            <a:prstDash val="solid"/>
          </a:ln>
        </p:spPr>
      </p:sp>
      <p:sp>
        <p:nvSpPr>
          <p:cNvPr id="12" name="Text 10"/>
          <p:cNvSpPr txBox="1"/>
          <p:nvPr/>
        </p:nvSpPr>
        <p:spPr>
          <a:xfrm>
            <a:off x="3904488" y="2075688"/>
            <a:ext cx="2011680" cy="329184"/>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DIST_COSTO</a:t>
            </a:r>
            <a:endParaRPr lang="en-US" sz="1400" dirty="0"/>
          </a:p>
        </p:txBody>
      </p:sp>
      <p:sp>
        <p:nvSpPr>
          <p:cNvPr id="13" name="Text 11"/>
          <p:cNvSpPr txBox="1"/>
          <p:nvPr/>
        </p:nvSpPr>
        <p:spPr>
          <a:xfrm>
            <a:off x="3538728" y="2560320"/>
            <a:ext cx="2331720" cy="8686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Nombre de la distribución (menú de 20).</a:t>
            </a:r>
            <a:endParaRPr lang="en-US" sz="1300" dirty="0"/>
          </a:p>
        </p:txBody>
      </p:sp>
      <p:sp>
        <p:nvSpPr>
          <p:cNvPr id="14" name="Shape 12"/>
          <p:cNvSpPr/>
          <p:nvPr/>
        </p:nvSpPr>
        <p:spPr>
          <a:xfrm>
            <a:off x="6163056" y="1965960"/>
            <a:ext cx="2651760" cy="1554480"/>
          </a:xfrm>
          <a:prstGeom prst="roundRect">
            <a:avLst>
              <a:gd name="adj" fmla="val 4706"/>
            </a:avLst>
          </a:prstGeom>
          <a:solidFill>
            <a:srgbClr val="FFF7EB"/>
          </a:solidFill>
          <a:ln w="12700">
            <a:solidFill>
              <a:srgbClr val="FFF7EB"/>
            </a:solidFill>
            <a:prstDash val="solid"/>
          </a:ln>
        </p:spPr>
      </p:sp>
      <p:sp>
        <p:nvSpPr>
          <p:cNvPr id="15" name="Shape 13"/>
          <p:cNvSpPr/>
          <p:nvPr/>
        </p:nvSpPr>
        <p:spPr>
          <a:xfrm>
            <a:off x="6345936" y="2103120"/>
            <a:ext cx="274320" cy="274320"/>
          </a:xfrm>
          <a:prstGeom prst="ellipse">
            <a:avLst/>
          </a:prstGeom>
          <a:solidFill>
            <a:srgbClr val="FF6600"/>
          </a:solidFill>
          <a:ln w="12700">
            <a:solidFill>
              <a:srgbClr val="FF6600"/>
            </a:solidFill>
            <a:prstDash val="solid"/>
          </a:ln>
        </p:spPr>
      </p:sp>
      <p:sp>
        <p:nvSpPr>
          <p:cNvPr id="16" name="Text 14"/>
          <p:cNvSpPr txBox="1"/>
          <p:nvPr/>
        </p:nvSpPr>
        <p:spPr>
          <a:xfrm>
            <a:off x="6711696" y="2075688"/>
            <a:ext cx="2011680" cy="329184"/>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COSTO_P1…P4</a:t>
            </a:r>
            <a:endParaRPr lang="en-US" sz="1400" dirty="0"/>
          </a:p>
        </p:txBody>
      </p:sp>
      <p:sp>
        <p:nvSpPr>
          <p:cNvPr id="17" name="Text 15"/>
          <p:cNvSpPr txBox="1"/>
          <p:nvPr/>
        </p:nvSpPr>
        <p:spPr>
          <a:xfrm>
            <a:off x="6345936" y="2560320"/>
            <a:ext cx="2331720" cy="8686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Parámetros de esa distribución.</a:t>
            </a:r>
            <a:endParaRPr lang="en-US" sz="1300" dirty="0"/>
          </a:p>
        </p:txBody>
      </p:sp>
      <p:sp>
        <p:nvSpPr>
          <p:cNvPr id="18" name="Shape 16"/>
          <p:cNvSpPr/>
          <p:nvPr/>
        </p:nvSpPr>
        <p:spPr>
          <a:xfrm>
            <a:off x="8970264" y="1965960"/>
            <a:ext cx="2651760" cy="1554480"/>
          </a:xfrm>
          <a:prstGeom prst="roundRect">
            <a:avLst>
              <a:gd name="adj" fmla="val 4706"/>
            </a:avLst>
          </a:prstGeom>
          <a:solidFill>
            <a:srgbClr val="FFF7EB"/>
          </a:solidFill>
          <a:ln w="12700">
            <a:solidFill>
              <a:srgbClr val="FFF7EB"/>
            </a:solidFill>
            <a:prstDash val="solid"/>
          </a:ln>
        </p:spPr>
      </p:sp>
      <p:sp>
        <p:nvSpPr>
          <p:cNvPr id="19" name="Shape 17"/>
          <p:cNvSpPr/>
          <p:nvPr/>
        </p:nvSpPr>
        <p:spPr>
          <a:xfrm>
            <a:off x="9153144" y="2103120"/>
            <a:ext cx="274320" cy="274320"/>
          </a:xfrm>
          <a:prstGeom prst="ellipse">
            <a:avLst/>
          </a:prstGeom>
          <a:solidFill>
            <a:srgbClr val="6B6B6B"/>
          </a:solidFill>
          <a:ln w="12700">
            <a:solidFill>
              <a:srgbClr val="6B6B6B"/>
            </a:solidFill>
            <a:prstDash val="solid"/>
          </a:ln>
        </p:spPr>
      </p:sp>
      <p:sp>
        <p:nvSpPr>
          <p:cNvPr id="20" name="Text 18"/>
          <p:cNvSpPr txBox="1"/>
          <p:nvPr/>
        </p:nvSpPr>
        <p:spPr>
          <a:xfrm>
            <a:off x="9518904" y="2075688"/>
            <a:ext cx="2011680" cy="329184"/>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AYUDA_COSTO</a:t>
            </a:r>
            <a:endParaRPr lang="en-US" sz="1400" dirty="0"/>
          </a:p>
        </p:txBody>
      </p:sp>
      <p:sp>
        <p:nvSpPr>
          <p:cNvPr id="21" name="Text 19"/>
          <p:cNvSpPr txBox="1"/>
          <p:nvPr/>
        </p:nvSpPr>
        <p:spPr>
          <a:xfrm>
            <a:off x="9153144" y="2560320"/>
            <a:ext cx="2331720" cy="8686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Se llena solo: dice qué va en P1…P4.</a:t>
            </a:r>
            <a:endParaRPr lang="en-US" sz="1300" dirty="0"/>
          </a:p>
        </p:txBody>
      </p:sp>
      <p:sp>
        <p:nvSpPr>
          <p:cNvPr id="22" name="Text 20"/>
          <p:cNvSpPr txBox="1"/>
          <p:nvPr/>
        </p:nvSpPr>
        <p:spPr>
          <a:xfrm>
            <a:off x="548640" y="3703320"/>
            <a:ext cx="11094415" cy="54864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El mismo bloque DIST_ / P1…P4 / AYUDA_ se repite para PLAZO, ING_DISENO e ING_CAMPO. Si la distribución queda vacía, el riesgo no afecta esa dimensión.</a:t>
            </a:r>
            <a:endParaRPr lang="en-US" sz="1400" dirty="0"/>
          </a:p>
        </p:txBody>
      </p:sp>
      <p:sp>
        <p:nvSpPr>
          <p:cNvPr id="23" name="Shape 21"/>
          <p:cNvSpPr/>
          <p:nvPr/>
        </p:nvSpPr>
        <p:spPr>
          <a:xfrm>
            <a:off x="548640" y="4434840"/>
            <a:ext cx="5394960" cy="1691640"/>
          </a:xfrm>
          <a:prstGeom prst="roundRect">
            <a:avLst>
              <a:gd name="adj" fmla="val 4324"/>
            </a:avLst>
          </a:prstGeom>
          <a:solidFill>
            <a:srgbClr val="FFF7EB"/>
          </a:solidFill>
          <a:ln w="12700">
            <a:solidFill>
              <a:srgbClr val="FFF7EB"/>
            </a:solidFill>
            <a:prstDash val="solid"/>
          </a:ln>
        </p:spPr>
      </p:sp>
      <p:sp>
        <p:nvSpPr>
          <p:cNvPr id="24" name="Text 22"/>
          <p:cNvSpPr txBox="1"/>
          <p:nvPr/>
        </p:nvSpPr>
        <p:spPr>
          <a:xfrm>
            <a:off x="731520" y="456285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Correlación</a:t>
            </a:r>
            <a:endParaRPr lang="en-US" sz="1500" dirty="0"/>
          </a:p>
        </p:txBody>
      </p:sp>
      <p:sp>
        <p:nvSpPr>
          <p:cNvPr id="25" name="Text 23"/>
          <p:cNvSpPr txBox="1"/>
          <p:nvPr/>
        </p:nvSpPr>
        <p:spPr>
          <a:xfrm>
            <a:off x="731520" y="4937760"/>
            <a:ext cx="5029200" cy="10972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GRUPO_CORRELACION y RHO_GRUPO: riesgos con causa común que tienden a salir altos juntos (parte 6).</a:t>
            </a:r>
            <a:endParaRPr lang="en-US" sz="1300" dirty="0"/>
          </a:p>
        </p:txBody>
      </p:sp>
      <p:sp>
        <p:nvSpPr>
          <p:cNvPr id="26" name="Shape 24"/>
          <p:cNvSpPr/>
          <p:nvPr/>
        </p:nvSpPr>
        <p:spPr>
          <a:xfrm>
            <a:off x="6172200" y="4434840"/>
            <a:ext cx="5394960" cy="1691640"/>
          </a:xfrm>
          <a:prstGeom prst="roundRect">
            <a:avLst>
              <a:gd name="adj" fmla="val 4324"/>
            </a:avLst>
          </a:prstGeom>
          <a:solidFill>
            <a:srgbClr val="FFF7EB"/>
          </a:solidFill>
          <a:ln w="12700">
            <a:solidFill>
              <a:srgbClr val="FFF7EB"/>
            </a:solidFill>
            <a:prstDash val="solid"/>
          </a:ln>
        </p:spPr>
      </p:sp>
      <p:sp>
        <p:nvSpPr>
          <p:cNvPr id="27" name="Text 25"/>
          <p:cNvSpPr txBox="1"/>
          <p:nvPr/>
        </p:nvSpPr>
        <p:spPr>
          <a:xfrm>
            <a:off x="6355080" y="456285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Respuesta</a:t>
            </a:r>
            <a:endParaRPr lang="en-US" sz="1500" dirty="0"/>
          </a:p>
        </p:txBody>
      </p:sp>
      <p:sp>
        <p:nvSpPr>
          <p:cNvPr id="28" name="Text 26"/>
          <p:cNvSpPr txBox="1"/>
          <p:nvPr/>
        </p:nvSpPr>
        <p:spPr>
          <a:xfrm>
            <a:off x="6355080" y="4937760"/>
            <a:ext cx="5029200" cy="10972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PROB_RESIDUAL, FACTOR_IMPACTO_RESIDUAL y COSTO_RESPUESTA: el escenario «después» de aplicar la respuesta (parte 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17</a:t>
            </a:r>
            <a:endParaRPr lang="en-US" sz="1000" dirty="0"/>
          </a:p>
        </p:txBody>
      </p:sp>
      <p:sp>
        <p:nvSpPr>
          <p:cNvPr id="3"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400" b="1" spc="300" kern="0" dirty="0">
                <a:solidFill>
                  <a:srgbClr val="FFA028"/>
                </a:solidFill>
                <a:latin typeface="Arial" pitchFamily="34" charset="0"/>
                <a:ea typeface="Arial" pitchFamily="34" charset="-122"/>
                <a:cs typeface="Arial" pitchFamily="34" charset="-120"/>
              </a:rPr>
              <a:t>PARTE 3</a:t>
            </a:r>
            <a:endParaRPr lang="en-US" sz="1400" dirty="0"/>
          </a:p>
        </p:txBody>
      </p:sp>
      <p:sp>
        <p:nvSpPr>
          <p:cNvPr id="4" name="Text 2"/>
          <p:cNvSpPr txBox="1"/>
          <p:nvPr/>
        </p:nvSpPr>
        <p:spPr>
          <a:xfrm>
            <a:off x="548640" y="187452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La idea de distribución</a:t>
            </a:r>
            <a:endParaRPr lang="en-US" sz="3800" dirty="0"/>
          </a:p>
        </p:txBody>
      </p:sp>
      <p:sp>
        <p:nvSpPr>
          <p:cNvPr id="5" name="Text 3"/>
          <p:cNvSpPr txBox="1"/>
          <p:nvPr/>
        </p:nvSpPr>
        <p:spPr>
          <a:xfrm>
            <a:off x="548640" y="2743200"/>
            <a:ext cx="10515600" cy="731520"/>
          </a:xfrm>
          <a:prstGeom prst="rect">
            <a:avLst/>
          </a:prstGeom>
          <a:noFill/>
          <a:ln/>
        </p:spPr>
        <p:txBody>
          <a:bodyPr wrap="square" lIns="0" tIns="0" rIns="0" bIns="0" rtlCol="0" anchor="t"/>
          <a:lstStyle/>
          <a:p>
            <a:pPr indent="0" marL="0">
              <a:buNone/>
            </a:pPr>
            <a:r>
              <a:rPr lang="en-US" sz="1700" dirty="0">
                <a:solidFill>
                  <a:srgbClr val="EDEDED"/>
                </a:solidFill>
                <a:latin typeface="Arial" pitchFamily="34" charset="0"/>
                <a:ea typeface="Arial" pitchFamily="34" charset="-122"/>
                <a:cs typeface="Arial" pitchFamily="34" charset="-120"/>
              </a:rPr>
              <a:t>Lo más importante de la herramienta — y lo más difícil de entender. Vamos paso a paso.</a:t>
            </a:r>
            <a:endParaRPr lang="en-US" sz="1700" dirty="0"/>
          </a:p>
        </p:txBody>
      </p:sp>
      <p:sp>
        <p:nvSpPr>
          <p:cNvPr id="6" name="Shape 4"/>
          <p:cNvSpPr/>
          <p:nvPr/>
        </p:nvSpPr>
        <p:spPr>
          <a:xfrm>
            <a:off x="548640" y="3749040"/>
            <a:ext cx="329184" cy="329184"/>
          </a:xfrm>
          <a:prstGeom prst="ellipse">
            <a:avLst/>
          </a:prstGeom>
          <a:solidFill>
            <a:srgbClr val="FFA028"/>
          </a:solidFill>
          <a:ln w="12700">
            <a:solidFill>
              <a:srgbClr val="FFA028"/>
            </a:solidFill>
            <a:prstDash val="solid"/>
          </a:ln>
        </p:spPr>
      </p:sp>
      <p:sp>
        <p:nvSpPr>
          <p:cNvPr id="7" name="Text 5"/>
          <p:cNvSpPr txBox="1"/>
          <p:nvPr/>
        </p:nvSpPr>
        <p:spPr>
          <a:xfrm>
            <a:off x="548640" y="3749040"/>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051560" y="3749040"/>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De un número a un rango</a:t>
            </a:r>
            <a:endParaRPr lang="en-US" sz="1400" dirty="0"/>
          </a:p>
        </p:txBody>
      </p:sp>
      <p:sp>
        <p:nvSpPr>
          <p:cNvPr id="9" name="Shape 7"/>
          <p:cNvSpPr/>
          <p:nvPr/>
        </p:nvSpPr>
        <p:spPr>
          <a:xfrm>
            <a:off x="548640" y="4224528"/>
            <a:ext cx="329184" cy="329184"/>
          </a:xfrm>
          <a:prstGeom prst="ellipse">
            <a:avLst/>
          </a:prstGeom>
          <a:solidFill>
            <a:srgbClr val="FFA028"/>
          </a:solidFill>
          <a:ln w="12700">
            <a:solidFill>
              <a:srgbClr val="FFA028"/>
            </a:solidFill>
            <a:prstDash val="solid"/>
          </a:ln>
        </p:spPr>
      </p:sp>
      <p:sp>
        <p:nvSpPr>
          <p:cNvPr id="10" name="Text 8"/>
          <p:cNvSpPr txBox="1"/>
          <p:nvPr/>
        </p:nvSpPr>
        <p:spPr>
          <a:xfrm>
            <a:off x="548640" y="4224528"/>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051560" y="4224528"/>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Probabilidad e impacto: dos preguntas</a:t>
            </a:r>
            <a:endParaRPr lang="en-US" sz="1400" dirty="0"/>
          </a:p>
        </p:txBody>
      </p:sp>
      <p:sp>
        <p:nvSpPr>
          <p:cNvPr id="12" name="Shape 10"/>
          <p:cNvSpPr/>
          <p:nvPr/>
        </p:nvSpPr>
        <p:spPr>
          <a:xfrm>
            <a:off x="548640" y="4700016"/>
            <a:ext cx="329184" cy="329184"/>
          </a:xfrm>
          <a:prstGeom prst="ellipse">
            <a:avLst/>
          </a:prstGeom>
          <a:solidFill>
            <a:srgbClr val="FFA028"/>
          </a:solidFill>
          <a:ln w="12700">
            <a:solidFill>
              <a:srgbClr val="FFA028"/>
            </a:solidFill>
            <a:prstDash val="solid"/>
          </a:ln>
        </p:spPr>
      </p:sp>
      <p:sp>
        <p:nvSpPr>
          <p:cNvPr id="13" name="Text 11"/>
          <p:cNvSpPr txBox="1"/>
          <p:nvPr/>
        </p:nvSpPr>
        <p:spPr>
          <a:xfrm>
            <a:off x="548640" y="4700016"/>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3</a:t>
            </a:r>
            <a:endParaRPr lang="en-US" sz="1100" dirty="0"/>
          </a:p>
        </p:txBody>
      </p:sp>
      <p:sp>
        <p:nvSpPr>
          <p:cNvPr id="14" name="Text 12"/>
          <p:cNvSpPr txBox="1"/>
          <p:nvPr/>
        </p:nvSpPr>
        <p:spPr>
          <a:xfrm>
            <a:off x="1051560" y="4700016"/>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Qué hace la macro en cada escenario</a:t>
            </a:r>
            <a:endParaRPr lang="en-US" sz="1400" dirty="0"/>
          </a:p>
        </p:txBody>
      </p:sp>
      <p:sp>
        <p:nvSpPr>
          <p:cNvPr id="15" name="Shape 13"/>
          <p:cNvSpPr/>
          <p:nvPr/>
        </p:nvSpPr>
        <p:spPr>
          <a:xfrm>
            <a:off x="548640" y="5175504"/>
            <a:ext cx="329184" cy="329184"/>
          </a:xfrm>
          <a:prstGeom prst="ellipse">
            <a:avLst/>
          </a:prstGeom>
          <a:solidFill>
            <a:srgbClr val="FFA028"/>
          </a:solidFill>
          <a:ln w="12700">
            <a:solidFill>
              <a:srgbClr val="FFA028"/>
            </a:solidFill>
            <a:prstDash val="solid"/>
          </a:ln>
        </p:spPr>
      </p:sp>
      <p:sp>
        <p:nvSpPr>
          <p:cNvPr id="16" name="Text 14"/>
          <p:cNvSpPr txBox="1"/>
          <p:nvPr/>
        </p:nvSpPr>
        <p:spPr>
          <a:xfrm>
            <a:off x="548640" y="5175504"/>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4</a:t>
            </a:r>
            <a:endParaRPr lang="en-US" sz="1100" dirty="0"/>
          </a:p>
        </p:txBody>
      </p:sp>
      <p:sp>
        <p:nvSpPr>
          <p:cNvPr id="17" name="Text 15"/>
          <p:cNvSpPr txBox="1"/>
          <p:nvPr/>
        </p:nvSpPr>
        <p:spPr>
          <a:xfrm>
            <a:off x="1051560" y="5175504"/>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Cómo leer una distribución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De un número a un rango</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Una distribución describe lo que NO sabemos con exactitud: qué valores son posibles y cuáles son más probables.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18</a:t>
            </a:r>
            <a:endParaRPr lang="en-US" sz="1000" dirty="0"/>
          </a:p>
        </p:txBody>
      </p:sp>
      <p:sp>
        <p:nvSpPr>
          <p:cNvPr id="6" name="Shape 4"/>
          <p:cNvSpPr/>
          <p:nvPr/>
        </p:nvSpPr>
        <p:spPr>
          <a:xfrm>
            <a:off x="548640" y="2011680"/>
            <a:ext cx="3931920" cy="4023360"/>
          </a:xfrm>
          <a:prstGeom prst="roundRect">
            <a:avLst>
              <a:gd name="adj" fmla="val 1860"/>
            </a:avLst>
          </a:prstGeom>
          <a:solidFill>
            <a:srgbClr val="EDEDED"/>
          </a:solidFill>
          <a:ln w="12700">
            <a:solidFill>
              <a:srgbClr val="EDEDED"/>
            </a:solidFill>
            <a:prstDash val="solid"/>
          </a:ln>
        </p:spPr>
      </p:sp>
      <p:sp>
        <p:nvSpPr>
          <p:cNvPr id="7" name="Text 5"/>
          <p:cNvSpPr txBox="1"/>
          <p:nvPr/>
        </p:nvSpPr>
        <p:spPr>
          <a:xfrm>
            <a:off x="822960" y="2194560"/>
            <a:ext cx="3474720" cy="365760"/>
          </a:xfrm>
          <a:prstGeom prst="rect">
            <a:avLst/>
          </a:prstGeom>
          <a:noFill/>
          <a:ln/>
        </p:spPr>
        <p:txBody>
          <a:bodyPr wrap="square" lIns="0" tIns="0" rIns="0" bIns="0" rtlCol="0" anchor="t"/>
          <a:lstStyle/>
          <a:p>
            <a:pPr indent="0" marL="0">
              <a:buNone/>
            </a:pPr>
            <a:r>
              <a:rPr lang="en-US" sz="1500" b="1" dirty="0">
                <a:solidFill>
                  <a:srgbClr val="333333"/>
                </a:solidFill>
                <a:latin typeface="Arial" pitchFamily="34" charset="0"/>
                <a:ea typeface="Arial" pitchFamily="34" charset="-122"/>
                <a:cs typeface="Arial" pitchFamily="34" charset="-120"/>
              </a:rPr>
              <a:t>Estimado tradicional</a:t>
            </a:r>
            <a:endParaRPr lang="en-US" sz="1500" dirty="0"/>
          </a:p>
        </p:txBody>
      </p:sp>
      <p:sp>
        <p:nvSpPr>
          <p:cNvPr id="8" name="Text 6"/>
          <p:cNvSpPr txBox="1"/>
          <p:nvPr/>
        </p:nvSpPr>
        <p:spPr>
          <a:xfrm>
            <a:off x="822960" y="2651760"/>
            <a:ext cx="3474720" cy="822960"/>
          </a:xfrm>
          <a:prstGeom prst="rect">
            <a:avLst/>
          </a:prstGeom>
          <a:noFill/>
          <a:ln/>
        </p:spPr>
        <p:txBody>
          <a:bodyPr wrap="square" lIns="0" tIns="0" rIns="0" bIns="0" rtlCol="0" anchor="t"/>
          <a:lstStyle/>
          <a:p>
            <a:pPr indent="0" marL="0">
              <a:buNone/>
            </a:pPr>
            <a:r>
              <a:rPr lang="en-US" sz="4000" b="1" dirty="0">
                <a:solidFill>
                  <a:srgbClr val="000000"/>
                </a:solidFill>
                <a:latin typeface="Arial" pitchFamily="34" charset="0"/>
                <a:ea typeface="Arial" pitchFamily="34" charset="-122"/>
                <a:cs typeface="Arial" pitchFamily="34" charset="-120"/>
              </a:rPr>
              <a:t>S/ 600 000</a:t>
            </a:r>
            <a:endParaRPr lang="en-US" sz="4000" dirty="0"/>
          </a:p>
        </p:txBody>
      </p:sp>
      <p:sp>
        <p:nvSpPr>
          <p:cNvPr id="9" name="Text 7"/>
          <p:cNvSpPr txBox="1"/>
          <p:nvPr/>
        </p:nvSpPr>
        <p:spPr>
          <a:xfrm>
            <a:off x="822960" y="3611880"/>
            <a:ext cx="3474720" cy="2194560"/>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Un solo número. No dice qué tan seguro es, ni cuánto podría costar si sale mal. Da una falsa sensación de precisión: el costo real casi nunca será exactamente ese.</a:t>
            </a:r>
            <a:endParaRPr lang="en-US" sz="1400" dirty="0"/>
          </a:p>
        </p:txBody>
      </p:sp>
      <p:graphicFrame>
        <p:nvGraphicFramePr>
          <p:cNvPr id="10" name="Chart 0" descr=""/>
          <p:cNvGraphicFramePr/>
          <p:nvPr/>
        </p:nvGraphicFramePr>
        <p:xfrm>
          <a:off x="4846320" y="1965960"/>
          <a:ext cx="6766560" cy="32004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4846320" y="5257800"/>
            <a:ext cx="6766560" cy="914400"/>
          </a:xfrm>
          <a:prstGeom prst="rect">
            <a:avLst/>
          </a:prstGeom>
          <a:noFill/>
          <a:ln/>
        </p:spPr>
        <p:txBody>
          <a:bodyPr wrap="square" lIns="0" tIns="0" rIns="0" bIns="0" rtlCol="0" anchor="t"/>
          <a:lstStyle/>
          <a:p>
            <a:pPr indent="0" marL="0">
              <a:buNone/>
            </a:pPr>
            <a:r>
              <a:rPr lang="en-US" sz="1350" dirty="0">
                <a:solidFill>
                  <a:srgbClr val="000000"/>
                </a:solidFill>
                <a:latin typeface="Arial" pitchFamily="34" charset="0"/>
                <a:ea typeface="Arial" pitchFamily="34" charset="-122"/>
                <a:cs typeface="Arial" pitchFamily="34" charset="-120"/>
              </a:rPr>
              <a:t>Con tres números (mínimo 200 000, más probable 600 000, máximo 1 400 000) se describe todo el rango. La altura de la curva indica qué valores salen más a menudo: cerca de 600 000 es frecuente; cerca de 1 400 000 es raro pero posible.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Qué representa una distribución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No es un capricho estadístico: es la forma honesta de registrar lo que sabemos y lo que no.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19</a:t>
            </a:r>
            <a:endParaRPr lang="en-US" sz="1000" dirty="0"/>
          </a:p>
        </p:txBody>
      </p:sp>
      <p:sp>
        <p:nvSpPr>
          <p:cNvPr id="6" name="Shape 4"/>
          <p:cNvSpPr/>
          <p:nvPr/>
        </p:nvSpPr>
        <p:spPr>
          <a:xfrm>
            <a:off x="548640" y="1965960"/>
            <a:ext cx="3520440" cy="2103120"/>
          </a:xfrm>
          <a:prstGeom prst="roundRect">
            <a:avLst>
              <a:gd name="adj" fmla="val 3478"/>
            </a:avLst>
          </a:prstGeom>
          <a:solidFill>
            <a:srgbClr val="FFF0D6"/>
          </a:solidFill>
          <a:ln w="12700">
            <a:solidFill>
              <a:srgbClr val="FFF0D6"/>
            </a:solidFill>
            <a:prstDash val="solid"/>
          </a:ln>
        </p:spPr>
      </p:sp>
      <p:sp>
        <p:nvSpPr>
          <p:cNvPr id="7" name="Text 5"/>
          <p:cNvSpPr txBox="1"/>
          <p:nvPr/>
        </p:nvSpPr>
        <p:spPr>
          <a:xfrm>
            <a:off x="731520" y="2093976"/>
            <a:ext cx="315468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Refleja conocimiento</a:t>
            </a:r>
            <a:endParaRPr lang="en-US" sz="1500" dirty="0"/>
          </a:p>
        </p:txBody>
      </p:sp>
      <p:sp>
        <p:nvSpPr>
          <p:cNvPr id="8" name="Text 6"/>
          <p:cNvSpPr txBox="1"/>
          <p:nvPr/>
        </p:nvSpPr>
        <p:spPr>
          <a:xfrm>
            <a:off x="731520" y="2468880"/>
            <a:ext cx="3154680" cy="150876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Un rango ancho significa que sabemos poco; un rango estrecho, que sabemos mucho. Ambos son válidos si son honestos.</a:t>
            </a:r>
            <a:endParaRPr lang="en-US" sz="1300" dirty="0"/>
          </a:p>
        </p:txBody>
      </p:sp>
      <p:sp>
        <p:nvSpPr>
          <p:cNvPr id="9" name="Shape 7"/>
          <p:cNvSpPr/>
          <p:nvPr/>
        </p:nvSpPr>
        <p:spPr>
          <a:xfrm>
            <a:off x="4251960" y="1965960"/>
            <a:ext cx="3520440" cy="2103120"/>
          </a:xfrm>
          <a:prstGeom prst="roundRect">
            <a:avLst>
              <a:gd name="adj" fmla="val 3478"/>
            </a:avLst>
          </a:prstGeom>
          <a:solidFill>
            <a:srgbClr val="FFF7EB"/>
          </a:solidFill>
          <a:ln w="12700">
            <a:solidFill>
              <a:srgbClr val="FFF7EB"/>
            </a:solidFill>
            <a:prstDash val="solid"/>
          </a:ln>
        </p:spPr>
      </p:sp>
      <p:sp>
        <p:nvSpPr>
          <p:cNvPr id="10" name="Text 8"/>
          <p:cNvSpPr txBox="1"/>
          <p:nvPr/>
        </p:nvSpPr>
        <p:spPr>
          <a:xfrm>
            <a:off x="4434840" y="2093976"/>
            <a:ext cx="315468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Se puede actualizar</a:t>
            </a:r>
            <a:endParaRPr lang="en-US" sz="1500" dirty="0"/>
          </a:p>
        </p:txBody>
      </p:sp>
      <p:sp>
        <p:nvSpPr>
          <p:cNvPr id="11" name="Text 9"/>
          <p:cNvSpPr txBox="1"/>
          <p:nvPr/>
        </p:nvSpPr>
        <p:spPr>
          <a:xfrm>
            <a:off x="4434840" y="2468880"/>
            <a:ext cx="3154680" cy="150876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Cuando llega información (una cotización, un avance de obra), el rango se ajusta y se vuelve a simular.</a:t>
            </a:r>
            <a:endParaRPr lang="en-US" sz="1300" dirty="0"/>
          </a:p>
        </p:txBody>
      </p:sp>
      <p:sp>
        <p:nvSpPr>
          <p:cNvPr id="12" name="Shape 10"/>
          <p:cNvSpPr/>
          <p:nvPr/>
        </p:nvSpPr>
        <p:spPr>
          <a:xfrm>
            <a:off x="7955280" y="1965960"/>
            <a:ext cx="3520440" cy="2103120"/>
          </a:xfrm>
          <a:prstGeom prst="roundRect">
            <a:avLst>
              <a:gd name="adj" fmla="val 3478"/>
            </a:avLst>
          </a:prstGeom>
          <a:solidFill>
            <a:srgbClr val="FFF7EB"/>
          </a:solidFill>
          <a:ln w="12700">
            <a:solidFill>
              <a:srgbClr val="FFF7EB"/>
            </a:solidFill>
            <a:prstDash val="solid"/>
          </a:ln>
        </p:spPr>
      </p:sp>
      <p:sp>
        <p:nvSpPr>
          <p:cNvPr id="13" name="Text 11"/>
          <p:cNvSpPr txBox="1"/>
          <p:nvPr/>
        </p:nvSpPr>
        <p:spPr>
          <a:xfrm>
            <a:off x="8138160" y="2093976"/>
            <a:ext cx="315468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Se puede defender</a:t>
            </a:r>
            <a:endParaRPr lang="en-US" sz="1500" dirty="0"/>
          </a:p>
        </p:txBody>
      </p:sp>
      <p:sp>
        <p:nvSpPr>
          <p:cNvPr id="14" name="Text 12"/>
          <p:cNvSpPr txBox="1"/>
          <p:nvPr/>
        </p:nvSpPr>
        <p:spPr>
          <a:xfrm>
            <a:off x="8138160" y="2468880"/>
            <a:ext cx="3154680" cy="150876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Cada número tiene una fuente: experto, histórico o cotización. Se anota en NOTAS.</a:t>
            </a:r>
            <a:endParaRPr lang="en-US" sz="1300" dirty="0"/>
          </a:p>
        </p:txBody>
      </p:sp>
      <p:graphicFrame>
        <p:nvGraphicFramePr>
          <p:cNvPr id="15" name="Chart 0" descr=""/>
          <p:cNvGraphicFramePr/>
          <p:nvPr/>
        </p:nvGraphicFramePr>
        <p:xfrm>
          <a:off x="548640" y="4206240"/>
          <a:ext cx="11094415" cy="2103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Cada riesgo responde DOS preguntas distintas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Van en columnas distintas y nunca se mezclan.</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20</a:t>
            </a:r>
            <a:endParaRPr lang="en-US" sz="1000" dirty="0"/>
          </a:p>
        </p:txBody>
      </p:sp>
      <p:sp>
        <p:nvSpPr>
          <p:cNvPr id="6" name="Shape 4"/>
          <p:cNvSpPr/>
          <p:nvPr/>
        </p:nvSpPr>
        <p:spPr>
          <a:xfrm>
            <a:off x="548640" y="1920240"/>
            <a:ext cx="5303520" cy="3566160"/>
          </a:xfrm>
          <a:prstGeom prst="roundRect">
            <a:avLst>
              <a:gd name="adj" fmla="val 2051"/>
            </a:avLst>
          </a:prstGeom>
          <a:solidFill>
            <a:srgbClr val="FFF7EB"/>
          </a:solidFill>
          <a:ln w="12700">
            <a:solidFill>
              <a:srgbClr val="FFF7EB"/>
            </a:solidFill>
            <a:prstDash val="solid"/>
          </a:ln>
        </p:spPr>
      </p:sp>
      <p:sp>
        <p:nvSpPr>
          <p:cNvPr id="7" name="Shape 5"/>
          <p:cNvSpPr/>
          <p:nvPr/>
        </p:nvSpPr>
        <p:spPr>
          <a:xfrm>
            <a:off x="822960" y="2103120"/>
            <a:ext cx="640080" cy="640080"/>
          </a:xfrm>
          <a:prstGeom prst="ellipse">
            <a:avLst/>
          </a:prstGeom>
          <a:solidFill>
            <a:srgbClr val="0068FF"/>
          </a:solidFill>
          <a:ln w="12700">
            <a:solidFill>
              <a:srgbClr val="0068FF"/>
            </a:solidFill>
            <a:prstDash val="solid"/>
          </a:ln>
        </p:spPr>
      </p:sp>
      <p:sp>
        <p:nvSpPr>
          <p:cNvPr id="8" name="Text 6"/>
          <p:cNvSpPr txBox="1"/>
          <p:nvPr/>
        </p:nvSpPr>
        <p:spPr>
          <a:xfrm>
            <a:off x="822960" y="21031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txBox="1"/>
          <p:nvPr/>
        </p:nvSpPr>
        <p:spPr>
          <a:xfrm>
            <a:off x="1645920" y="2148840"/>
            <a:ext cx="4023360" cy="54864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¿Ocurre o no ocurre?</a:t>
            </a:r>
            <a:endParaRPr lang="en-US" sz="2000" dirty="0"/>
          </a:p>
        </p:txBody>
      </p:sp>
      <p:sp>
        <p:nvSpPr>
          <p:cNvPr id="10" name="Text 8"/>
          <p:cNvSpPr txBox="1"/>
          <p:nvPr/>
        </p:nvSpPr>
        <p:spPr>
          <a:xfrm>
            <a:off x="822960" y="2926080"/>
            <a:ext cx="4754880" cy="365760"/>
          </a:xfrm>
          <a:prstGeom prst="rect">
            <a:avLst/>
          </a:prstGeom>
          <a:noFill/>
          <a:ln/>
        </p:spPr>
        <p:txBody>
          <a:bodyPr wrap="square" lIns="0" tIns="0" rIns="0" bIns="0" rtlCol="0" anchor="t"/>
          <a:lstStyle/>
          <a:p>
            <a:pPr indent="0" marL="0">
              <a:buNone/>
            </a:pPr>
            <a:r>
              <a:rPr lang="en-US" sz="1500" b="1" dirty="0">
                <a:solidFill>
                  <a:srgbClr val="CC7A00"/>
                </a:solidFill>
                <a:latin typeface="Arial" pitchFamily="34" charset="0"/>
                <a:ea typeface="Arial" pitchFamily="34" charset="-122"/>
                <a:cs typeface="Arial" pitchFamily="34" charset="-120"/>
              </a:rPr>
              <a:t>Columna PROBABILIDAD</a:t>
            </a:r>
            <a:endParaRPr lang="en-US" sz="1500" dirty="0"/>
          </a:p>
        </p:txBody>
      </p:sp>
      <p:sp>
        <p:nvSpPr>
          <p:cNvPr id="11" name="Text 9"/>
          <p:cNvSpPr txBox="1"/>
          <p:nvPr/>
        </p:nvSpPr>
        <p:spPr>
          <a:xfrm>
            <a:off x="822960" y="3337560"/>
            <a:ext cx="4754880" cy="91440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Un número entre 0 y 1. Se aplica UNA sola vez al riesgo, para todas sus dimensiones.</a:t>
            </a:r>
            <a:endParaRPr lang="en-US" sz="1400" dirty="0"/>
          </a:p>
        </p:txBody>
      </p:sp>
      <p:sp>
        <p:nvSpPr>
          <p:cNvPr id="12" name="Text 10"/>
          <p:cNvSpPr txBox="1"/>
          <p:nvPr/>
        </p:nvSpPr>
        <p:spPr>
          <a:xfrm>
            <a:off x="822960" y="4343400"/>
            <a:ext cx="4754880" cy="100584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Ejemplo R-11: 0,55 = 55 % de chance de que la Supervisión demore las aprobaciones.</a:t>
            </a:r>
            <a:endParaRPr lang="en-US" sz="1350" dirty="0"/>
          </a:p>
        </p:txBody>
      </p:sp>
      <p:sp>
        <p:nvSpPr>
          <p:cNvPr id="13" name="Shape 11"/>
          <p:cNvSpPr/>
          <p:nvPr/>
        </p:nvSpPr>
        <p:spPr>
          <a:xfrm>
            <a:off x="6309360" y="1920240"/>
            <a:ext cx="5303520" cy="3566160"/>
          </a:xfrm>
          <a:prstGeom prst="roundRect">
            <a:avLst>
              <a:gd name="adj" fmla="val 2051"/>
            </a:avLst>
          </a:prstGeom>
          <a:solidFill>
            <a:srgbClr val="FFF7EB"/>
          </a:solidFill>
          <a:ln w="12700">
            <a:solidFill>
              <a:srgbClr val="FFF7EB"/>
            </a:solidFill>
            <a:prstDash val="solid"/>
          </a:ln>
        </p:spPr>
      </p:sp>
      <p:sp>
        <p:nvSpPr>
          <p:cNvPr id="14" name="Shape 12"/>
          <p:cNvSpPr/>
          <p:nvPr/>
        </p:nvSpPr>
        <p:spPr>
          <a:xfrm>
            <a:off x="6583680" y="2103120"/>
            <a:ext cx="640080" cy="640080"/>
          </a:xfrm>
          <a:prstGeom prst="ellipse">
            <a:avLst/>
          </a:prstGeom>
          <a:solidFill>
            <a:srgbClr val="FF6600"/>
          </a:solidFill>
          <a:ln w="12700">
            <a:solidFill>
              <a:srgbClr val="FF6600"/>
            </a:solidFill>
            <a:prstDash val="solid"/>
          </a:ln>
        </p:spPr>
      </p:sp>
      <p:sp>
        <p:nvSpPr>
          <p:cNvPr id="15" name="Text 13"/>
          <p:cNvSpPr txBox="1"/>
          <p:nvPr/>
        </p:nvSpPr>
        <p:spPr>
          <a:xfrm>
            <a:off x="6583680" y="21031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4"/>
          <p:cNvSpPr txBox="1"/>
          <p:nvPr/>
        </p:nvSpPr>
        <p:spPr>
          <a:xfrm>
            <a:off x="7406640" y="2148840"/>
            <a:ext cx="4023360" cy="54864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Si ocurre, ¿cuánto impacta?</a:t>
            </a:r>
            <a:endParaRPr lang="en-US" sz="2000" dirty="0"/>
          </a:p>
        </p:txBody>
      </p:sp>
      <p:sp>
        <p:nvSpPr>
          <p:cNvPr id="17" name="Text 15"/>
          <p:cNvSpPr txBox="1"/>
          <p:nvPr/>
        </p:nvSpPr>
        <p:spPr>
          <a:xfrm>
            <a:off x="6583680" y="2926080"/>
            <a:ext cx="4754880" cy="365760"/>
          </a:xfrm>
          <a:prstGeom prst="rect">
            <a:avLst/>
          </a:prstGeom>
          <a:noFill/>
          <a:ln/>
        </p:spPr>
        <p:txBody>
          <a:bodyPr wrap="square" lIns="0" tIns="0" rIns="0" bIns="0" rtlCol="0" anchor="t"/>
          <a:lstStyle/>
          <a:p>
            <a:pPr indent="0" marL="0">
              <a:buNone/>
            </a:pPr>
            <a:r>
              <a:rPr lang="en-US" sz="1500" b="1" dirty="0">
                <a:solidFill>
                  <a:srgbClr val="CC7A00"/>
                </a:solidFill>
                <a:latin typeface="Arial" pitchFamily="34" charset="0"/>
                <a:ea typeface="Arial" pitchFamily="34" charset="-122"/>
                <a:cs typeface="Arial" pitchFamily="34" charset="-120"/>
              </a:rPr>
              <a:t>Columnas DIST_ y P1…P4</a:t>
            </a:r>
            <a:endParaRPr lang="en-US" sz="1500" dirty="0"/>
          </a:p>
        </p:txBody>
      </p:sp>
      <p:sp>
        <p:nvSpPr>
          <p:cNvPr id="18" name="Text 16"/>
          <p:cNvSpPr txBox="1"/>
          <p:nvPr/>
        </p:nvSpPr>
        <p:spPr>
          <a:xfrm>
            <a:off x="6583680" y="3337560"/>
            <a:ext cx="4754880" cy="91440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Una distribución por cada dimensión afectada. Describe el impacto COMPLETO, suponiendo que el riesgo ya ocurrió.</a:t>
            </a:r>
            <a:endParaRPr lang="en-US" sz="1400" dirty="0"/>
          </a:p>
        </p:txBody>
      </p:sp>
      <p:sp>
        <p:nvSpPr>
          <p:cNvPr id="19" name="Text 17"/>
          <p:cNvSpPr txBox="1"/>
          <p:nvPr/>
        </p:nvSpPr>
        <p:spPr>
          <a:xfrm>
            <a:off x="6583680" y="4343400"/>
            <a:ext cx="4754880" cy="100584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Ejemplo R-11: COSTO PERT 200 000 / 600 000 / 1 400 000 · PLAZO TRIANGULAR 10 / 20 / 45 días.</a:t>
            </a:r>
            <a:endParaRPr lang="en-US" sz="1350" dirty="0"/>
          </a:p>
        </p:txBody>
      </p:sp>
      <p:sp>
        <p:nvSpPr>
          <p:cNvPr id="20" name="Shape 18"/>
          <p:cNvSpPr/>
          <p:nvPr/>
        </p:nvSpPr>
        <p:spPr>
          <a:xfrm>
            <a:off x="548640" y="5623560"/>
            <a:ext cx="11094415" cy="685800"/>
          </a:xfrm>
          <a:prstGeom prst="roundRect">
            <a:avLst>
              <a:gd name="adj" fmla="val 10667"/>
            </a:avLst>
          </a:prstGeom>
          <a:solidFill>
            <a:srgbClr val="FF433D"/>
          </a:solidFill>
          <a:ln w="12700">
            <a:solidFill>
              <a:srgbClr val="FF433D"/>
            </a:solidFill>
            <a:prstDash val="solid"/>
          </a:ln>
        </p:spPr>
      </p:sp>
      <p:sp>
        <p:nvSpPr>
          <p:cNvPr id="21" name="Text 19"/>
          <p:cNvSpPr txBox="1"/>
          <p:nvPr/>
        </p:nvSpPr>
        <p:spPr>
          <a:xfrm>
            <a:off x="777240" y="5623560"/>
            <a:ext cx="10637215" cy="68580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Error típico: multiplicar la probabilidad por el impacto al ingresar los datos. La macro ya lo hace en cada escenario: el impacto se ingresa completo.</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Cómo estimar la probabilidad</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probabilidad es la chance de que el evento ocurra durante el proyecto, una sola vez. Se puede partir de una escala verbal.</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6400800" cy="914400"/>
        </p:xfrm>
        <a:graphic>
          <a:graphicData uri="http://schemas.openxmlformats.org/drawingml/2006/table">
            <a:tbl>
              <a:tblPr/>
              <a:tblGrid>
                <a:gridCol w="2194560"/>
                <a:gridCol w="1463040"/>
                <a:gridCol w="2743200"/>
              </a:tblGrid>
              <a:tr h="475488">
                <a:tc>
                  <a:txBody>
                    <a:bodyPr/>
                    <a:lstStyle/>
                    <a:p>
                      <a:pPr indent="0" marL="0">
                        <a:buNone/>
                      </a:pPr>
                      <a:r>
                        <a:rPr lang="en-US" sz="1200" b="1" dirty="0">
                          <a:solidFill>
                            <a:srgbClr val="FFA028"/>
                          </a:solidFill>
                          <a:latin typeface="Arial" pitchFamily="34" charset="0"/>
                          <a:ea typeface="Arial" pitchFamily="34" charset="-122"/>
                          <a:cs typeface="Arial" pitchFamily="34" charset="-120"/>
                        </a:rPr>
                        <a:t>Expresión</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Probabilidad</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Referencia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Muy improbable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0,05 – 0,10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Ocurrió en muy pocos proyectos similares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Poco probable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0,10 – 0,30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Ocurre a veces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Tan probable como no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0,30 – 0,50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Ocurre en la mitad de los proyectos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Probable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0,50 – 0,70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Suele ocurrir: evalúe incluirlo en la base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Casi seguro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&gt; 0,70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Mejor presupuestarlo en la línea base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7223760" y="2057400"/>
            <a:ext cx="4389120" cy="41148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Use la frecuencia histórica cuando exista: 3 de 10 obras similares = 0,30.</a:t>
            </a:r>
            <a:endParaRPr lang="en-US" sz="1350" dirty="0"/>
          </a:p>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No ponga 0 (el riesgo no existe: desactívelo) ni 1 si puede no ocurrir.</a:t>
            </a:r>
            <a:endParaRPr lang="en-US" sz="1350" dirty="0"/>
          </a:p>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Si es &gt; 0,50, la macro lo advierte en ámbar: el PMI sugiere incluir el evento en la línea base y dejar en el registro solo la variación.</a:t>
            </a:r>
            <a:endParaRPr lang="en-US" sz="1350" dirty="0"/>
          </a:p>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La probabilidad es por riesgo, no por dimensión: el mismo sorteo decide el costo y el plazo.</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Qué hace la macro en cada escenario</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Ejemplo con R-05 (demora en aprobación de UMAS): probabilidad 0,45; afecta costo, plazo e ingeniería de diseño.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406640" cy="914400"/>
        </p:xfrm>
        <a:graphic>
          <a:graphicData uri="http://schemas.openxmlformats.org/drawingml/2006/table">
            <a:tbl>
              <a:tblPr/>
              <a:tblGrid>
                <a:gridCol w="1005840"/>
                <a:gridCol w="1097280"/>
                <a:gridCol w="1371600"/>
                <a:gridCol w="1280160"/>
                <a:gridCol w="1280160"/>
                <a:gridCol w="1371600"/>
              </a:tblGrid>
              <a:tr h="411480">
                <a:tc>
                  <a:txBody>
                    <a:bodyPr/>
                    <a:lstStyle/>
                    <a:p>
                      <a:pPr indent="0" marL="0">
                        <a:buNone/>
                      </a:pPr>
                      <a:r>
                        <a:rPr lang="en-US" sz="1200" b="1" dirty="0">
                          <a:solidFill>
                            <a:srgbClr val="FFA028"/>
                          </a:solidFill>
                          <a:latin typeface="Arial" pitchFamily="34" charset="0"/>
                          <a:ea typeface="Arial" pitchFamily="34" charset="-122"/>
                          <a:cs typeface="Arial" pitchFamily="34" charset="-120"/>
                        </a:rPr>
                        <a:t>Iteración</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Sorteo (0–1)</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¿Ocurre? (&lt; 0,45)</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Costo (PERT)</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Plazo (TRIANG.)</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Ing. diseño (TRIANG.)</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0,31</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Sí</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612 000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34 días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350 HH</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0,72</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0,08</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Sí</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455 000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22 días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260 HH</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0,90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10 000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0,44</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Sí</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981 000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51 días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540 HH</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7" name="Shape 4"/>
          <p:cNvSpPr/>
          <p:nvPr/>
        </p:nvSpPr>
        <p:spPr>
          <a:xfrm>
            <a:off x="8321040" y="2011680"/>
            <a:ext cx="3291840" cy="4114800"/>
          </a:xfrm>
          <a:prstGeom prst="roundRect">
            <a:avLst>
              <a:gd name="adj" fmla="val 2222"/>
            </a:avLst>
          </a:prstGeom>
          <a:solidFill>
            <a:srgbClr val="000000"/>
          </a:solidFill>
          <a:ln w="12700">
            <a:solidFill>
              <a:srgbClr val="000000"/>
            </a:solidFill>
            <a:prstDash val="solid"/>
          </a:ln>
        </p:spPr>
      </p:sp>
      <p:sp>
        <p:nvSpPr>
          <p:cNvPr id="8" name="Text 5"/>
          <p:cNvSpPr txBox="1"/>
          <p:nvPr/>
        </p:nvSpPr>
        <p:spPr>
          <a:xfrm>
            <a:off x="8549640" y="2194560"/>
            <a:ext cx="2926080" cy="365760"/>
          </a:xfrm>
          <a:prstGeom prst="rect">
            <a:avLst/>
          </a:prstGeom>
          <a:noFill/>
          <a:ln/>
        </p:spPr>
        <p:txBody>
          <a:bodyPr wrap="square" lIns="0" tIns="0" rIns="0" bIns="0" rtlCol="0" anchor="t"/>
          <a:lstStyle/>
          <a:p>
            <a:pPr indent="0" marL="0">
              <a:buNone/>
            </a:pPr>
            <a:r>
              <a:rPr lang="en-US" sz="1600" b="1" dirty="0">
                <a:solidFill>
                  <a:srgbClr val="FFA028"/>
                </a:solidFill>
                <a:latin typeface="Arial" pitchFamily="34" charset="0"/>
                <a:ea typeface="Arial" pitchFamily="34" charset="-122"/>
                <a:cs typeface="Arial" pitchFamily="34" charset="-120"/>
              </a:rPr>
              <a:t>Tres pasos por riesgo</a:t>
            </a:r>
            <a:endParaRPr lang="en-US" sz="1600" dirty="0"/>
          </a:p>
        </p:txBody>
      </p:sp>
      <p:sp>
        <p:nvSpPr>
          <p:cNvPr id="9" name="Text 6"/>
          <p:cNvSpPr txBox="1"/>
          <p:nvPr/>
        </p:nvSpPr>
        <p:spPr>
          <a:xfrm>
            <a:off x="8549640" y="2651760"/>
            <a:ext cx="2926080" cy="33832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Sortea un número entre 0 y 1. Si es menor que la probabilidad, el riesgo ocurre.</a:t>
            </a:r>
            <a:endParaRPr lang="en-US" sz="1300" dirty="0"/>
          </a:p>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Si ocurre, saca un valor de cada distribución (costo, plazo, HH).</a:t>
            </a:r>
            <a:endParaRPr lang="en-US" sz="1300" dirty="0"/>
          </a:p>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Si no ocurre, aporta 0 a todas las dimensiones.</a:t>
            </a:r>
            <a:endParaRPr lang="en-US" sz="1300" dirty="0"/>
          </a:p>
          <a:p>
            <a:pPr marL="342900" indent="-342900">
              <a:spcAft>
                <a:spcPts val="700"/>
              </a:spcAft>
              <a:buSzPct val="100000"/>
              <a:buChar char="•"/>
            </a:pPr>
            <a:r>
              <a:rPr lang="en-US" sz="1300" dirty="0">
                <a:solidFill>
                  <a:srgbClr val="FFFFFF"/>
                </a:solidFill>
                <a:latin typeface="Arial" pitchFamily="34" charset="0"/>
                <a:ea typeface="Arial" pitchFamily="34" charset="-122"/>
                <a:cs typeface="Arial" pitchFamily="34" charset="-120"/>
              </a:rPr>
              <a:t>Suma todos los riesgos: ese es el total de la iteración.</a:t>
            </a:r>
            <a:endParaRPr lang="en-US" sz="1300" dirty="0"/>
          </a:p>
        </p:txBody>
      </p:sp>
      <p:sp>
        <p:nvSpPr>
          <p:cNvPr id="10" name="Text 7"/>
          <p:cNvSpPr txBox="1"/>
          <p:nvPr/>
        </p:nvSpPr>
        <p:spPr>
          <a:xfrm>
            <a:off x="548640" y="5074920"/>
            <a:ext cx="7406640" cy="73152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Valores ilustrativos. En unas 4 500 de las 10 000 iteraciones R-05 ocurre; en las demás aporta 0.</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Una ocurrencia, varias dimensiones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Si el riesgo ocurre, impacta a la vez en todas las dimensiones donde tiene distribución.</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23</a:t>
            </a:r>
            <a:endParaRPr lang="en-US" sz="1000" dirty="0"/>
          </a:p>
        </p:txBody>
      </p:sp>
      <p:sp>
        <p:nvSpPr>
          <p:cNvPr id="6" name="Shape 4"/>
          <p:cNvSpPr/>
          <p:nvPr/>
        </p:nvSpPr>
        <p:spPr>
          <a:xfrm>
            <a:off x="548640" y="2103120"/>
            <a:ext cx="3108960" cy="2743200"/>
          </a:xfrm>
          <a:prstGeom prst="roundRect">
            <a:avLst>
              <a:gd name="adj" fmla="val 2667"/>
            </a:avLst>
          </a:prstGeom>
          <a:solidFill>
            <a:srgbClr val="000000"/>
          </a:solidFill>
          <a:ln w="12700">
            <a:solidFill>
              <a:srgbClr val="000000"/>
            </a:solidFill>
            <a:prstDash val="solid"/>
          </a:ln>
        </p:spPr>
      </p:sp>
      <p:sp>
        <p:nvSpPr>
          <p:cNvPr id="7" name="Text 5"/>
          <p:cNvSpPr txBox="1"/>
          <p:nvPr/>
        </p:nvSpPr>
        <p:spPr>
          <a:xfrm>
            <a:off x="777240" y="2286000"/>
            <a:ext cx="2743200" cy="457200"/>
          </a:xfrm>
          <a:prstGeom prst="rect">
            <a:avLst/>
          </a:prstGeom>
          <a:noFill/>
          <a:ln/>
        </p:spPr>
        <p:txBody>
          <a:bodyPr wrap="square" lIns="0" tIns="0" rIns="0" bIns="0" rtlCol="0" anchor="t"/>
          <a:lstStyle/>
          <a:p>
            <a:pPr indent="0" marL="0">
              <a:buNone/>
            </a:pPr>
            <a:r>
              <a:rPr lang="en-US" sz="2000" b="1" dirty="0">
                <a:solidFill>
                  <a:srgbClr val="FFA028"/>
                </a:solidFill>
                <a:latin typeface="Arial" pitchFamily="34" charset="0"/>
                <a:ea typeface="Arial" pitchFamily="34" charset="-122"/>
                <a:cs typeface="Arial" pitchFamily="34" charset="-120"/>
              </a:rPr>
              <a:t>R-05 ocurre</a:t>
            </a:r>
            <a:endParaRPr lang="en-US" sz="2000" dirty="0"/>
          </a:p>
        </p:txBody>
      </p:sp>
      <p:sp>
        <p:nvSpPr>
          <p:cNvPr id="8" name="Text 6"/>
          <p:cNvSpPr txBox="1"/>
          <p:nvPr/>
        </p:nvSpPr>
        <p:spPr>
          <a:xfrm>
            <a:off x="777240" y="2834640"/>
            <a:ext cx="2743200" cy="109728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Un solo sorteo con probabilidad 0,45 para todo el riesgo.</a:t>
            </a:r>
            <a:endParaRPr lang="en-US" sz="1400" dirty="0"/>
          </a:p>
        </p:txBody>
      </p:sp>
      <p:sp>
        <p:nvSpPr>
          <p:cNvPr id="9" name="Text 7"/>
          <p:cNvSpPr txBox="1"/>
          <p:nvPr/>
        </p:nvSpPr>
        <p:spPr>
          <a:xfrm>
            <a:off x="3794760" y="1828800"/>
            <a:ext cx="457200" cy="685800"/>
          </a:xfrm>
          <a:prstGeom prst="rect">
            <a:avLst/>
          </a:prstGeom>
          <a:noFill/>
          <a:ln/>
        </p:spPr>
        <p:txBody>
          <a:bodyPr wrap="square" lIns="0" tIns="0" rIns="0" bIns="0" rtlCol="0" anchor="ctr"/>
          <a:lstStyle/>
          <a:p>
            <a:pPr algn="ctr" indent="0" marL="0">
              <a:buNone/>
            </a:pPr>
            <a:r>
              <a:rPr lang="en-US" sz="3000" b="1" dirty="0">
                <a:solidFill>
                  <a:srgbClr val="FFA028"/>
                </a:solidFill>
                <a:latin typeface="Arial" pitchFamily="34" charset="0"/>
                <a:ea typeface="Arial" pitchFamily="34" charset="-122"/>
                <a:cs typeface="Arial" pitchFamily="34" charset="-120"/>
              </a:rPr>
              <a:t>›</a:t>
            </a:r>
            <a:endParaRPr lang="en-US" sz="3000" dirty="0"/>
          </a:p>
        </p:txBody>
      </p:sp>
      <p:sp>
        <p:nvSpPr>
          <p:cNvPr id="10" name="Shape 8"/>
          <p:cNvSpPr/>
          <p:nvPr/>
        </p:nvSpPr>
        <p:spPr>
          <a:xfrm>
            <a:off x="4343400" y="1828800"/>
            <a:ext cx="7269480" cy="685800"/>
          </a:xfrm>
          <a:prstGeom prst="roundRect">
            <a:avLst>
              <a:gd name="adj" fmla="val 10667"/>
            </a:avLst>
          </a:prstGeom>
          <a:solidFill>
            <a:srgbClr val="FFF7EB"/>
          </a:solidFill>
          <a:ln w="12700">
            <a:solidFill>
              <a:srgbClr val="FFF7EB"/>
            </a:solidFill>
            <a:prstDash val="solid"/>
          </a:ln>
        </p:spPr>
      </p:sp>
      <p:sp>
        <p:nvSpPr>
          <p:cNvPr id="11" name="Shape 9"/>
          <p:cNvSpPr/>
          <p:nvPr/>
        </p:nvSpPr>
        <p:spPr>
          <a:xfrm>
            <a:off x="4526280" y="2029968"/>
            <a:ext cx="292608" cy="292608"/>
          </a:xfrm>
          <a:prstGeom prst="ellipse">
            <a:avLst/>
          </a:prstGeom>
          <a:solidFill>
            <a:srgbClr val="FF6600"/>
          </a:solidFill>
          <a:ln w="12700">
            <a:solidFill>
              <a:srgbClr val="FF6600"/>
            </a:solidFill>
            <a:prstDash val="solid"/>
          </a:ln>
        </p:spPr>
      </p:sp>
      <p:sp>
        <p:nvSpPr>
          <p:cNvPr id="12" name="Text 10"/>
          <p:cNvSpPr txBox="1"/>
          <p:nvPr/>
        </p:nvSpPr>
        <p:spPr>
          <a:xfrm>
            <a:off x="4983480" y="1828800"/>
            <a:ext cx="2011680" cy="68580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COSTO</a:t>
            </a:r>
            <a:endParaRPr lang="en-US" sz="1500" dirty="0"/>
          </a:p>
        </p:txBody>
      </p:sp>
      <p:sp>
        <p:nvSpPr>
          <p:cNvPr id="13" name="Text 11"/>
          <p:cNvSpPr txBox="1"/>
          <p:nvPr/>
        </p:nvSpPr>
        <p:spPr>
          <a:xfrm>
            <a:off x="7040880" y="1828800"/>
            <a:ext cx="4480560" cy="6858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PERT 200 000 / 500 000 / 1 200 000</a:t>
            </a:r>
            <a:endParaRPr lang="en-US" sz="1400" dirty="0"/>
          </a:p>
        </p:txBody>
      </p:sp>
      <p:sp>
        <p:nvSpPr>
          <p:cNvPr id="14" name="Text 12"/>
          <p:cNvSpPr txBox="1"/>
          <p:nvPr/>
        </p:nvSpPr>
        <p:spPr>
          <a:xfrm>
            <a:off x="3794760" y="2697480"/>
            <a:ext cx="457200" cy="685800"/>
          </a:xfrm>
          <a:prstGeom prst="rect">
            <a:avLst/>
          </a:prstGeom>
          <a:noFill/>
          <a:ln/>
        </p:spPr>
        <p:txBody>
          <a:bodyPr wrap="square" lIns="0" tIns="0" rIns="0" bIns="0" rtlCol="0" anchor="ctr"/>
          <a:lstStyle/>
          <a:p>
            <a:pPr algn="ctr" indent="0" marL="0">
              <a:buNone/>
            </a:pPr>
            <a:r>
              <a:rPr lang="en-US" sz="3000" b="1" dirty="0">
                <a:solidFill>
                  <a:srgbClr val="FFA028"/>
                </a:solidFill>
                <a:latin typeface="Arial" pitchFamily="34" charset="0"/>
                <a:ea typeface="Arial" pitchFamily="34" charset="-122"/>
                <a:cs typeface="Arial" pitchFamily="34" charset="-120"/>
              </a:rPr>
              <a:t>›</a:t>
            </a:r>
            <a:endParaRPr lang="en-US" sz="3000" dirty="0"/>
          </a:p>
        </p:txBody>
      </p:sp>
      <p:sp>
        <p:nvSpPr>
          <p:cNvPr id="15" name="Shape 13"/>
          <p:cNvSpPr/>
          <p:nvPr/>
        </p:nvSpPr>
        <p:spPr>
          <a:xfrm>
            <a:off x="4343400" y="2697480"/>
            <a:ext cx="7269480" cy="685800"/>
          </a:xfrm>
          <a:prstGeom prst="roundRect">
            <a:avLst>
              <a:gd name="adj" fmla="val 10667"/>
            </a:avLst>
          </a:prstGeom>
          <a:solidFill>
            <a:srgbClr val="FFF7EB"/>
          </a:solidFill>
          <a:ln w="12700">
            <a:solidFill>
              <a:srgbClr val="FFF7EB"/>
            </a:solidFill>
            <a:prstDash val="solid"/>
          </a:ln>
        </p:spPr>
      </p:sp>
      <p:sp>
        <p:nvSpPr>
          <p:cNvPr id="16" name="Shape 14"/>
          <p:cNvSpPr/>
          <p:nvPr/>
        </p:nvSpPr>
        <p:spPr>
          <a:xfrm>
            <a:off x="4526280" y="2898648"/>
            <a:ext cx="292608" cy="292608"/>
          </a:xfrm>
          <a:prstGeom prst="ellipse">
            <a:avLst/>
          </a:prstGeom>
          <a:solidFill>
            <a:srgbClr val="0068FF"/>
          </a:solidFill>
          <a:ln w="12700">
            <a:solidFill>
              <a:srgbClr val="0068FF"/>
            </a:solidFill>
            <a:prstDash val="solid"/>
          </a:ln>
        </p:spPr>
      </p:sp>
      <p:sp>
        <p:nvSpPr>
          <p:cNvPr id="17" name="Text 15"/>
          <p:cNvSpPr txBox="1"/>
          <p:nvPr/>
        </p:nvSpPr>
        <p:spPr>
          <a:xfrm>
            <a:off x="4983480" y="2697480"/>
            <a:ext cx="2011680" cy="68580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PLAZO</a:t>
            </a:r>
            <a:endParaRPr lang="en-US" sz="1500" dirty="0"/>
          </a:p>
        </p:txBody>
      </p:sp>
      <p:sp>
        <p:nvSpPr>
          <p:cNvPr id="18" name="Text 16"/>
          <p:cNvSpPr txBox="1"/>
          <p:nvPr/>
        </p:nvSpPr>
        <p:spPr>
          <a:xfrm>
            <a:off x="7040880" y="2697480"/>
            <a:ext cx="4480560" cy="6858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TRIANGULAR 15 / 30 / 60 días</a:t>
            </a:r>
            <a:endParaRPr lang="en-US" sz="1400" dirty="0"/>
          </a:p>
        </p:txBody>
      </p:sp>
      <p:sp>
        <p:nvSpPr>
          <p:cNvPr id="19" name="Text 17"/>
          <p:cNvSpPr txBox="1"/>
          <p:nvPr/>
        </p:nvSpPr>
        <p:spPr>
          <a:xfrm>
            <a:off x="3794760" y="3566160"/>
            <a:ext cx="457200" cy="685800"/>
          </a:xfrm>
          <a:prstGeom prst="rect">
            <a:avLst/>
          </a:prstGeom>
          <a:noFill/>
          <a:ln/>
        </p:spPr>
        <p:txBody>
          <a:bodyPr wrap="square" lIns="0" tIns="0" rIns="0" bIns="0" rtlCol="0" anchor="ctr"/>
          <a:lstStyle/>
          <a:p>
            <a:pPr algn="ctr" indent="0" marL="0">
              <a:buNone/>
            </a:pPr>
            <a:r>
              <a:rPr lang="en-US" sz="3000" b="1" dirty="0">
                <a:solidFill>
                  <a:srgbClr val="FFA028"/>
                </a:solidFill>
                <a:latin typeface="Arial" pitchFamily="34" charset="0"/>
                <a:ea typeface="Arial" pitchFamily="34" charset="-122"/>
                <a:cs typeface="Arial" pitchFamily="34" charset="-120"/>
              </a:rPr>
              <a:t>›</a:t>
            </a:r>
            <a:endParaRPr lang="en-US" sz="3000" dirty="0"/>
          </a:p>
        </p:txBody>
      </p:sp>
      <p:sp>
        <p:nvSpPr>
          <p:cNvPr id="20" name="Shape 18"/>
          <p:cNvSpPr/>
          <p:nvPr/>
        </p:nvSpPr>
        <p:spPr>
          <a:xfrm>
            <a:off x="4343400" y="3566160"/>
            <a:ext cx="7269480" cy="685800"/>
          </a:xfrm>
          <a:prstGeom prst="roundRect">
            <a:avLst>
              <a:gd name="adj" fmla="val 10667"/>
            </a:avLst>
          </a:prstGeom>
          <a:solidFill>
            <a:srgbClr val="FFF7EB"/>
          </a:solidFill>
          <a:ln w="12700">
            <a:solidFill>
              <a:srgbClr val="FFF7EB"/>
            </a:solidFill>
            <a:prstDash val="solid"/>
          </a:ln>
        </p:spPr>
      </p:sp>
      <p:sp>
        <p:nvSpPr>
          <p:cNvPr id="21" name="Shape 19"/>
          <p:cNvSpPr/>
          <p:nvPr/>
        </p:nvSpPr>
        <p:spPr>
          <a:xfrm>
            <a:off x="4526280" y="3767328"/>
            <a:ext cx="292608" cy="292608"/>
          </a:xfrm>
          <a:prstGeom prst="ellipse">
            <a:avLst/>
          </a:prstGeom>
          <a:solidFill>
            <a:srgbClr val="CC7A00"/>
          </a:solidFill>
          <a:ln w="12700">
            <a:solidFill>
              <a:srgbClr val="CC7A00"/>
            </a:solidFill>
            <a:prstDash val="solid"/>
          </a:ln>
        </p:spPr>
      </p:sp>
      <p:sp>
        <p:nvSpPr>
          <p:cNvPr id="22" name="Text 20"/>
          <p:cNvSpPr txBox="1"/>
          <p:nvPr/>
        </p:nvSpPr>
        <p:spPr>
          <a:xfrm>
            <a:off x="4983480" y="3566160"/>
            <a:ext cx="2011680" cy="68580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ING_DISENO</a:t>
            </a:r>
            <a:endParaRPr lang="en-US" sz="1500" dirty="0"/>
          </a:p>
        </p:txBody>
      </p:sp>
      <p:sp>
        <p:nvSpPr>
          <p:cNvPr id="23" name="Text 21"/>
          <p:cNvSpPr txBox="1"/>
          <p:nvPr/>
        </p:nvSpPr>
        <p:spPr>
          <a:xfrm>
            <a:off x="7040880" y="3566160"/>
            <a:ext cx="4480560" cy="6858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TRIANGULAR 120 / 300 / 600 HH</a:t>
            </a:r>
            <a:endParaRPr lang="en-US" sz="1400" dirty="0"/>
          </a:p>
        </p:txBody>
      </p:sp>
      <p:sp>
        <p:nvSpPr>
          <p:cNvPr id="24" name="Text 22"/>
          <p:cNvSpPr txBox="1"/>
          <p:nvPr/>
        </p:nvSpPr>
        <p:spPr>
          <a:xfrm>
            <a:off x="3794760" y="4434840"/>
            <a:ext cx="457200" cy="685800"/>
          </a:xfrm>
          <a:prstGeom prst="rect">
            <a:avLst/>
          </a:prstGeom>
          <a:noFill/>
          <a:ln/>
        </p:spPr>
        <p:txBody>
          <a:bodyPr wrap="square" lIns="0" tIns="0" rIns="0" bIns="0" rtlCol="0" anchor="ctr"/>
          <a:lstStyle/>
          <a:p>
            <a:pPr algn="ctr" indent="0" marL="0">
              <a:buNone/>
            </a:pPr>
            <a:r>
              <a:rPr lang="en-US" sz="3000" b="1" dirty="0">
                <a:solidFill>
                  <a:srgbClr val="FFA028"/>
                </a:solidFill>
                <a:latin typeface="Arial" pitchFamily="34" charset="0"/>
                <a:ea typeface="Arial" pitchFamily="34" charset="-122"/>
                <a:cs typeface="Arial" pitchFamily="34" charset="-120"/>
              </a:rPr>
              <a:t>›</a:t>
            </a:r>
            <a:endParaRPr lang="en-US" sz="3000" dirty="0"/>
          </a:p>
        </p:txBody>
      </p:sp>
      <p:sp>
        <p:nvSpPr>
          <p:cNvPr id="25" name="Shape 23"/>
          <p:cNvSpPr/>
          <p:nvPr/>
        </p:nvSpPr>
        <p:spPr>
          <a:xfrm>
            <a:off x="4343400" y="4434840"/>
            <a:ext cx="7269480" cy="685800"/>
          </a:xfrm>
          <a:prstGeom prst="roundRect">
            <a:avLst>
              <a:gd name="adj" fmla="val 10667"/>
            </a:avLst>
          </a:prstGeom>
          <a:solidFill>
            <a:srgbClr val="FFF7EB"/>
          </a:solidFill>
          <a:ln w="12700">
            <a:solidFill>
              <a:srgbClr val="FFF7EB"/>
            </a:solidFill>
            <a:prstDash val="solid"/>
          </a:ln>
        </p:spPr>
      </p:sp>
      <p:sp>
        <p:nvSpPr>
          <p:cNvPr id="26" name="Shape 24"/>
          <p:cNvSpPr/>
          <p:nvPr/>
        </p:nvSpPr>
        <p:spPr>
          <a:xfrm>
            <a:off x="4526280" y="4636008"/>
            <a:ext cx="292608" cy="292608"/>
          </a:xfrm>
          <a:prstGeom prst="ellipse">
            <a:avLst/>
          </a:prstGeom>
          <a:solidFill>
            <a:srgbClr val="EDEDED"/>
          </a:solidFill>
          <a:ln w="12700">
            <a:solidFill>
              <a:srgbClr val="EDEDED"/>
            </a:solidFill>
            <a:prstDash val="solid"/>
          </a:ln>
        </p:spPr>
      </p:sp>
      <p:sp>
        <p:nvSpPr>
          <p:cNvPr id="27" name="Text 25"/>
          <p:cNvSpPr txBox="1"/>
          <p:nvPr/>
        </p:nvSpPr>
        <p:spPr>
          <a:xfrm>
            <a:off x="4983480" y="4434840"/>
            <a:ext cx="2011680" cy="68580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ING_CAMPO</a:t>
            </a:r>
            <a:endParaRPr lang="en-US" sz="1500" dirty="0"/>
          </a:p>
        </p:txBody>
      </p:sp>
      <p:sp>
        <p:nvSpPr>
          <p:cNvPr id="28" name="Text 26"/>
          <p:cNvSpPr txBox="1"/>
          <p:nvPr/>
        </p:nvSpPr>
        <p:spPr>
          <a:xfrm>
            <a:off x="7040880" y="4434840"/>
            <a:ext cx="4480560" cy="68580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(vacía) → no afecta</a:t>
            </a:r>
            <a:endParaRPr lang="en-US" sz="1400" dirty="0"/>
          </a:p>
        </p:txBody>
      </p:sp>
      <p:sp>
        <p:nvSpPr>
          <p:cNvPr id="29" name="Text 27"/>
          <p:cNvSpPr txBox="1"/>
          <p:nvPr/>
        </p:nvSpPr>
        <p:spPr>
          <a:xfrm>
            <a:off x="548640" y="5440680"/>
            <a:ext cx="11094415" cy="82296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Por eso la macro nunca produce un escenario donde R-05 cueste dinero pero no retrase la obra: ambos efectos vienen del mismo evento. Los valores dentro de cada dimensión se sortean por separado.</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De 10 000 escenarios a un resultado</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Sumando los 32 riesgos en cada iteración se obtienen 10 000 totales. Su histograma es la distribución del riesgo general.</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24</a:t>
            </a:r>
            <a:endParaRPr lang="en-US" sz="1000" dirty="0"/>
          </a:p>
        </p:txBody>
      </p:sp>
      <p:graphicFrame>
        <p:nvGraphicFramePr>
          <p:cNvPr id="6" name="Chart 0" descr=""/>
          <p:cNvGraphicFramePr/>
          <p:nvPr/>
        </p:nvGraphicFramePr>
        <p:xfrm>
          <a:off x="548640" y="196596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772400" y="2011680"/>
            <a:ext cx="3840480" cy="411480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Cada barra cuenta cuántas iteraciones cayeron en ese rango.</a:t>
            </a:r>
            <a:endParaRPr lang="en-US" sz="1350" dirty="0"/>
          </a:p>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El centro está cerca de S/ 16 M: lo más frecuente.</a:t>
            </a:r>
            <a:endParaRPr lang="en-US" sz="1350" dirty="0"/>
          </a:p>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Casi nunca sale 0 (algún riesgo casi siempre ocurre) ni más de S/ 35 M (tendrían que ocurrir casi todos en su peor versión).</a:t>
            </a:r>
            <a:endParaRPr lang="en-US" sz="1350" dirty="0"/>
          </a:p>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La suma de los máximos de todos los riesgos superaría ampliamente lo que muestra el histograma: por eso no se suman peores casos.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Leer una distribución (1): la densidad</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curva de densidad muestra DÓNDE se concentran los valores. El área bajo la curva entre dos puntos es la probabilidad de ese tramo.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25</a:t>
            </a:r>
            <a:endParaRPr lang="en-US" sz="1000" dirty="0"/>
          </a:p>
        </p:txBody>
      </p:sp>
      <p:graphicFrame>
        <p:nvGraphicFramePr>
          <p:cNvPr id="6" name="Chart 0" descr=""/>
          <p:cNvGraphicFramePr/>
          <p:nvPr/>
        </p:nvGraphicFramePr>
        <p:xfrm>
          <a:off x="548640" y="2011680"/>
          <a:ext cx="667512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98080" y="2011680"/>
            <a:ext cx="4114800" cy="1234440"/>
          </a:xfrm>
          <a:prstGeom prst="roundRect">
            <a:avLst>
              <a:gd name="adj" fmla="val 5926"/>
            </a:avLst>
          </a:prstGeom>
          <a:solidFill>
            <a:srgbClr val="FFF7EB"/>
          </a:solidFill>
          <a:ln w="12700">
            <a:solidFill>
              <a:srgbClr val="FFF7EB"/>
            </a:solidFill>
            <a:prstDash val="solid"/>
          </a:ln>
        </p:spPr>
      </p:sp>
      <p:sp>
        <p:nvSpPr>
          <p:cNvPr id="8" name="Text 5"/>
          <p:cNvSpPr txBox="1"/>
          <p:nvPr/>
        </p:nvSpPr>
        <p:spPr>
          <a:xfrm>
            <a:off x="7680960" y="2139696"/>
            <a:ext cx="374904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La cima es la moda</a:t>
            </a:r>
            <a:endParaRPr lang="en-US" sz="1500" dirty="0"/>
          </a:p>
        </p:txBody>
      </p:sp>
      <p:sp>
        <p:nvSpPr>
          <p:cNvPr id="9" name="Text 6"/>
          <p:cNvSpPr txBox="1"/>
          <p:nvPr/>
        </p:nvSpPr>
        <p:spPr>
          <a:xfrm>
            <a:off x="7680960" y="2514600"/>
            <a:ext cx="3749040" cy="6400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El valor más frecuente: 600 000.</a:t>
            </a:r>
            <a:endParaRPr lang="en-US" sz="1300" dirty="0"/>
          </a:p>
        </p:txBody>
      </p:sp>
      <p:sp>
        <p:nvSpPr>
          <p:cNvPr id="10" name="Shape 7"/>
          <p:cNvSpPr/>
          <p:nvPr/>
        </p:nvSpPr>
        <p:spPr>
          <a:xfrm>
            <a:off x="7498080" y="3383280"/>
            <a:ext cx="4114800" cy="1234440"/>
          </a:xfrm>
          <a:prstGeom prst="roundRect">
            <a:avLst>
              <a:gd name="adj" fmla="val 5926"/>
            </a:avLst>
          </a:prstGeom>
          <a:solidFill>
            <a:srgbClr val="FFF7EB"/>
          </a:solidFill>
          <a:ln w="12700">
            <a:solidFill>
              <a:srgbClr val="FFF7EB"/>
            </a:solidFill>
            <a:prstDash val="solid"/>
          </a:ln>
        </p:spPr>
      </p:sp>
      <p:sp>
        <p:nvSpPr>
          <p:cNvPr id="11" name="Text 8"/>
          <p:cNvSpPr txBox="1"/>
          <p:nvPr/>
        </p:nvSpPr>
        <p:spPr>
          <a:xfrm>
            <a:off x="7680960" y="3511296"/>
            <a:ext cx="374904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La cola derecha</a:t>
            </a:r>
            <a:endParaRPr lang="en-US" sz="1500" dirty="0"/>
          </a:p>
        </p:txBody>
      </p:sp>
      <p:sp>
        <p:nvSpPr>
          <p:cNvPr id="12" name="Text 9"/>
          <p:cNvSpPr txBox="1"/>
          <p:nvPr/>
        </p:nvSpPr>
        <p:spPr>
          <a:xfrm>
            <a:off x="7680960" y="3886200"/>
            <a:ext cx="3749040" cy="6400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Valores altos poco frecuentes pero posibles, hasta 1 400 000.</a:t>
            </a:r>
            <a:endParaRPr lang="en-US" sz="1300" dirty="0"/>
          </a:p>
        </p:txBody>
      </p:sp>
      <p:sp>
        <p:nvSpPr>
          <p:cNvPr id="13" name="Shape 10"/>
          <p:cNvSpPr/>
          <p:nvPr/>
        </p:nvSpPr>
        <p:spPr>
          <a:xfrm>
            <a:off x="7498080" y="4754880"/>
            <a:ext cx="4114800" cy="1234440"/>
          </a:xfrm>
          <a:prstGeom prst="roundRect">
            <a:avLst>
              <a:gd name="adj" fmla="val 5926"/>
            </a:avLst>
          </a:prstGeom>
          <a:solidFill>
            <a:srgbClr val="FFF7EB"/>
          </a:solidFill>
          <a:ln w="12700">
            <a:solidFill>
              <a:srgbClr val="FFF7EB"/>
            </a:solidFill>
            <a:prstDash val="solid"/>
          </a:ln>
        </p:spPr>
      </p:sp>
      <p:sp>
        <p:nvSpPr>
          <p:cNvPr id="14" name="Text 11"/>
          <p:cNvSpPr txBox="1"/>
          <p:nvPr/>
        </p:nvSpPr>
        <p:spPr>
          <a:xfrm>
            <a:off x="7680960" y="4882896"/>
            <a:ext cx="374904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El área = probabilidad</a:t>
            </a:r>
            <a:endParaRPr lang="en-US" sz="1500" dirty="0"/>
          </a:p>
        </p:txBody>
      </p:sp>
      <p:sp>
        <p:nvSpPr>
          <p:cNvPr id="15" name="Text 12"/>
          <p:cNvSpPr txBox="1"/>
          <p:nvPr/>
        </p:nvSpPr>
        <p:spPr>
          <a:xfrm>
            <a:off x="7680960" y="5257800"/>
            <a:ext cx="3749040" cy="64008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Entre 400 000 y 800 000 cae aproximadamente el 60 % de los casos.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Leer una distribución (2): la acumulada y los percentiles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curva acumulada (curva S) responde: ¿con qué probabilidad NO se supera cada valor?</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26</a:t>
            </a:r>
            <a:endParaRPr lang="en-US" sz="1000" dirty="0"/>
          </a:p>
        </p:txBody>
      </p:sp>
      <p:graphicFrame>
        <p:nvGraphicFramePr>
          <p:cNvPr id="6" name="Chart 0" descr=""/>
          <p:cNvGraphicFramePr/>
          <p:nvPr/>
        </p:nvGraphicFramePr>
        <p:xfrm>
          <a:off x="548640" y="2011680"/>
          <a:ext cx="667512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498080" y="2057400"/>
          <a:ext cx="4114800" cy="914400"/>
        </p:xfrm>
        <a:graphic>
          <a:graphicData uri="http://schemas.openxmlformats.org/drawingml/2006/table">
            <a:tbl>
              <a:tblPr/>
              <a:tblGrid>
                <a:gridCol w="914400"/>
                <a:gridCol w="1371600"/>
                <a:gridCol w="1828800"/>
              </a:tblGrid>
              <a:tr h="457200">
                <a:tc>
                  <a:txBody>
                    <a:bodyPr/>
                    <a:lstStyle/>
                    <a:p>
                      <a:pPr indent="0" marL="0">
                        <a:buNone/>
                      </a:pPr>
                      <a:r>
                        <a:rPr lang="en-US" sz="1200" b="1" dirty="0">
                          <a:solidFill>
                            <a:srgbClr val="FFA028"/>
                          </a:solidFill>
                          <a:latin typeface="Arial" pitchFamily="34" charset="0"/>
                          <a:ea typeface="Arial" pitchFamily="34" charset="-122"/>
                          <a:cs typeface="Arial" pitchFamily="34" charset="-120"/>
                        </a:rPr>
                        <a:t>Percentil</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Valor</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Se lee así</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57200">
                <a:tc>
                  <a:txBody>
                    <a:bodyPr/>
                    <a:lstStyle/>
                    <a:p>
                      <a:pPr indent="0" marL="0">
                        <a:buNone/>
                      </a:pPr>
                      <a:r>
                        <a:rPr lang="en-US" sz="1250" b="1" dirty="0">
                          <a:solidFill>
                            <a:srgbClr val="000000"/>
                          </a:solidFill>
                          <a:latin typeface="Arial" pitchFamily="34" charset="0"/>
                          <a:ea typeface="Arial" pitchFamily="34" charset="-122"/>
                          <a:cs typeface="Arial" pitchFamily="34" charset="-120"/>
                        </a:rPr>
                        <a:t>P10</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S/ 384 000</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Solo 10 % de los casos por debajo</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000000"/>
                          </a:solidFill>
                          <a:latin typeface="Arial" pitchFamily="34" charset="0"/>
                          <a:ea typeface="Arial" pitchFamily="34" charset="-122"/>
                          <a:cs typeface="Arial" pitchFamily="34" charset="-120"/>
                        </a:rPr>
                        <a:t>P50</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S/ 651 000</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Mitad y mitad (mediana)</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57200">
                <a:tc>
                  <a:txBody>
                    <a:bodyPr/>
                    <a:lstStyle/>
                    <a:p>
                      <a:pPr indent="0" marL="0">
                        <a:buNone/>
                      </a:pPr>
                      <a:r>
                        <a:rPr lang="en-US" sz="1250" b="1" dirty="0">
                          <a:solidFill>
                            <a:srgbClr val="000000"/>
                          </a:solidFill>
                          <a:latin typeface="Arial" pitchFamily="34" charset="0"/>
                          <a:ea typeface="Arial" pitchFamily="34" charset="-122"/>
                          <a:cs typeface="Arial" pitchFamily="34" charset="-120"/>
                        </a:rPr>
                        <a:t>P80</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S/ 865 000</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80 % de los casos por debajo</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000000"/>
                          </a:solidFill>
                          <a:latin typeface="Arial" pitchFamily="34" charset="0"/>
                          <a:ea typeface="Arial" pitchFamily="34" charset="-122"/>
                          <a:cs typeface="Arial" pitchFamily="34" charset="-120"/>
                        </a:rPr>
                        <a:t>P90</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S/ 973 000</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Solo 10 % de los casos por encima</a:t>
                      </a:r>
                      <a:endParaRPr lang="en-US" sz="12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8" name="Text 4"/>
          <p:cNvSpPr txBox="1"/>
          <p:nvPr/>
        </p:nvSpPr>
        <p:spPr>
          <a:xfrm>
            <a:off x="7498080" y="4572000"/>
            <a:ext cx="4114800" cy="10972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La reserva para contingencias se lee exactamente así, pero sobre la curva S del TOTAL (parte 7).</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Mínimo, moda, mediana, media y máximo</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Cinco valores que se confunden a menudo. Ejemplo: retraso en aprobación de submittals, PERT 10 / 20 / 45 días.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27</a:t>
            </a:r>
            <a:endParaRPr lang="en-US" sz="1000" dirty="0"/>
          </a:p>
        </p:txBody>
      </p:sp>
      <p:graphicFrame>
        <p:nvGraphicFramePr>
          <p:cNvPr id="6" name="Chart 0" descr=""/>
          <p:cNvGraphicFramePr/>
          <p:nvPr/>
        </p:nvGraphicFramePr>
        <p:xfrm>
          <a:off x="548640" y="2011680"/>
          <a:ext cx="6309360" cy="40233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132320" y="2011680"/>
            <a:ext cx="4480560" cy="731520"/>
          </a:xfrm>
          <a:prstGeom prst="roundRect">
            <a:avLst>
              <a:gd name="adj" fmla="val 10000"/>
            </a:avLst>
          </a:prstGeom>
          <a:solidFill>
            <a:srgbClr val="FFF7EB"/>
          </a:solidFill>
          <a:ln w="12700">
            <a:solidFill>
              <a:srgbClr val="FFF7EB"/>
            </a:solidFill>
            <a:prstDash val="solid"/>
          </a:ln>
        </p:spPr>
      </p:sp>
      <p:sp>
        <p:nvSpPr>
          <p:cNvPr id="8" name="Text 5"/>
          <p:cNvSpPr txBox="1"/>
          <p:nvPr/>
        </p:nvSpPr>
        <p:spPr>
          <a:xfrm>
            <a:off x="7315200" y="2084832"/>
            <a:ext cx="2103120" cy="30175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Mínimo (P1)</a:t>
            </a:r>
            <a:endParaRPr lang="en-US" sz="1400" dirty="0"/>
          </a:p>
        </p:txBody>
      </p:sp>
      <p:sp>
        <p:nvSpPr>
          <p:cNvPr id="9" name="Text 6"/>
          <p:cNvSpPr txBox="1"/>
          <p:nvPr/>
        </p:nvSpPr>
        <p:spPr>
          <a:xfrm>
            <a:off x="9692640" y="2084832"/>
            <a:ext cx="1737360" cy="301752"/>
          </a:xfrm>
          <a:prstGeom prst="rect">
            <a:avLst/>
          </a:prstGeom>
          <a:noFill/>
          <a:ln/>
        </p:spPr>
        <p:txBody>
          <a:bodyPr wrap="square" lIns="0" tIns="0" rIns="0" bIns="0" rtlCol="0" anchor="t"/>
          <a:lstStyle/>
          <a:p>
            <a:pPr algn="r" indent="0" marL="0">
              <a:buNone/>
            </a:pPr>
            <a:r>
              <a:rPr lang="en-US" sz="1400" b="1" dirty="0">
                <a:solidFill>
                  <a:srgbClr val="CC7A00"/>
                </a:solidFill>
                <a:latin typeface="Arial" pitchFamily="34" charset="0"/>
                <a:ea typeface="Arial" pitchFamily="34" charset="-122"/>
                <a:cs typeface="Arial" pitchFamily="34" charset="-120"/>
              </a:rPr>
              <a:t>10 días</a:t>
            </a:r>
            <a:endParaRPr lang="en-US" sz="1400" dirty="0"/>
          </a:p>
        </p:txBody>
      </p:sp>
      <p:sp>
        <p:nvSpPr>
          <p:cNvPr id="10" name="Text 7"/>
          <p:cNvSpPr txBox="1"/>
          <p:nvPr/>
        </p:nvSpPr>
        <p:spPr>
          <a:xfrm>
            <a:off x="7315200" y="2404872"/>
            <a:ext cx="4114800" cy="301752"/>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Lo mejor razonable. No lo imposible.</a:t>
            </a:r>
            <a:endParaRPr lang="en-US" sz="1200" dirty="0"/>
          </a:p>
        </p:txBody>
      </p:sp>
      <p:sp>
        <p:nvSpPr>
          <p:cNvPr id="11" name="Shape 8"/>
          <p:cNvSpPr/>
          <p:nvPr/>
        </p:nvSpPr>
        <p:spPr>
          <a:xfrm>
            <a:off x="7132320" y="2834640"/>
            <a:ext cx="4480560" cy="731520"/>
          </a:xfrm>
          <a:prstGeom prst="roundRect">
            <a:avLst>
              <a:gd name="adj" fmla="val 10000"/>
            </a:avLst>
          </a:prstGeom>
          <a:solidFill>
            <a:srgbClr val="FFF0D6"/>
          </a:solidFill>
          <a:ln w="12700">
            <a:solidFill>
              <a:srgbClr val="FFF0D6"/>
            </a:solidFill>
            <a:prstDash val="solid"/>
          </a:ln>
        </p:spPr>
      </p:sp>
      <p:sp>
        <p:nvSpPr>
          <p:cNvPr id="12" name="Text 9"/>
          <p:cNvSpPr txBox="1"/>
          <p:nvPr/>
        </p:nvSpPr>
        <p:spPr>
          <a:xfrm>
            <a:off x="7315200" y="2907792"/>
            <a:ext cx="2103120" cy="30175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Moda (P2)</a:t>
            </a:r>
            <a:endParaRPr lang="en-US" sz="1400" dirty="0"/>
          </a:p>
        </p:txBody>
      </p:sp>
      <p:sp>
        <p:nvSpPr>
          <p:cNvPr id="13" name="Text 10"/>
          <p:cNvSpPr txBox="1"/>
          <p:nvPr/>
        </p:nvSpPr>
        <p:spPr>
          <a:xfrm>
            <a:off x="9692640" y="2907792"/>
            <a:ext cx="1737360" cy="301752"/>
          </a:xfrm>
          <a:prstGeom prst="rect">
            <a:avLst/>
          </a:prstGeom>
          <a:noFill/>
          <a:ln/>
        </p:spPr>
        <p:txBody>
          <a:bodyPr wrap="square" lIns="0" tIns="0" rIns="0" bIns="0" rtlCol="0" anchor="t"/>
          <a:lstStyle/>
          <a:p>
            <a:pPr algn="r" indent="0" marL="0">
              <a:buNone/>
            </a:pPr>
            <a:r>
              <a:rPr lang="en-US" sz="1400" b="1" dirty="0">
                <a:solidFill>
                  <a:srgbClr val="CC7A00"/>
                </a:solidFill>
                <a:latin typeface="Arial" pitchFamily="34" charset="0"/>
                <a:ea typeface="Arial" pitchFamily="34" charset="-122"/>
                <a:cs typeface="Arial" pitchFamily="34" charset="-120"/>
              </a:rPr>
              <a:t>20 días</a:t>
            </a:r>
            <a:endParaRPr lang="en-US" sz="1400" dirty="0"/>
          </a:p>
        </p:txBody>
      </p:sp>
      <p:sp>
        <p:nvSpPr>
          <p:cNvPr id="14" name="Text 11"/>
          <p:cNvSpPr txBox="1"/>
          <p:nvPr/>
        </p:nvSpPr>
        <p:spPr>
          <a:xfrm>
            <a:off x="7315200" y="3227832"/>
            <a:ext cx="4114800" cy="301752"/>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Lo MÁS FRECUENTE: la cima de la curva.</a:t>
            </a:r>
            <a:endParaRPr lang="en-US" sz="1200" dirty="0"/>
          </a:p>
        </p:txBody>
      </p:sp>
      <p:sp>
        <p:nvSpPr>
          <p:cNvPr id="15" name="Shape 12"/>
          <p:cNvSpPr/>
          <p:nvPr/>
        </p:nvSpPr>
        <p:spPr>
          <a:xfrm>
            <a:off x="7132320" y="3657600"/>
            <a:ext cx="4480560" cy="731520"/>
          </a:xfrm>
          <a:prstGeom prst="roundRect">
            <a:avLst>
              <a:gd name="adj" fmla="val 10000"/>
            </a:avLst>
          </a:prstGeom>
          <a:solidFill>
            <a:srgbClr val="FFF7EB"/>
          </a:solidFill>
          <a:ln w="12700">
            <a:solidFill>
              <a:srgbClr val="FFF7EB"/>
            </a:solidFill>
            <a:prstDash val="solid"/>
          </a:ln>
        </p:spPr>
      </p:sp>
      <p:sp>
        <p:nvSpPr>
          <p:cNvPr id="16" name="Text 13"/>
          <p:cNvSpPr txBox="1"/>
          <p:nvPr/>
        </p:nvSpPr>
        <p:spPr>
          <a:xfrm>
            <a:off x="7315200" y="3730752"/>
            <a:ext cx="2103120" cy="30175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Mediana (P50)</a:t>
            </a:r>
            <a:endParaRPr lang="en-US" sz="1400" dirty="0"/>
          </a:p>
        </p:txBody>
      </p:sp>
      <p:sp>
        <p:nvSpPr>
          <p:cNvPr id="17" name="Text 14"/>
          <p:cNvSpPr txBox="1"/>
          <p:nvPr/>
        </p:nvSpPr>
        <p:spPr>
          <a:xfrm>
            <a:off x="9692640" y="3730752"/>
            <a:ext cx="1737360" cy="301752"/>
          </a:xfrm>
          <a:prstGeom prst="rect">
            <a:avLst/>
          </a:prstGeom>
          <a:noFill/>
          <a:ln/>
        </p:spPr>
        <p:txBody>
          <a:bodyPr wrap="square" lIns="0" tIns="0" rIns="0" bIns="0" rtlCol="0" anchor="t"/>
          <a:lstStyle/>
          <a:p>
            <a:pPr algn="r" indent="0" marL="0">
              <a:buNone/>
            </a:pPr>
            <a:r>
              <a:rPr lang="en-US" sz="1400" b="1" dirty="0">
                <a:solidFill>
                  <a:srgbClr val="CC7A00"/>
                </a:solidFill>
                <a:latin typeface="Arial" pitchFamily="34" charset="0"/>
                <a:ea typeface="Arial" pitchFamily="34" charset="-122"/>
                <a:cs typeface="Arial" pitchFamily="34" charset="-120"/>
              </a:rPr>
              <a:t>21,9 días</a:t>
            </a:r>
            <a:endParaRPr lang="en-US" sz="1400" dirty="0"/>
          </a:p>
        </p:txBody>
      </p:sp>
      <p:sp>
        <p:nvSpPr>
          <p:cNvPr id="18" name="Text 15"/>
          <p:cNvSpPr txBox="1"/>
          <p:nvPr/>
        </p:nvSpPr>
        <p:spPr>
          <a:xfrm>
            <a:off x="7315200" y="4050792"/>
            <a:ext cx="4114800" cy="301752"/>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Mitad de los casos por debajo.</a:t>
            </a:r>
            <a:endParaRPr lang="en-US" sz="1200" dirty="0"/>
          </a:p>
        </p:txBody>
      </p:sp>
      <p:sp>
        <p:nvSpPr>
          <p:cNvPr id="19" name="Shape 16"/>
          <p:cNvSpPr/>
          <p:nvPr/>
        </p:nvSpPr>
        <p:spPr>
          <a:xfrm>
            <a:off x="7132320" y="4480560"/>
            <a:ext cx="4480560" cy="731520"/>
          </a:xfrm>
          <a:prstGeom prst="roundRect">
            <a:avLst>
              <a:gd name="adj" fmla="val 10000"/>
            </a:avLst>
          </a:prstGeom>
          <a:solidFill>
            <a:srgbClr val="FFF7EB"/>
          </a:solidFill>
          <a:ln w="12700">
            <a:solidFill>
              <a:srgbClr val="FFF7EB"/>
            </a:solidFill>
            <a:prstDash val="solid"/>
          </a:ln>
        </p:spPr>
      </p:sp>
      <p:sp>
        <p:nvSpPr>
          <p:cNvPr id="20" name="Text 17"/>
          <p:cNvSpPr txBox="1"/>
          <p:nvPr/>
        </p:nvSpPr>
        <p:spPr>
          <a:xfrm>
            <a:off x="7315200" y="4553712"/>
            <a:ext cx="2103120" cy="30175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Media</a:t>
            </a:r>
            <a:endParaRPr lang="en-US" sz="1400" dirty="0"/>
          </a:p>
        </p:txBody>
      </p:sp>
      <p:sp>
        <p:nvSpPr>
          <p:cNvPr id="21" name="Text 18"/>
          <p:cNvSpPr txBox="1"/>
          <p:nvPr/>
        </p:nvSpPr>
        <p:spPr>
          <a:xfrm>
            <a:off x="9692640" y="4553712"/>
            <a:ext cx="1737360" cy="301752"/>
          </a:xfrm>
          <a:prstGeom prst="rect">
            <a:avLst/>
          </a:prstGeom>
          <a:noFill/>
          <a:ln/>
        </p:spPr>
        <p:txBody>
          <a:bodyPr wrap="square" lIns="0" tIns="0" rIns="0" bIns="0" rtlCol="0" anchor="t"/>
          <a:lstStyle/>
          <a:p>
            <a:pPr algn="r" indent="0" marL="0">
              <a:buNone/>
            </a:pPr>
            <a:r>
              <a:rPr lang="en-US" sz="1400" b="1" dirty="0">
                <a:solidFill>
                  <a:srgbClr val="CC7A00"/>
                </a:solidFill>
                <a:latin typeface="Arial" pitchFamily="34" charset="0"/>
                <a:ea typeface="Arial" pitchFamily="34" charset="-122"/>
                <a:cs typeface="Arial" pitchFamily="34" charset="-120"/>
              </a:rPr>
              <a:t>22,5 días</a:t>
            </a:r>
            <a:endParaRPr lang="en-US" sz="1400" dirty="0"/>
          </a:p>
        </p:txBody>
      </p:sp>
      <p:sp>
        <p:nvSpPr>
          <p:cNvPr id="22" name="Text 19"/>
          <p:cNvSpPr txBox="1"/>
          <p:nvPr/>
        </p:nvSpPr>
        <p:spPr>
          <a:xfrm>
            <a:off x="7315200" y="4873752"/>
            <a:ext cx="4114800" cy="301752"/>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El promedio: con cola derecha, mayor que la moda.</a:t>
            </a:r>
            <a:endParaRPr lang="en-US" sz="1200" dirty="0"/>
          </a:p>
        </p:txBody>
      </p:sp>
      <p:sp>
        <p:nvSpPr>
          <p:cNvPr id="23" name="Shape 20"/>
          <p:cNvSpPr/>
          <p:nvPr/>
        </p:nvSpPr>
        <p:spPr>
          <a:xfrm>
            <a:off x="7132320" y="5303520"/>
            <a:ext cx="4480560" cy="731520"/>
          </a:xfrm>
          <a:prstGeom prst="roundRect">
            <a:avLst>
              <a:gd name="adj" fmla="val 10000"/>
            </a:avLst>
          </a:prstGeom>
          <a:solidFill>
            <a:srgbClr val="FFF7EB"/>
          </a:solidFill>
          <a:ln w="12700">
            <a:solidFill>
              <a:srgbClr val="FFF7EB"/>
            </a:solidFill>
            <a:prstDash val="solid"/>
          </a:ln>
        </p:spPr>
      </p:sp>
      <p:sp>
        <p:nvSpPr>
          <p:cNvPr id="24" name="Text 21"/>
          <p:cNvSpPr txBox="1"/>
          <p:nvPr/>
        </p:nvSpPr>
        <p:spPr>
          <a:xfrm>
            <a:off x="7315200" y="5376672"/>
            <a:ext cx="2103120" cy="30175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Máximo (P3)</a:t>
            </a:r>
            <a:endParaRPr lang="en-US" sz="1400" dirty="0"/>
          </a:p>
        </p:txBody>
      </p:sp>
      <p:sp>
        <p:nvSpPr>
          <p:cNvPr id="25" name="Text 22"/>
          <p:cNvSpPr txBox="1"/>
          <p:nvPr/>
        </p:nvSpPr>
        <p:spPr>
          <a:xfrm>
            <a:off x="9692640" y="5376672"/>
            <a:ext cx="1737360" cy="301752"/>
          </a:xfrm>
          <a:prstGeom prst="rect">
            <a:avLst/>
          </a:prstGeom>
          <a:noFill/>
          <a:ln/>
        </p:spPr>
        <p:txBody>
          <a:bodyPr wrap="square" lIns="0" tIns="0" rIns="0" bIns="0" rtlCol="0" anchor="t"/>
          <a:lstStyle/>
          <a:p>
            <a:pPr algn="r" indent="0" marL="0">
              <a:buNone/>
            </a:pPr>
            <a:r>
              <a:rPr lang="en-US" sz="1400" b="1" dirty="0">
                <a:solidFill>
                  <a:srgbClr val="CC7A00"/>
                </a:solidFill>
                <a:latin typeface="Arial" pitchFamily="34" charset="0"/>
                <a:ea typeface="Arial" pitchFamily="34" charset="-122"/>
                <a:cs typeface="Arial" pitchFamily="34" charset="-120"/>
              </a:rPr>
              <a:t>45 días</a:t>
            </a:r>
            <a:endParaRPr lang="en-US" sz="1400" dirty="0"/>
          </a:p>
        </p:txBody>
      </p:sp>
      <p:sp>
        <p:nvSpPr>
          <p:cNvPr id="26" name="Text 23"/>
          <p:cNvSpPr txBox="1"/>
          <p:nvPr/>
        </p:nvSpPr>
        <p:spPr>
          <a:xfrm>
            <a:off x="7315200" y="5696712"/>
            <a:ext cx="4114800" cy="301752"/>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Lo peor razonable, sin catástrofes absurdas.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3 · LA IDEA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Tres rasgos de la forma: centro, ancho y sesgo</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Al elegir una distribución, en realidad se eligen estos tres rasgos.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28</a:t>
            </a:r>
            <a:endParaRPr lang="en-US" sz="1000" dirty="0"/>
          </a:p>
        </p:txBody>
      </p:sp>
      <p:graphicFrame>
        <p:nvGraphicFramePr>
          <p:cNvPr id="6" name="Chart 0" descr=""/>
          <p:cNvGraphicFramePr/>
          <p:nvPr/>
        </p:nvGraphicFramePr>
        <p:xfrm>
          <a:off x="548640" y="2011680"/>
          <a:ext cx="356616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4297680" y="2011680"/>
          <a:ext cx="3566160" cy="283464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2" descr=""/>
          <p:cNvGraphicFramePr/>
          <p:nvPr/>
        </p:nvGraphicFramePr>
        <p:xfrm>
          <a:off x="8046720" y="2011680"/>
          <a:ext cx="3566160" cy="2834640"/>
        </p:xfrm>
        <a:graphic xmlns:a="http://schemas.openxmlformats.org/drawingml/2006/main">
          <a:graphicData uri="http://schemas.openxmlformats.org/drawingml/2006/chart">
            <c:chart xmlns:c="http://schemas.openxmlformats.org/drawingml/2006/chart" r:id="rId3"/>
          </a:graphicData>
        </a:graphic>
      </p:graphicFrame>
      <p:sp>
        <p:nvSpPr>
          <p:cNvPr id="9" name="Text 4"/>
          <p:cNvSpPr txBox="1"/>
          <p:nvPr/>
        </p:nvSpPr>
        <p:spPr>
          <a:xfrm>
            <a:off x="548640" y="4983480"/>
            <a:ext cx="3566160" cy="82296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Centro: la moda o la media. Define el valor típico.</a:t>
            </a:r>
            <a:endParaRPr lang="en-US" sz="1300" dirty="0"/>
          </a:p>
        </p:txBody>
      </p:sp>
      <p:sp>
        <p:nvSpPr>
          <p:cNvPr id="10" name="Text 5"/>
          <p:cNvSpPr txBox="1"/>
          <p:nvPr/>
        </p:nvSpPr>
        <p:spPr>
          <a:xfrm>
            <a:off x="4297680" y="4983480"/>
            <a:ext cx="3566160" cy="91440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Ancho: distancia entre mínimo y máximo (o la desviación). Define cuánta contingencia hará falta.</a:t>
            </a:r>
            <a:endParaRPr lang="en-US" sz="1300" dirty="0"/>
          </a:p>
        </p:txBody>
      </p:sp>
      <p:sp>
        <p:nvSpPr>
          <p:cNvPr id="11" name="Text 6"/>
          <p:cNvSpPr txBox="1"/>
          <p:nvPr/>
        </p:nvSpPr>
        <p:spPr>
          <a:xfrm>
            <a:off x="8046720" y="4983480"/>
            <a:ext cx="3566160" cy="91440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Sesgo: en obra casi siempre a la derecha: salir mal cuesta más de lo que ahorra salir bien.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29</a:t>
            </a:r>
            <a:endParaRPr lang="en-US" sz="1000" dirty="0"/>
          </a:p>
        </p:txBody>
      </p:sp>
      <p:sp>
        <p:nvSpPr>
          <p:cNvPr id="3"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400" b="1" spc="300" kern="0" dirty="0">
                <a:solidFill>
                  <a:srgbClr val="FFA028"/>
                </a:solidFill>
                <a:latin typeface="Arial" pitchFamily="34" charset="0"/>
                <a:ea typeface="Arial" pitchFamily="34" charset="-122"/>
                <a:cs typeface="Arial" pitchFamily="34" charset="-120"/>
              </a:rPr>
              <a:t>PARTE 4</a:t>
            </a:r>
            <a:endParaRPr lang="en-US" sz="1400" dirty="0"/>
          </a:p>
        </p:txBody>
      </p:sp>
      <p:sp>
        <p:nvSpPr>
          <p:cNvPr id="4" name="Text 2"/>
          <p:cNvSpPr txBox="1"/>
          <p:nvPr/>
        </p:nvSpPr>
        <p:spPr>
          <a:xfrm>
            <a:off x="548640" y="187452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Cómo elegir la distribución</a:t>
            </a:r>
            <a:endParaRPr lang="en-US" sz="3800" dirty="0"/>
          </a:p>
        </p:txBody>
      </p:sp>
      <p:sp>
        <p:nvSpPr>
          <p:cNvPr id="5" name="Text 3"/>
          <p:cNvSpPr txBox="1"/>
          <p:nvPr/>
        </p:nvSpPr>
        <p:spPr>
          <a:xfrm>
            <a:off x="548640" y="2743200"/>
            <a:ext cx="10515600" cy="731520"/>
          </a:xfrm>
          <a:prstGeom prst="rect">
            <a:avLst/>
          </a:prstGeom>
          <a:noFill/>
          <a:ln/>
        </p:spPr>
        <p:txBody>
          <a:bodyPr wrap="square" lIns="0" tIns="0" rIns="0" bIns="0" rtlCol="0" anchor="t"/>
          <a:lstStyle/>
          <a:p>
            <a:pPr indent="0" marL="0">
              <a:buNone/>
            </a:pPr>
            <a:r>
              <a:rPr lang="en-US" sz="1700" dirty="0">
                <a:solidFill>
                  <a:srgbClr val="EDEDED"/>
                </a:solidFill>
                <a:latin typeface="Arial" pitchFamily="34" charset="0"/>
                <a:ea typeface="Arial" pitchFamily="34" charset="-122"/>
                <a:cs typeface="Arial" pitchFamily="34" charset="-120"/>
              </a:rPr>
              <a:t>Se elige según LO QUE SABEMOS del impacto, no según lo que suena más técnico.</a:t>
            </a:r>
            <a:endParaRPr lang="en-US" sz="1700" dirty="0"/>
          </a:p>
        </p:txBody>
      </p:sp>
      <p:sp>
        <p:nvSpPr>
          <p:cNvPr id="6" name="Shape 4"/>
          <p:cNvSpPr/>
          <p:nvPr/>
        </p:nvSpPr>
        <p:spPr>
          <a:xfrm>
            <a:off x="548640" y="3749040"/>
            <a:ext cx="329184" cy="329184"/>
          </a:xfrm>
          <a:prstGeom prst="ellipse">
            <a:avLst/>
          </a:prstGeom>
          <a:solidFill>
            <a:srgbClr val="FFA028"/>
          </a:solidFill>
          <a:ln w="12700">
            <a:solidFill>
              <a:srgbClr val="FFA028"/>
            </a:solidFill>
            <a:prstDash val="solid"/>
          </a:ln>
        </p:spPr>
      </p:sp>
      <p:sp>
        <p:nvSpPr>
          <p:cNvPr id="7" name="Text 5"/>
          <p:cNvSpPr txBox="1"/>
          <p:nvPr/>
        </p:nvSpPr>
        <p:spPr>
          <a:xfrm>
            <a:off x="548640" y="3749040"/>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051560" y="3749040"/>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Juicio experto o datos</a:t>
            </a:r>
            <a:endParaRPr lang="en-US" sz="1400" dirty="0"/>
          </a:p>
        </p:txBody>
      </p:sp>
      <p:sp>
        <p:nvSpPr>
          <p:cNvPr id="9" name="Shape 7"/>
          <p:cNvSpPr/>
          <p:nvPr/>
        </p:nvSpPr>
        <p:spPr>
          <a:xfrm>
            <a:off x="548640" y="4224528"/>
            <a:ext cx="329184" cy="329184"/>
          </a:xfrm>
          <a:prstGeom prst="ellipse">
            <a:avLst/>
          </a:prstGeom>
          <a:solidFill>
            <a:srgbClr val="FFA028"/>
          </a:solidFill>
          <a:ln w="12700">
            <a:solidFill>
              <a:srgbClr val="FFA028"/>
            </a:solidFill>
            <a:prstDash val="solid"/>
          </a:ln>
        </p:spPr>
      </p:sp>
      <p:sp>
        <p:nvSpPr>
          <p:cNvPr id="10" name="Text 8"/>
          <p:cNvSpPr txBox="1"/>
          <p:nvPr/>
        </p:nvSpPr>
        <p:spPr>
          <a:xfrm>
            <a:off x="548640" y="4224528"/>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051560" y="4224528"/>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Árbol de decisión</a:t>
            </a:r>
            <a:endParaRPr lang="en-US" sz="1400" dirty="0"/>
          </a:p>
        </p:txBody>
      </p:sp>
      <p:sp>
        <p:nvSpPr>
          <p:cNvPr id="12" name="Shape 10"/>
          <p:cNvSpPr/>
          <p:nvPr/>
        </p:nvSpPr>
        <p:spPr>
          <a:xfrm>
            <a:off x="548640" y="4700016"/>
            <a:ext cx="329184" cy="329184"/>
          </a:xfrm>
          <a:prstGeom prst="ellipse">
            <a:avLst/>
          </a:prstGeom>
          <a:solidFill>
            <a:srgbClr val="FFA028"/>
          </a:solidFill>
          <a:ln w="12700">
            <a:solidFill>
              <a:srgbClr val="FFA028"/>
            </a:solidFill>
            <a:prstDash val="solid"/>
          </a:ln>
        </p:spPr>
      </p:sp>
      <p:sp>
        <p:nvSpPr>
          <p:cNvPr id="13" name="Text 11"/>
          <p:cNvSpPr txBox="1"/>
          <p:nvPr/>
        </p:nvSpPr>
        <p:spPr>
          <a:xfrm>
            <a:off x="548640" y="4700016"/>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3</a:t>
            </a:r>
            <a:endParaRPr lang="en-US" sz="1100" dirty="0"/>
          </a:p>
        </p:txBody>
      </p:sp>
      <p:sp>
        <p:nvSpPr>
          <p:cNvPr id="14" name="Text 12"/>
          <p:cNvSpPr txBox="1"/>
          <p:nvPr/>
        </p:nvSpPr>
        <p:spPr>
          <a:xfrm>
            <a:off x="1051560" y="4700016"/>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Lo que dice el experto</a:t>
            </a:r>
            <a:endParaRPr lang="en-US" sz="1400" dirty="0"/>
          </a:p>
        </p:txBody>
      </p:sp>
      <p:sp>
        <p:nvSpPr>
          <p:cNvPr id="15" name="Shape 13"/>
          <p:cNvSpPr/>
          <p:nvPr/>
        </p:nvSpPr>
        <p:spPr>
          <a:xfrm>
            <a:off x="548640" y="5175504"/>
            <a:ext cx="329184" cy="329184"/>
          </a:xfrm>
          <a:prstGeom prst="ellipse">
            <a:avLst/>
          </a:prstGeom>
          <a:solidFill>
            <a:srgbClr val="FFA028"/>
          </a:solidFill>
          <a:ln w="12700">
            <a:solidFill>
              <a:srgbClr val="FFA028"/>
            </a:solidFill>
            <a:prstDash val="solid"/>
          </a:ln>
        </p:spPr>
      </p:sp>
      <p:sp>
        <p:nvSpPr>
          <p:cNvPr id="16" name="Text 14"/>
          <p:cNvSpPr txBox="1"/>
          <p:nvPr/>
        </p:nvSpPr>
        <p:spPr>
          <a:xfrm>
            <a:off x="548640" y="5175504"/>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4</a:t>
            </a:r>
            <a:endParaRPr lang="en-US" sz="1100" dirty="0"/>
          </a:p>
        </p:txBody>
      </p:sp>
      <p:sp>
        <p:nvSpPr>
          <p:cNvPr id="17" name="Text 15"/>
          <p:cNvSpPr txBox="1"/>
          <p:nvPr/>
        </p:nvSpPr>
        <p:spPr>
          <a:xfrm>
            <a:off x="1051560" y="5175504"/>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Preguntas, sesgos y datos históricos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4 · ELEGIR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Principio: elegir según la información disponible</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fuente de la información decide la familia de distribuciones.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30</a:t>
            </a:r>
            <a:endParaRPr lang="en-US" sz="1000" dirty="0"/>
          </a:p>
        </p:txBody>
      </p:sp>
      <p:sp>
        <p:nvSpPr>
          <p:cNvPr id="6" name="Shape 4"/>
          <p:cNvSpPr/>
          <p:nvPr/>
        </p:nvSpPr>
        <p:spPr>
          <a:xfrm>
            <a:off x="548640" y="1965960"/>
            <a:ext cx="5394960" cy="3931920"/>
          </a:xfrm>
          <a:prstGeom prst="roundRect">
            <a:avLst>
              <a:gd name="adj" fmla="val 1860"/>
            </a:avLst>
          </a:prstGeom>
          <a:solidFill>
            <a:srgbClr val="FFF0D6"/>
          </a:solidFill>
          <a:ln w="12700">
            <a:solidFill>
              <a:srgbClr val="FFF0D6"/>
            </a:solidFill>
            <a:prstDash val="solid"/>
          </a:ln>
        </p:spPr>
      </p:sp>
      <p:sp>
        <p:nvSpPr>
          <p:cNvPr id="7" name="Text 5"/>
          <p:cNvSpPr txBox="1"/>
          <p:nvPr/>
        </p:nvSpPr>
        <p:spPr>
          <a:xfrm>
            <a:off x="731520" y="209397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Juicio experto (lo más común en obra)</a:t>
            </a:r>
            <a:endParaRPr lang="en-US" sz="1500" dirty="0"/>
          </a:p>
        </p:txBody>
      </p:sp>
      <p:sp>
        <p:nvSpPr>
          <p:cNvPr id="8" name="Text 6"/>
          <p:cNvSpPr txBox="1"/>
          <p:nvPr/>
        </p:nvSpPr>
        <p:spPr>
          <a:xfrm>
            <a:off x="731520" y="2468880"/>
            <a:ext cx="5029200" cy="3337560"/>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No hay datos suficientes; se consulta a quien conoce el tema.</a:t>
            </a:r>
            <a:endParaRPr lang="en-US" sz="1400" dirty="0"/>
          </a:p>
          <a:p>
            <a:pPr indent="0" marL="0">
              <a:buNone/>
            </a:pP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 Tres puntos: PERT (por defecto), TRIANGULAR, TRIGEN.</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 Solo un rango: UNIFORME.</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 Escenarios: DISCRETA.</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 Valor fijo: CONSTANTE.</a:t>
            </a:r>
            <a:endParaRPr lang="en-US" sz="1400" dirty="0"/>
          </a:p>
          <a:p>
            <a:pPr indent="0" marL="0">
              <a:buNone/>
            </a:pP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Más del 90 % de un registro típico de obra se modela así.</a:t>
            </a:r>
            <a:endParaRPr lang="en-US" sz="1400" dirty="0"/>
          </a:p>
        </p:txBody>
      </p:sp>
      <p:sp>
        <p:nvSpPr>
          <p:cNvPr id="9" name="Shape 7"/>
          <p:cNvSpPr/>
          <p:nvPr/>
        </p:nvSpPr>
        <p:spPr>
          <a:xfrm>
            <a:off x="6172200" y="1965960"/>
            <a:ext cx="5394960" cy="3931920"/>
          </a:xfrm>
          <a:prstGeom prst="roundRect">
            <a:avLst>
              <a:gd name="adj" fmla="val 1860"/>
            </a:avLst>
          </a:prstGeom>
          <a:solidFill>
            <a:srgbClr val="FFF7EB"/>
          </a:solidFill>
          <a:ln w="12700">
            <a:solidFill>
              <a:srgbClr val="FFF7EB"/>
            </a:solidFill>
            <a:prstDash val="solid"/>
          </a:ln>
        </p:spPr>
      </p:sp>
      <p:sp>
        <p:nvSpPr>
          <p:cNvPr id="10" name="Text 8"/>
          <p:cNvSpPr txBox="1"/>
          <p:nvPr/>
        </p:nvSpPr>
        <p:spPr>
          <a:xfrm>
            <a:off x="6355080" y="209397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Datos históricos (cuando existen)</a:t>
            </a:r>
            <a:endParaRPr lang="en-US" sz="1500" dirty="0"/>
          </a:p>
        </p:txBody>
      </p:sp>
      <p:sp>
        <p:nvSpPr>
          <p:cNvPr id="11" name="Text 9"/>
          <p:cNvSpPr txBox="1"/>
          <p:nvPr/>
        </p:nvSpPr>
        <p:spPr>
          <a:xfrm>
            <a:off x="6355080" y="2468880"/>
            <a:ext cx="5029200" cy="3337560"/>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Hay registros de obras anteriores, series de precios o de fallas.</a:t>
            </a:r>
            <a:endParaRPr lang="en-US" sz="1400" dirty="0"/>
          </a:p>
          <a:p>
            <a:pPr indent="0" marL="0">
              <a:buNone/>
            </a:pP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 Simétricos: NORMAL, LOGISTICA.</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 Sesgados positivos: LOGNORMAL, GAMMA, WEIBULL, EXPONENCIAL.</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 Extremos: GUMBEL, PARETO.</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 Conteos: POISSON, BINOMIAL.</a:t>
            </a:r>
            <a:endParaRPr lang="en-US" sz="1400" dirty="0"/>
          </a:p>
          <a:p>
            <a:pPr indent="0" marL="0">
              <a:buNone/>
            </a:pP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Se estiman media y desviación (o forma y escala) de los datos.</a:t>
            </a:r>
            <a:endParaRPr lang="en-US" sz="1400" dirty="0"/>
          </a:p>
        </p:txBody>
      </p:sp>
      <p:sp>
        <p:nvSpPr>
          <p:cNvPr id="12" name="Text 10"/>
          <p:cNvSpPr txBox="1"/>
          <p:nvPr/>
        </p:nvSpPr>
        <p:spPr>
          <a:xfrm>
            <a:off x="548640" y="6400800"/>
            <a:ext cx="10362895" cy="320040"/>
          </a:xfrm>
          <a:prstGeom prst="rect">
            <a:avLst/>
          </a:prstGeom>
          <a:noFill/>
          <a:ln/>
        </p:spPr>
        <p:txBody>
          <a:bodyPr wrap="square" lIns="0" tIns="0" rIns="0" bIns="0" rtlCol="0" anchor="t"/>
          <a:lstStyle/>
          <a:p>
            <a:pPr indent="0" marL="0">
              <a:buNone/>
            </a:pPr>
            <a:r>
              <a:rPr lang="en-US" sz="1000" i="1" dirty="0">
                <a:solidFill>
                  <a:srgbClr val="6B6B6B"/>
                </a:solidFill>
                <a:latin typeface="Arial" pitchFamily="34" charset="0"/>
                <a:ea typeface="Arial" pitchFamily="34" charset="-122"/>
                <a:cs typeface="Arial" pitchFamily="34" charset="-120"/>
              </a:rPr>
              <a:t>Regla práctica: si duda, use PERT con mínimo, más probable y máximo. Es robusta, fácil de explicar y la recomienda la bibliografía (Vose).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4 · ELEGIR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Árbol de decisión: ¿qué sé del impacto?</a:t>
            </a:r>
            <a:endParaRPr lang="en-US" sz="2800" dirty="0"/>
          </a:p>
        </p:txBody>
      </p:sp>
      <p:sp>
        <p:nvSpPr>
          <p:cNvPr id="4" name="Text 2"/>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31</a:t>
            </a:r>
            <a:endParaRPr lang="en-US" sz="1000" dirty="0"/>
          </a:p>
        </p:txBody>
      </p:sp>
      <p:sp>
        <p:nvSpPr>
          <p:cNvPr id="5" name="Shape 3"/>
          <p:cNvSpPr/>
          <p:nvPr/>
        </p:nvSpPr>
        <p:spPr>
          <a:xfrm>
            <a:off x="548640" y="1463040"/>
            <a:ext cx="6400800" cy="420624"/>
          </a:xfrm>
          <a:prstGeom prst="roundRect">
            <a:avLst>
              <a:gd name="adj" fmla="val 17391"/>
            </a:avLst>
          </a:prstGeom>
          <a:solidFill>
            <a:srgbClr val="EDEDED"/>
          </a:solidFill>
          <a:ln w="12700">
            <a:solidFill>
              <a:srgbClr val="EDEDED"/>
            </a:solidFill>
            <a:prstDash val="solid"/>
          </a:ln>
        </p:spPr>
      </p:sp>
      <p:sp>
        <p:nvSpPr>
          <p:cNvPr id="6" name="Text 4"/>
          <p:cNvSpPr txBox="1"/>
          <p:nvPr/>
        </p:nvSpPr>
        <p:spPr>
          <a:xfrm>
            <a:off x="731520" y="1463040"/>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El valor es seguro si el riesgo ocurre</a:t>
            </a:r>
            <a:endParaRPr lang="en-US" sz="1350" dirty="0"/>
          </a:p>
        </p:txBody>
      </p:sp>
      <p:sp>
        <p:nvSpPr>
          <p:cNvPr id="7" name="Text 5"/>
          <p:cNvSpPr txBox="1"/>
          <p:nvPr/>
        </p:nvSpPr>
        <p:spPr>
          <a:xfrm>
            <a:off x="6995160" y="1463040"/>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7406640" y="1463040"/>
            <a:ext cx="4206240" cy="420624"/>
          </a:xfrm>
          <a:prstGeom prst="roundRect">
            <a:avLst>
              <a:gd name="adj" fmla="val 17391"/>
            </a:avLst>
          </a:prstGeom>
          <a:solidFill>
            <a:srgbClr val="FFA028"/>
          </a:solidFill>
          <a:ln w="12700">
            <a:solidFill>
              <a:srgbClr val="FFA028"/>
            </a:solidFill>
            <a:prstDash val="solid"/>
          </a:ln>
        </p:spPr>
      </p:sp>
      <p:sp>
        <p:nvSpPr>
          <p:cNvPr id="9" name="Text 7"/>
          <p:cNvSpPr txBox="1"/>
          <p:nvPr/>
        </p:nvSpPr>
        <p:spPr>
          <a:xfrm>
            <a:off x="7589520" y="1463040"/>
            <a:ext cx="3931920" cy="420624"/>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CONSTANTE</a:t>
            </a:r>
            <a:endParaRPr lang="en-US" sz="1300" dirty="0"/>
          </a:p>
        </p:txBody>
      </p:sp>
      <p:sp>
        <p:nvSpPr>
          <p:cNvPr id="10" name="Shape 8"/>
          <p:cNvSpPr/>
          <p:nvPr/>
        </p:nvSpPr>
        <p:spPr>
          <a:xfrm>
            <a:off x="548640" y="1956816"/>
            <a:ext cx="6400800" cy="420624"/>
          </a:xfrm>
          <a:prstGeom prst="roundRect">
            <a:avLst>
              <a:gd name="adj" fmla="val 17391"/>
            </a:avLst>
          </a:prstGeom>
          <a:solidFill>
            <a:srgbClr val="FFF7EB"/>
          </a:solidFill>
          <a:ln w="12700">
            <a:solidFill>
              <a:srgbClr val="FFF7EB"/>
            </a:solidFill>
            <a:prstDash val="solid"/>
          </a:ln>
        </p:spPr>
      </p:sp>
      <p:sp>
        <p:nvSpPr>
          <p:cNvPr id="11" name="Text 9"/>
          <p:cNvSpPr txBox="1"/>
          <p:nvPr/>
        </p:nvSpPr>
        <p:spPr>
          <a:xfrm>
            <a:off x="731520" y="1956816"/>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Solo conozco un rango, sin valor más probable</a:t>
            </a:r>
            <a:endParaRPr lang="en-US" sz="1350" dirty="0"/>
          </a:p>
        </p:txBody>
      </p:sp>
      <p:sp>
        <p:nvSpPr>
          <p:cNvPr id="12" name="Text 10"/>
          <p:cNvSpPr txBox="1"/>
          <p:nvPr/>
        </p:nvSpPr>
        <p:spPr>
          <a:xfrm>
            <a:off x="6995160" y="1956816"/>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13" name="Shape 11"/>
          <p:cNvSpPr/>
          <p:nvPr/>
        </p:nvSpPr>
        <p:spPr>
          <a:xfrm>
            <a:off x="7406640" y="1956816"/>
            <a:ext cx="4206240" cy="420624"/>
          </a:xfrm>
          <a:prstGeom prst="roundRect">
            <a:avLst>
              <a:gd name="adj" fmla="val 17391"/>
            </a:avLst>
          </a:prstGeom>
          <a:solidFill>
            <a:srgbClr val="FFA028"/>
          </a:solidFill>
          <a:ln w="12700">
            <a:solidFill>
              <a:srgbClr val="FFA028"/>
            </a:solidFill>
            <a:prstDash val="solid"/>
          </a:ln>
        </p:spPr>
      </p:sp>
      <p:sp>
        <p:nvSpPr>
          <p:cNvPr id="14" name="Text 12"/>
          <p:cNvSpPr txBox="1"/>
          <p:nvPr/>
        </p:nvSpPr>
        <p:spPr>
          <a:xfrm>
            <a:off x="7589520" y="1956816"/>
            <a:ext cx="3931920" cy="420624"/>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UNIFORME</a:t>
            </a:r>
            <a:endParaRPr lang="en-US" sz="1300" dirty="0"/>
          </a:p>
        </p:txBody>
      </p:sp>
      <p:sp>
        <p:nvSpPr>
          <p:cNvPr id="15" name="Shape 13"/>
          <p:cNvSpPr/>
          <p:nvPr/>
        </p:nvSpPr>
        <p:spPr>
          <a:xfrm>
            <a:off x="548640" y="2450592"/>
            <a:ext cx="6400800" cy="420624"/>
          </a:xfrm>
          <a:prstGeom prst="roundRect">
            <a:avLst>
              <a:gd name="adj" fmla="val 17391"/>
            </a:avLst>
          </a:prstGeom>
          <a:solidFill>
            <a:srgbClr val="EDEDED"/>
          </a:solidFill>
          <a:ln w="12700">
            <a:solidFill>
              <a:srgbClr val="EDEDED"/>
            </a:solidFill>
            <a:prstDash val="solid"/>
          </a:ln>
        </p:spPr>
      </p:sp>
      <p:sp>
        <p:nvSpPr>
          <p:cNvPr id="16" name="Text 14"/>
          <p:cNvSpPr txBox="1"/>
          <p:nvPr/>
        </p:nvSpPr>
        <p:spPr>
          <a:xfrm>
            <a:off x="731520" y="2450592"/>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Conozco mínimo, más probable y máximo</a:t>
            </a:r>
            <a:endParaRPr lang="en-US" sz="1350" dirty="0"/>
          </a:p>
        </p:txBody>
      </p:sp>
      <p:sp>
        <p:nvSpPr>
          <p:cNvPr id="17" name="Text 15"/>
          <p:cNvSpPr txBox="1"/>
          <p:nvPr/>
        </p:nvSpPr>
        <p:spPr>
          <a:xfrm>
            <a:off x="6995160" y="2450592"/>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7406640" y="2450592"/>
            <a:ext cx="4206240" cy="420624"/>
          </a:xfrm>
          <a:prstGeom prst="roundRect">
            <a:avLst>
              <a:gd name="adj" fmla="val 17391"/>
            </a:avLst>
          </a:prstGeom>
          <a:solidFill>
            <a:srgbClr val="FFA028"/>
          </a:solidFill>
          <a:ln w="12700">
            <a:solidFill>
              <a:srgbClr val="FFA028"/>
            </a:solidFill>
            <a:prstDash val="solid"/>
          </a:ln>
        </p:spPr>
      </p:sp>
      <p:sp>
        <p:nvSpPr>
          <p:cNvPr id="19" name="Text 17"/>
          <p:cNvSpPr txBox="1"/>
          <p:nvPr/>
        </p:nvSpPr>
        <p:spPr>
          <a:xfrm>
            <a:off x="7589520" y="2450592"/>
            <a:ext cx="3931920" cy="420624"/>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PERT (recomendada) o TRIANGULAR</a:t>
            </a:r>
            <a:endParaRPr lang="en-US" sz="1300" dirty="0"/>
          </a:p>
        </p:txBody>
      </p:sp>
      <p:sp>
        <p:nvSpPr>
          <p:cNvPr id="20" name="Shape 18"/>
          <p:cNvSpPr/>
          <p:nvPr/>
        </p:nvSpPr>
        <p:spPr>
          <a:xfrm>
            <a:off x="548640" y="2944368"/>
            <a:ext cx="6400800" cy="420624"/>
          </a:xfrm>
          <a:prstGeom prst="roundRect">
            <a:avLst>
              <a:gd name="adj" fmla="val 17391"/>
            </a:avLst>
          </a:prstGeom>
          <a:solidFill>
            <a:srgbClr val="FFF7EB"/>
          </a:solidFill>
          <a:ln w="12700">
            <a:solidFill>
              <a:srgbClr val="FFF7EB"/>
            </a:solidFill>
            <a:prstDash val="solid"/>
          </a:ln>
        </p:spPr>
      </p:sp>
      <p:sp>
        <p:nvSpPr>
          <p:cNvPr id="21" name="Text 19"/>
          <p:cNvSpPr txBox="1"/>
          <p:nvPr/>
        </p:nvSpPr>
        <p:spPr>
          <a:xfrm>
            <a:off x="731520" y="2944368"/>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El experto dice «rara vez baja de X o pasa de Y»</a:t>
            </a:r>
            <a:endParaRPr lang="en-US" sz="1350" dirty="0"/>
          </a:p>
        </p:txBody>
      </p:sp>
      <p:sp>
        <p:nvSpPr>
          <p:cNvPr id="22" name="Text 20"/>
          <p:cNvSpPr txBox="1"/>
          <p:nvPr/>
        </p:nvSpPr>
        <p:spPr>
          <a:xfrm>
            <a:off x="6995160" y="2944368"/>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23" name="Shape 21"/>
          <p:cNvSpPr/>
          <p:nvPr/>
        </p:nvSpPr>
        <p:spPr>
          <a:xfrm>
            <a:off x="7406640" y="2944368"/>
            <a:ext cx="4206240" cy="420624"/>
          </a:xfrm>
          <a:prstGeom prst="roundRect">
            <a:avLst>
              <a:gd name="adj" fmla="val 17391"/>
            </a:avLst>
          </a:prstGeom>
          <a:solidFill>
            <a:srgbClr val="FFA028"/>
          </a:solidFill>
          <a:ln w="12700">
            <a:solidFill>
              <a:srgbClr val="FFA028"/>
            </a:solidFill>
            <a:prstDash val="solid"/>
          </a:ln>
        </p:spPr>
      </p:sp>
      <p:sp>
        <p:nvSpPr>
          <p:cNvPr id="24" name="Text 22"/>
          <p:cNvSpPr txBox="1"/>
          <p:nvPr/>
        </p:nvSpPr>
        <p:spPr>
          <a:xfrm>
            <a:off x="7589520" y="2944368"/>
            <a:ext cx="3931920" cy="420624"/>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TRIGEN</a:t>
            </a:r>
            <a:endParaRPr lang="en-US" sz="1300" dirty="0"/>
          </a:p>
        </p:txBody>
      </p:sp>
      <p:sp>
        <p:nvSpPr>
          <p:cNvPr id="25" name="Shape 23"/>
          <p:cNvSpPr/>
          <p:nvPr/>
        </p:nvSpPr>
        <p:spPr>
          <a:xfrm>
            <a:off x="548640" y="3438144"/>
            <a:ext cx="6400800" cy="420624"/>
          </a:xfrm>
          <a:prstGeom prst="roundRect">
            <a:avLst>
              <a:gd name="adj" fmla="val 17391"/>
            </a:avLst>
          </a:prstGeom>
          <a:solidFill>
            <a:srgbClr val="EDEDED"/>
          </a:solidFill>
          <a:ln w="12700">
            <a:solidFill>
              <a:srgbClr val="EDEDED"/>
            </a:solidFill>
            <a:prstDash val="solid"/>
          </a:ln>
        </p:spPr>
      </p:sp>
      <p:sp>
        <p:nvSpPr>
          <p:cNvPr id="26" name="Text 24"/>
          <p:cNvSpPr txBox="1"/>
          <p:nvPr/>
        </p:nvSpPr>
        <p:spPr>
          <a:xfrm>
            <a:off x="731520" y="3438144"/>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Pocos escenarios con probabilidad conocida</a:t>
            </a:r>
            <a:endParaRPr lang="en-US" sz="1350" dirty="0"/>
          </a:p>
        </p:txBody>
      </p:sp>
      <p:sp>
        <p:nvSpPr>
          <p:cNvPr id="27" name="Text 25"/>
          <p:cNvSpPr txBox="1"/>
          <p:nvPr/>
        </p:nvSpPr>
        <p:spPr>
          <a:xfrm>
            <a:off x="6995160" y="3438144"/>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28" name="Shape 26"/>
          <p:cNvSpPr/>
          <p:nvPr/>
        </p:nvSpPr>
        <p:spPr>
          <a:xfrm>
            <a:off x="7406640" y="3438144"/>
            <a:ext cx="4206240" cy="420624"/>
          </a:xfrm>
          <a:prstGeom prst="roundRect">
            <a:avLst>
              <a:gd name="adj" fmla="val 17391"/>
            </a:avLst>
          </a:prstGeom>
          <a:solidFill>
            <a:srgbClr val="FFA028"/>
          </a:solidFill>
          <a:ln w="12700">
            <a:solidFill>
              <a:srgbClr val="FFA028"/>
            </a:solidFill>
            <a:prstDash val="solid"/>
          </a:ln>
        </p:spPr>
      </p:sp>
      <p:sp>
        <p:nvSpPr>
          <p:cNvPr id="29" name="Text 27"/>
          <p:cNvSpPr txBox="1"/>
          <p:nvPr/>
        </p:nvSpPr>
        <p:spPr>
          <a:xfrm>
            <a:off x="7589520" y="3438144"/>
            <a:ext cx="3931920" cy="420624"/>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DISCRETA</a:t>
            </a:r>
            <a:endParaRPr lang="en-US" sz="1300" dirty="0"/>
          </a:p>
        </p:txBody>
      </p:sp>
      <p:sp>
        <p:nvSpPr>
          <p:cNvPr id="30" name="Shape 28"/>
          <p:cNvSpPr/>
          <p:nvPr/>
        </p:nvSpPr>
        <p:spPr>
          <a:xfrm>
            <a:off x="548640" y="3931920"/>
            <a:ext cx="6400800" cy="420624"/>
          </a:xfrm>
          <a:prstGeom prst="roundRect">
            <a:avLst>
              <a:gd name="adj" fmla="val 17391"/>
            </a:avLst>
          </a:prstGeom>
          <a:solidFill>
            <a:srgbClr val="FFF7EB"/>
          </a:solidFill>
          <a:ln w="12700">
            <a:solidFill>
              <a:srgbClr val="FFF7EB"/>
            </a:solidFill>
            <a:prstDash val="solid"/>
          </a:ln>
        </p:spPr>
      </p:sp>
      <p:sp>
        <p:nvSpPr>
          <p:cNvPr id="31" name="Text 29"/>
          <p:cNvSpPr txBox="1"/>
          <p:nvPr/>
        </p:nvSpPr>
        <p:spPr>
          <a:xfrm>
            <a:off x="731520" y="3931920"/>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Promedio y dispersión simétrica (datos)</a:t>
            </a:r>
            <a:endParaRPr lang="en-US" sz="1350" dirty="0"/>
          </a:p>
        </p:txBody>
      </p:sp>
      <p:sp>
        <p:nvSpPr>
          <p:cNvPr id="32" name="Text 30"/>
          <p:cNvSpPr txBox="1"/>
          <p:nvPr/>
        </p:nvSpPr>
        <p:spPr>
          <a:xfrm>
            <a:off x="6995160" y="3931920"/>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33" name="Shape 31"/>
          <p:cNvSpPr/>
          <p:nvPr/>
        </p:nvSpPr>
        <p:spPr>
          <a:xfrm>
            <a:off x="7406640" y="3931920"/>
            <a:ext cx="4206240" cy="420624"/>
          </a:xfrm>
          <a:prstGeom prst="roundRect">
            <a:avLst>
              <a:gd name="adj" fmla="val 17391"/>
            </a:avLst>
          </a:prstGeom>
          <a:solidFill>
            <a:srgbClr val="000000"/>
          </a:solidFill>
          <a:ln w="12700">
            <a:solidFill>
              <a:srgbClr val="000000"/>
            </a:solidFill>
            <a:prstDash val="solid"/>
          </a:ln>
        </p:spPr>
      </p:sp>
      <p:sp>
        <p:nvSpPr>
          <p:cNvPr id="34" name="Text 32"/>
          <p:cNvSpPr txBox="1"/>
          <p:nvPr/>
        </p:nvSpPr>
        <p:spPr>
          <a:xfrm>
            <a:off x="7589520" y="3931920"/>
            <a:ext cx="3931920" cy="420624"/>
          </a:xfrm>
          <a:prstGeom prst="rect">
            <a:avLst/>
          </a:prstGeom>
          <a:noFill/>
          <a:ln/>
        </p:spPr>
        <p:txBody>
          <a:bodyPr wrap="square" lIns="0" tIns="0" rIns="0" bIns="0" rtlCol="0" anchor="ctr"/>
          <a:lstStyle/>
          <a:p>
            <a:pPr indent="0" marL="0">
              <a:buNone/>
            </a:pPr>
            <a:r>
              <a:rPr lang="en-US" sz="1300" b="1" dirty="0">
                <a:solidFill>
                  <a:srgbClr val="FFA028"/>
                </a:solidFill>
                <a:latin typeface="Arial" pitchFamily="34" charset="0"/>
                <a:ea typeface="Arial" pitchFamily="34" charset="-122"/>
                <a:cs typeface="Arial" pitchFamily="34" charset="-120"/>
              </a:rPr>
              <a:t>NORMAL / NORMAL_TRUNCADA / LOGISTICA</a:t>
            </a:r>
            <a:endParaRPr lang="en-US" sz="1300" dirty="0"/>
          </a:p>
        </p:txBody>
      </p:sp>
      <p:sp>
        <p:nvSpPr>
          <p:cNvPr id="35" name="Shape 33"/>
          <p:cNvSpPr/>
          <p:nvPr/>
        </p:nvSpPr>
        <p:spPr>
          <a:xfrm>
            <a:off x="548640" y="4425696"/>
            <a:ext cx="6400800" cy="420624"/>
          </a:xfrm>
          <a:prstGeom prst="roundRect">
            <a:avLst>
              <a:gd name="adj" fmla="val 17391"/>
            </a:avLst>
          </a:prstGeom>
          <a:solidFill>
            <a:srgbClr val="EDEDED"/>
          </a:solidFill>
          <a:ln w="12700">
            <a:solidFill>
              <a:srgbClr val="EDEDED"/>
            </a:solidFill>
            <a:prstDash val="solid"/>
          </a:ln>
        </p:spPr>
      </p:sp>
      <p:sp>
        <p:nvSpPr>
          <p:cNvPr id="36" name="Text 34"/>
          <p:cNvSpPr txBox="1"/>
          <p:nvPr/>
        </p:nvSpPr>
        <p:spPr>
          <a:xfrm>
            <a:off x="731520" y="4425696"/>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Sesgado a la derecha, nunca negativo (datos)</a:t>
            </a:r>
            <a:endParaRPr lang="en-US" sz="1350" dirty="0"/>
          </a:p>
        </p:txBody>
      </p:sp>
      <p:sp>
        <p:nvSpPr>
          <p:cNvPr id="37" name="Text 35"/>
          <p:cNvSpPr txBox="1"/>
          <p:nvPr/>
        </p:nvSpPr>
        <p:spPr>
          <a:xfrm>
            <a:off x="6995160" y="4425696"/>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38" name="Shape 36"/>
          <p:cNvSpPr/>
          <p:nvPr/>
        </p:nvSpPr>
        <p:spPr>
          <a:xfrm>
            <a:off x="7406640" y="4425696"/>
            <a:ext cx="4206240" cy="420624"/>
          </a:xfrm>
          <a:prstGeom prst="roundRect">
            <a:avLst>
              <a:gd name="adj" fmla="val 17391"/>
            </a:avLst>
          </a:prstGeom>
          <a:solidFill>
            <a:srgbClr val="000000"/>
          </a:solidFill>
          <a:ln w="12700">
            <a:solidFill>
              <a:srgbClr val="000000"/>
            </a:solidFill>
            <a:prstDash val="solid"/>
          </a:ln>
        </p:spPr>
      </p:sp>
      <p:sp>
        <p:nvSpPr>
          <p:cNvPr id="39" name="Text 37"/>
          <p:cNvSpPr txBox="1"/>
          <p:nvPr/>
        </p:nvSpPr>
        <p:spPr>
          <a:xfrm>
            <a:off x="7589520" y="4425696"/>
            <a:ext cx="3931920" cy="420624"/>
          </a:xfrm>
          <a:prstGeom prst="rect">
            <a:avLst/>
          </a:prstGeom>
          <a:noFill/>
          <a:ln/>
        </p:spPr>
        <p:txBody>
          <a:bodyPr wrap="square" lIns="0" tIns="0" rIns="0" bIns="0" rtlCol="0" anchor="ctr"/>
          <a:lstStyle/>
          <a:p>
            <a:pPr indent="0" marL="0">
              <a:buNone/>
            </a:pPr>
            <a:r>
              <a:rPr lang="en-US" sz="1300" b="1" dirty="0">
                <a:solidFill>
                  <a:srgbClr val="FFA028"/>
                </a:solidFill>
                <a:latin typeface="Arial" pitchFamily="34" charset="0"/>
                <a:ea typeface="Arial" pitchFamily="34" charset="-122"/>
                <a:cs typeface="Arial" pitchFamily="34" charset="-120"/>
              </a:rPr>
              <a:t>LOGNORMAL, GAMMA, WEIBULL</a:t>
            </a:r>
            <a:endParaRPr lang="en-US" sz="1300" dirty="0"/>
          </a:p>
        </p:txBody>
      </p:sp>
      <p:sp>
        <p:nvSpPr>
          <p:cNvPr id="40" name="Shape 38"/>
          <p:cNvSpPr/>
          <p:nvPr/>
        </p:nvSpPr>
        <p:spPr>
          <a:xfrm>
            <a:off x="548640" y="4919472"/>
            <a:ext cx="6400800" cy="420624"/>
          </a:xfrm>
          <a:prstGeom prst="roundRect">
            <a:avLst>
              <a:gd name="adj" fmla="val 17391"/>
            </a:avLst>
          </a:prstGeom>
          <a:solidFill>
            <a:srgbClr val="FFF7EB"/>
          </a:solidFill>
          <a:ln w="12700">
            <a:solidFill>
              <a:srgbClr val="FFF7EB"/>
            </a:solidFill>
            <a:prstDash val="solid"/>
          </a:ln>
        </p:spPr>
      </p:sp>
      <p:sp>
        <p:nvSpPr>
          <p:cNvPr id="41" name="Text 39"/>
          <p:cNvSpPr txBox="1"/>
          <p:nvPr/>
        </p:nvSpPr>
        <p:spPr>
          <a:xfrm>
            <a:off x="731520" y="4919472"/>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Tiempos entre eventos o muchos casos pequeños</a:t>
            </a:r>
            <a:endParaRPr lang="en-US" sz="1350" dirty="0"/>
          </a:p>
        </p:txBody>
      </p:sp>
      <p:sp>
        <p:nvSpPr>
          <p:cNvPr id="42" name="Text 40"/>
          <p:cNvSpPr txBox="1"/>
          <p:nvPr/>
        </p:nvSpPr>
        <p:spPr>
          <a:xfrm>
            <a:off x="6995160" y="4919472"/>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43" name="Shape 41"/>
          <p:cNvSpPr/>
          <p:nvPr/>
        </p:nvSpPr>
        <p:spPr>
          <a:xfrm>
            <a:off x="7406640" y="4919472"/>
            <a:ext cx="4206240" cy="420624"/>
          </a:xfrm>
          <a:prstGeom prst="roundRect">
            <a:avLst>
              <a:gd name="adj" fmla="val 17391"/>
            </a:avLst>
          </a:prstGeom>
          <a:solidFill>
            <a:srgbClr val="000000"/>
          </a:solidFill>
          <a:ln w="12700">
            <a:solidFill>
              <a:srgbClr val="000000"/>
            </a:solidFill>
            <a:prstDash val="solid"/>
          </a:ln>
        </p:spPr>
      </p:sp>
      <p:sp>
        <p:nvSpPr>
          <p:cNvPr id="44" name="Text 42"/>
          <p:cNvSpPr txBox="1"/>
          <p:nvPr/>
        </p:nvSpPr>
        <p:spPr>
          <a:xfrm>
            <a:off x="7589520" y="4919472"/>
            <a:ext cx="3931920" cy="420624"/>
          </a:xfrm>
          <a:prstGeom prst="rect">
            <a:avLst/>
          </a:prstGeom>
          <a:noFill/>
          <a:ln/>
        </p:spPr>
        <p:txBody>
          <a:bodyPr wrap="square" lIns="0" tIns="0" rIns="0" bIns="0" rtlCol="0" anchor="ctr"/>
          <a:lstStyle/>
          <a:p>
            <a:pPr indent="0" marL="0">
              <a:buNone/>
            </a:pPr>
            <a:r>
              <a:rPr lang="en-US" sz="1300" b="1" dirty="0">
                <a:solidFill>
                  <a:srgbClr val="FFA028"/>
                </a:solidFill>
                <a:latin typeface="Arial" pitchFamily="34" charset="0"/>
                <a:ea typeface="Arial" pitchFamily="34" charset="-122"/>
                <a:cs typeface="Arial" pitchFamily="34" charset="-120"/>
              </a:rPr>
              <a:t>EXPONENCIAL</a:t>
            </a:r>
            <a:endParaRPr lang="en-US" sz="1300" dirty="0"/>
          </a:p>
        </p:txBody>
      </p:sp>
      <p:sp>
        <p:nvSpPr>
          <p:cNvPr id="45" name="Shape 43"/>
          <p:cNvSpPr/>
          <p:nvPr/>
        </p:nvSpPr>
        <p:spPr>
          <a:xfrm>
            <a:off x="548640" y="5413248"/>
            <a:ext cx="6400800" cy="420624"/>
          </a:xfrm>
          <a:prstGeom prst="roundRect">
            <a:avLst>
              <a:gd name="adj" fmla="val 17391"/>
            </a:avLst>
          </a:prstGeom>
          <a:solidFill>
            <a:srgbClr val="EDEDED"/>
          </a:solidFill>
          <a:ln w="12700">
            <a:solidFill>
              <a:srgbClr val="EDEDED"/>
            </a:solidFill>
            <a:prstDash val="solid"/>
          </a:ln>
        </p:spPr>
      </p:sp>
      <p:sp>
        <p:nvSpPr>
          <p:cNvPr id="46" name="Text 44"/>
          <p:cNvSpPr txBox="1"/>
          <p:nvPr/>
        </p:nvSpPr>
        <p:spPr>
          <a:xfrm>
            <a:off x="731520" y="5413248"/>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Cuento eventos en el periodo</a:t>
            </a:r>
            <a:endParaRPr lang="en-US" sz="1350" dirty="0"/>
          </a:p>
        </p:txBody>
      </p:sp>
      <p:sp>
        <p:nvSpPr>
          <p:cNvPr id="47" name="Text 45"/>
          <p:cNvSpPr txBox="1"/>
          <p:nvPr/>
        </p:nvSpPr>
        <p:spPr>
          <a:xfrm>
            <a:off x="6995160" y="5413248"/>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48" name="Shape 46"/>
          <p:cNvSpPr/>
          <p:nvPr/>
        </p:nvSpPr>
        <p:spPr>
          <a:xfrm>
            <a:off x="7406640" y="5413248"/>
            <a:ext cx="4206240" cy="420624"/>
          </a:xfrm>
          <a:prstGeom prst="roundRect">
            <a:avLst>
              <a:gd name="adj" fmla="val 17391"/>
            </a:avLst>
          </a:prstGeom>
          <a:solidFill>
            <a:srgbClr val="000000"/>
          </a:solidFill>
          <a:ln w="12700">
            <a:solidFill>
              <a:srgbClr val="000000"/>
            </a:solidFill>
            <a:prstDash val="solid"/>
          </a:ln>
        </p:spPr>
      </p:sp>
      <p:sp>
        <p:nvSpPr>
          <p:cNvPr id="49" name="Text 47"/>
          <p:cNvSpPr txBox="1"/>
          <p:nvPr/>
        </p:nvSpPr>
        <p:spPr>
          <a:xfrm>
            <a:off x="7589520" y="5413248"/>
            <a:ext cx="3931920" cy="420624"/>
          </a:xfrm>
          <a:prstGeom prst="rect">
            <a:avLst/>
          </a:prstGeom>
          <a:noFill/>
          <a:ln/>
        </p:spPr>
        <p:txBody>
          <a:bodyPr wrap="square" lIns="0" tIns="0" rIns="0" bIns="0" rtlCol="0" anchor="ctr"/>
          <a:lstStyle/>
          <a:p>
            <a:pPr indent="0" marL="0">
              <a:buNone/>
            </a:pPr>
            <a:r>
              <a:rPr lang="en-US" sz="1300" b="1" dirty="0">
                <a:solidFill>
                  <a:srgbClr val="FFA028"/>
                </a:solidFill>
                <a:latin typeface="Arial" pitchFamily="34" charset="0"/>
                <a:ea typeface="Arial" pitchFamily="34" charset="-122"/>
                <a:cs typeface="Arial" pitchFamily="34" charset="-120"/>
              </a:rPr>
              <a:t>POISSON, BINOMIAL, DISCRETA_UNIFORME</a:t>
            </a:r>
            <a:endParaRPr lang="en-US" sz="1300" dirty="0"/>
          </a:p>
        </p:txBody>
      </p:sp>
      <p:sp>
        <p:nvSpPr>
          <p:cNvPr id="50" name="Shape 48"/>
          <p:cNvSpPr/>
          <p:nvPr/>
        </p:nvSpPr>
        <p:spPr>
          <a:xfrm>
            <a:off x="548640" y="5907024"/>
            <a:ext cx="6400800" cy="420624"/>
          </a:xfrm>
          <a:prstGeom prst="roundRect">
            <a:avLst>
              <a:gd name="adj" fmla="val 17391"/>
            </a:avLst>
          </a:prstGeom>
          <a:solidFill>
            <a:srgbClr val="FFF7EB"/>
          </a:solidFill>
          <a:ln w="12700">
            <a:solidFill>
              <a:srgbClr val="FFF7EB"/>
            </a:solidFill>
            <a:prstDash val="solid"/>
          </a:ln>
        </p:spPr>
      </p:sp>
      <p:sp>
        <p:nvSpPr>
          <p:cNvPr id="51" name="Text 49"/>
          <p:cNvSpPr txBox="1"/>
          <p:nvPr/>
        </p:nvSpPr>
        <p:spPr>
          <a:xfrm>
            <a:off x="731520" y="5907024"/>
            <a:ext cx="6126480" cy="420624"/>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Colas extremas: reclamos, eventos raros</a:t>
            </a:r>
            <a:endParaRPr lang="en-US" sz="1350" dirty="0"/>
          </a:p>
        </p:txBody>
      </p:sp>
      <p:sp>
        <p:nvSpPr>
          <p:cNvPr id="52" name="Text 50"/>
          <p:cNvSpPr txBox="1"/>
          <p:nvPr/>
        </p:nvSpPr>
        <p:spPr>
          <a:xfrm>
            <a:off x="6995160" y="5907024"/>
            <a:ext cx="365760" cy="420624"/>
          </a:xfrm>
          <a:prstGeom prst="rect">
            <a:avLst/>
          </a:prstGeom>
          <a:noFill/>
          <a:ln/>
        </p:spPr>
        <p:txBody>
          <a:bodyPr wrap="square" lIns="0" tIns="0" rIns="0" bIns="0" rtlCol="0" anchor="ctr"/>
          <a:lstStyle/>
          <a:p>
            <a:pPr algn="ctr" indent="0" marL="0">
              <a:buNone/>
            </a:pPr>
            <a:r>
              <a:rPr lang="en-US" sz="2200" b="1" dirty="0">
                <a:solidFill>
                  <a:srgbClr val="FFA028"/>
                </a:solidFill>
                <a:latin typeface="Arial" pitchFamily="34" charset="0"/>
                <a:ea typeface="Arial" pitchFamily="34" charset="-122"/>
                <a:cs typeface="Arial" pitchFamily="34" charset="-120"/>
              </a:rPr>
              <a:t>›</a:t>
            </a:r>
            <a:endParaRPr lang="en-US" sz="2200" dirty="0"/>
          </a:p>
        </p:txBody>
      </p:sp>
      <p:sp>
        <p:nvSpPr>
          <p:cNvPr id="53" name="Shape 51"/>
          <p:cNvSpPr/>
          <p:nvPr/>
        </p:nvSpPr>
        <p:spPr>
          <a:xfrm>
            <a:off x="7406640" y="5907024"/>
            <a:ext cx="4206240" cy="420624"/>
          </a:xfrm>
          <a:prstGeom prst="roundRect">
            <a:avLst>
              <a:gd name="adj" fmla="val 17391"/>
            </a:avLst>
          </a:prstGeom>
          <a:solidFill>
            <a:srgbClr val="000000"/>
          </a:solidFill>
          <a:ln w="12700">
            <a:solidFill>
              <a:srgbClr val="000000"/>
            </a:solidFill>
            <a:prstDash val="solid"/>
          </a:ln>
        </p:spPr>
      </p:sp>
      <p:sp>
        <p:nvSpPr>
          <p:cNvPr id="54" name="Text 52"/>
          <p:cNvSpPr txBox="1"/>
          <p:nvPr/>
        </p:nvSpPr>
        <p:spPr>
          <a:xfrm>
            <a:off x="7589520" y="5907024"/>
            <a:ext cx="3931920" cy="420624"/>
          </a:xfrm>
          <a:prstGeom prst="rect">
            <a:avLst/>
          </a:prstGeom>
          <a:noFill/>
          <a:ln/>
        </p:spPr>
        <p:txBody>
          <a:bodyPr wrap="square" lIns="0" tIns="0" rIns="0" bIns="0" rtlCol="0" anchor="ctr"/>
          <a:lstStyle/>
          <a:p>
            <a:pPr indent="0" marL="0">
              <a:buNone/>
            </a:pPr>
            <a:r>
              <a:rPr lang="en-US" sz="1300" b="1" dirty="0">
                <a:solidFill>
                  <a:srgbClr val="FFA028"/>
                </a:solidFill>
                <a:latin typeface="Arial" pitchFamily="34" charset="0"/>
                <a:ea typeface="Arial" pitchFamily="34" charset="-122"/>
                <a:cs typeface="Arial" pitchFamily="34" charset="-120"/>
              </a:rPr>
              <a:t>PARETO, GUMBEL</a:t>
            </a:r>
            <a:endParaRPr lang="en-US" sz="1300" dirty="0"/>
          </a:p>
        </p:txBody>
      </p:sp>
      <p:sp>
        <p:nvSpPr>
          <p:cNvPr id="55" name="Text 53"/>
          <p:cNvSpPr txBox="1"/>
          <p:nvPr/>
        </p:nvSpPr>
        <p:spPr>
          <a:xfrm>
            <a:off x="548640" y="6400800"/>
            <a:ext cx="10362895" cy="320040"/>
          </a:xfrm>
          <a:prstGeom prst="rect">
            <a:avLst/>
          </a:prstGeom>
          <a:noFill/>
          <a:ln/>
        </p:spPr>
        <p:txBody>
          <a:bodyPr wrap="square" lIns="0" tIns="0" rIns="0" bIns="0" rtlCol="0" anchor="t"/>
          <a:lstStyle/>
          <a:p>
            <a:pPr indent="0" marL="0">
              <a:buNone/>
            </a:pPr>
            <a:r>
              <a:rPr lang="en-US" sz="1000" i="1" dirty="0">
                <a:solidFill>
                  <a:srgbClr val="6B6B6B"/>
                </a:solidFill>
                <a:latin typeface="Arial" pitchFamily="34" charset="0"/>
                <a:ea typeface="Arial" pitchFamily="34" charset="-122"/>
                <a:cs typeface="Arial" pitchFamily="34" charset="-120"/>
              </a:rPr>
              <a:t>Ámbar: juicio experto. Negro: con datos o casos particulares. El mismo árbol está en la hoja GUIA.</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4 · ELEGIR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Traducir lo que dice el experto</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Las palabras que usa la persona ya indican la distribución. Escuche con atención.</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32</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4754880"/>
                <a:gridCol w="1645920"/>
                <a:gridCol w="2011680"/>
                <a:gridCol w="2679192"/>
              </a:tblGrid>
              <a:tr h="457200">
                <a:tc>
                  <a:txBody>
                    <a:bodyPr/>
                    <a:lstStyle/>
                    <a:p>
                      <a:pPr indent="0" marL="0">
                        <a:buNone/>
                      </a:pPr>
                      <a:r>
                        <a:rPr lang="en-US" sz="1300" b="1" dirty="0">
                          <a:solidFill>
                            <a:srgbClr val="FFA028"/>
                          </a:solidFill>
                          <a:latin typeface="Arial" pitchFamily="34" charset="0"/>
                          <a:ea typeface="Arial" pitchFamily="34" charset="-122"/>
                          <a:cs typeface="Arial" pitchFamily="34" charset="-120"/>
                        </a:rPr>
                        <a:t>Lo que dice el experto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300" b="1" dirty="0">
                          <a:solidFill>
                            <a:srgbClr val="FFA028"/>
                          </a:solidFill>
                          <a:latin typeface="Arial" pitchFamily="34" charset="0"/>
                          <a:ea typeface="Arial" pitchFamily="34" charset="-122"/>
                          <a:cs typeface="Arial" pitchFamily="34" charset="-120"/>
                        </a:rPr>
                        <a:t>Palabra clave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300" b="1" dirty="0">
                          <a:solidFill>
                            <a:srgbClr val="FFA028"/>
                          </a:solidFill>
                          <a:latin typeface="Arial" pitchFamily="34" charset="0"/>
                          <a:ea typeface="Arial" pitchFamily="34" charset="-122"/>
                          <a:cs typeface="Arial" pitchFamily="34" charset="-120"/>
                        </a:rPr>
                        <a:t>Distribución</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300" b="1" dirty="0">
                          <a:solidFill>
                            <a:srgbClr val="FFA028"/>
                          </a:solidFill>
                          <a:latin typeface="Arial" pitchFamily="34" charset="0"/>
                          <a:ea typeface="Arial" pitchFamily="34" charset="-122"/>
                          <a:cs typeface="Arial" pitchFamily="34" charset="-120"/>
                        </a:rPr>
                        <a:t>P1 / P2 / P3 / P4</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57200">
                <a:tc>
                  <a:txBody>
                    <a:bodyPr/>
                    <a:lstStyle/>
                    <a:p>
                      <a:pPr indent="0" marL="0">
                        <a:buNone/>
                      </a:pPr>
                      <a:r>
                        <a:rPr lang="en-US" sz="1300" dirty="0">
                          <a:solidFill>
                            <a:srgbClr val="000000"/>
                          </a:solidFill>
                          <a:latin typeface="Arial" pitchFamily="34" charset="0"/>
                          <a:ea typeface="Arial" pitchFamily="34" charset="-122"/>
                          <a:cs typeface="Arial" pitchFamily="34" charset="-120"/>
                        </a:rPr>
                        <a:t>«Si pasa, la multa es S/ 250 000, fija.»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fija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CONSTANTE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250 000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00000"/>
                          </a:solidFill>
                          <a:latin typeface="Arial" pitchFamily="34" charset="0"/>
                          <a:ea typeface="Arial" pitchFamily="34" charset="-122"/>
                          <a:cs typeface="Arial" pitchFamily="34" charset="-120"/>
                        </a:rPr>
                        <a:t>«Entre 10 y 40 días, cualquiera; no sé cuál es típico.»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cualquiera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UNIFORME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10 / 40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57200">
                <a:tc>
                  <a:txBody>
                    <a:bodyPr/>
                    <a:lstStyle/>
                    <a:p>
                      <a:pPr indent="0" marL="0">
                        <a:buNone/>
                      </a:pPr>
                      <a:r>
                        <a:rPr lang="en-US" sz="1300" dirty="0">
                          <a:solidFill>
                            <a:srgbClr val="000000"/>
                          </a:solidFill>
                          <a:latin typeface="Arial" pitchFamily="34" charset="0"/>
                          <a:ea typeface="Arial" pitchFamily="34" charset="-122"/>
                          <a:cs typeface="Arial" pitchFamily="34" charset="-120"/>
                        </a:rPr>
                        <a:t>«Normalmente 20 días; mínimo 10, máximo 45.»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normalmente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PERT</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10 / 20 / 45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00000"/>
                          </a:solidFill>
                          <a:latin typeface="Arial" pitchFamily="34" charset="0"/>
                          <a:ea typeface="Arial" pitchFamily="34" charset="-122"/>
                          <a:cs typeface="Arial" pitchFamily="34" charset="-120"/>
                        </a:rPr>
                        <a:t>«Rara vez menos de 10, lo normal 15, rara vez más de 35.»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rara vez</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TRIGEN</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10 / 15 / 35 / 10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57200">
                <a:tc>
                  <a:txBody>
                    <a:bodyPr/>
                    <a:lstStyle/>
                    <a:p>
                      <a:pPr indent="0" marL="0">
                        <a:buNone/>
                      </a:pPr>
                      <a:r>
                        <a:rPr lang="en-US" sz="1300" dirty="0">
                          <a:solidFill>
                            <a:srgbClr val="000000"/>
                          </a:solidFill>
                          <a:latin typeface="Arial" pitchFamily="34" charset="0"/>
                          <a:ea typeface="Arial" pitchFamily="34" charset="-122"/>
                          <a:cs typeface="Arial" pitchFamily="34" charset="-120"/>
                        </a:rPr>
                        <a:t>«60 % nada, 30 % S/ 150 000, 10 % S/ 400 000.»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escenarios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DISCRETA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«0;150000;400000» / «0,6;0,3;0,1»</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00000"/>
                          </a:solidFill>
                          <a:latin typeface="Arial" pitchFamily="34" charset="0"/>
                          <a:ea typeface="Arial" pitchFamily="34" charset="-122"/>
                          <a:cs typeface="Arial" pitchFamily="34" charset="-120"/>
                        </a:rPr>
                        <a:t>«Unos 4 días de lluvia fuerte por temporada.»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cuántos eventos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POISSON</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57200">
                <a:tc>
                  <a:txBody>
                    <a:bodyPr/>
                    <a:lstStyle/>
                    <a:p>
                      <a:pPr indent="0" marL="0">
                        <a:buNone/>
                      </a:pPr>
                      <a:r>
                        <a:rPr lang="en-US" sz="1300" dirty="0">
                          <a:solidFill>
                            <a:srgbClr val="000000"/>
                          </a:solidFill>
                          <a:latin typeface="Arial" pitchFamily="34" charset="0"/>
                          <a:ea typeface="Arial" pitchFamily="34" charset="-122"/>
                          <a:cs typeface="Arial" pitchFamily="34" charset="-120"/>
                        </a:rPr>
                        <a:t>«En obras anteriores: promedio 50 000, ±25 000.»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promedio ±</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NORMAL</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50 000 / 25 000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00000"/>
                          </a:solidFill>
                          <a:latin typeface="Arial" pitchFamily="34" charset="0"/>
                          <a:ea typeface="Arial" pitchFamily="34" charset="-122"/>
                          <a:cs typeface="Arial" pitchFamily="34" charset="-120"/>
                        </a:rPr>
                        <a:t>«Muy seguro de que serán 20 días, entre 10 y 45.»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muy seguro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PERT_MODIFICADA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10 / 20 / 45 / 8</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4 · ELEGIR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Cómo preguntar al experto: 3 preguntas en este orden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Primero los extremos, después el valor típico: así se evita que la primera cifra «ancle» a las demás.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33</a:t>
            </a:r>
            <a:endParaRPr lang="en-US" sz="1000" dirty="0"/>
          </a:p>
        </p:txBody>
      </p:sp>
      <p:sp>
        <p:nvSpPr>
          <p:cNvPr id="6" name="Shape 4"/>
          <p:cNvSpPr/>
          <p:nvPr/>
        </p:nvSpPr>
        <p:spPr>
          <a:xfrm>
            <a:off x="548640" y="2011680"/>
            <a:ext cx="685800" cy="685800"/>
          </a:xfrm>
          <a:prstGeom prst="ellipse">
            <a:avLst/>
          </a:prstGeom>
          <a:solidFill>
            <a:srgbClr val="FFA028"/>
          </a:solidFill>
          <a:ln w="12700">
            <a:solidFill>
              <a:srgbClr val="FFA028"/>
            </a:solidFill>
            <a:prstDash val="solid"/>
          </a:ln>
        </p:spPr>
      </p:sp>
      <p:sp>
        <p:nvSpPr>
          <p:cNvPr id="7" name="Text 5"/>
          <p:cNvSpPr txBox="1"/>
          <p:nvPr/>
        </p:nvSpPr>
        <p:spPr>
          <a:xfrm>
            <a:off x="548640" y="2011680"/>
            <a:ext cx="685800" cy="6858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463040" y="1993392"/>
            <a:ext cx="7863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«Si todo sale bien, ¿cuál es el MÍNIMO razonable del impacto?»</a:t>
            </a:r>
            <a:endParaRPr lang="en-US" sz="1700" dirty="0"/>
          </a:p>
        </p:txBody>
      </p:sp>
      <p:sp>
        <p:nvSpPr>
          <p:cNvPr id="9" name="Text 7"/>
          <p:cNvSpPr txBox="1"/>
          <p:nvPr/>
        </p:nvSpPr>
        <p:spPr>
          <a:xfrm>
            <a:off x="1463040" y="2450592"/>
            <a:ext cx="7863840" cy="41148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Pida que piense en un caso favorable real, no en «cero».</a:t>
            </a:r>
            <a:endParaRPr lang="en-US" sz="1350" dirty="0"/>
          </a:p>
        </p:txBody>
      </p:sp>
      <p:sp>
        <p:nvSpPr>
          <p:cNvPr id="10" name="Shape 8"/>
          <p:cNvSpPr/>
          <p:nvPr/>
        </p:nvSpPr>
        <p:spPr>
          <a:xfrm>
            <a:off x="9418320" y="2084832"/>
            <a:ext cx="2194560" cy="548640"/>
          </a:xfrm>
          <a:prstGeom prst="roundRect">
            <a:avLst>
              <a:gd name="adj" fmla="val 13333"/>
            </a:avLst>
          </a:prstGeom>
          <a:solidFill>
            <a:srgbClr val="000000"/>
          </a:solidFill>
          <a:ln w="12700">
            <a:solidFill>
              <a:srgbClr val="000000"/>
            </a:solidFill>
            <a:prstDash val="solid"/>
          </a:ln>
        </p:spPr>
      </p:sp>
      <p:sp>
        <p:nvSpPr>
          <p:cNvPr id="11" name="Text 9"/>
          <p:cNvSpPr txBox="1"/>
          <p:nvPr/>
        </p:nvSpPr>
        <p:spPr>
          <a:xfrm>
            <a:off x="9418320" y="2084832"/>
            <a:ext cx="2194560" cy="548640"/>
          </a:xfrm>
          <a:prstGeom prst="rect">
            <a:avLst/>
          </a:prstGeom>
          <a:noFill/>
          <a:ln/>
        </p:spPr>
        <p:txBody>
          <a:bodyPr wrap="square" lIns="0" tIns="0" rIns="0" bIns="0" rtlCol="0" anchor="ctr"/>
          <a:lstStyle/>
          <a:p>
            <a:pPr algn="ctr" indent="0" marL="0">
              <a:buNone/>
            </a:pPr>
            <a:r>
              <a:rPr lang="en-US" sz="1600" b="1" dirty="0">
                <a:solidFill>
                  <a:srgbClr val="FFA028"/>
                </a:solidFill>
                <a:latin typeface="Arial" pitchFamily="34" charset="0"/>
                <a:ea typeface="Arial" pitchFamily="34" charset="-122"/>
                <a:cs typeface="Arial" pitchFamily="34" charset="-120"/>
              </a:rPr>
              <a:t>→ P1</a:t>
            </a:r>
            <a:endParaRPr lang="en-US" sz="1600" dirty="0"/>
          </a:p>
        </p:txBody>
      </p:sp>
      <p:sp>
        <p:nvSpPr>
          <p:cNvPr id="12" name="Shape 10"/>
          <p:cNvSpPr/>
          <p:nvPr/>
        </p:nvSpPr>
        <p:spPr>
          <a:xfrm>
            <a:off x="548640" y="3108960"/>
            <a:ext cx="685800" cy="685800"/>
          </a:xfrm>
          <a:prstGeom prst="ellipse">
            <a:avLst/>
          </a:prstGeom>
          <a:solidFill>
            <a:srgbClr val="FFA028"/>
          </a:solidFill>
          <a:ln w="12700">
            <a:solidFill>
              <a:srgbClr val="FFA028"/>
            </a:solidFill>
            <a:prstDash val="solid"/>
          </a:ln>
        </p:spPr>
      </p:sp>
      <p:sp>
        <p:nvSpPr>
          <p:cNvPr id="13" name="Text 11"/>
          <p:cNvSpPr txBox="1"/>
          <p:nvPr/>
        </p:nvSpPr>
        <p:spPr>
          <a:xfrm>
            <a:off x="548640" y="3108960"/>
            <a:ext cx="685800" cy="6858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2</a:t>
            </a:r>
            <a:endParaRPr lang="en-US" sz="1800" dirty="0"/>
          </a:p>
        </p:txBody>
      </p:sp>
      <p:sp>
        <p:nvSpPr>
          <p:cNvPr id="14" name="Text 12"/>
          <p:cNvSpPr txBox="1"/>
          <p:nvPr/>
        </p:nvSpPr>
        <p:spPr>
          <a:xfrm>
            <a:off x="1463040" y="3090672"/>
            <a:ext cx="7863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«Si todo sale mal, ¿cuál es el MÁXIMO razonable?»</a:t>
            </a:r>
            <a:endParaRPr lang="en-US" sz="1700" dirty="0"/>
          </a:p>
        </p:txBody>
      </p:sp>
      <p:sp>
        <p:nvSpPr>
          <p:cNvPr id="15" name="Text 13"/>
          <p:cNvSpPr txBox="1"/>
          <p:nvPr/>
        </p:nvSpPr>
        <p:spPr>
          <a:xfrm>
            <a:off x="1463040" y="3547872"/>
            <a:ext cx="7863840" cy="41148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Sin catástrofes absurdas; pida un ejemplo que lo justifique.</a:t>
            </a:r>
            <a:endParaRPr lang="en-US" sz="1350" dirty="0"/>
          </a:p>
        </p:txBody>
      </p:sp>
      <p:sp>
        <p:nvSpPr>
          <p:cNvPr id="16" name="Shape 14"/>
          <p:cNvSpPr/>
          <p:nvPr/>
        </p:nvSpPr>
        <p:spPr>
          <a:xfrm>
            <a:off x="9418320" y="3182112"/>
            <a:ext cx="2194560" cy="548640"/>
          </a:xfrm>
          <a:prstGeom prst="roundRect">
            <a:avLst>
              <a:gd name="adj" fmla="val 13333"/>
            </a:avLst>
          </a:prstGeom>
          <a:solidFill>
            <a:srgbClr val="000000"/>
          </a:solidFill>
          <a:ln w="12700">
            <a:solidFill>
              <a:srgbClr val="000000"/>
            </a:solidFill>
            <a:prstDash val="solid"/>
          </a:ln>
        </p:spPr>
      </p:sp>
      <p:sp>
        <p:nvSpPr>
          <p:cNvPr id="17" name="Text 15"/>
          <p:cNvSpPr txBox="1"/>
          <p:nvPr/>
        </p:nvSpPr>
        <p:spPr>
          <a:xfrm>
            <a:off x="9418320" y="3182112"/>
            <a:ext cx="2194560" cy="548640"/>
          </a:xfrm>
          <a:prstGeom prst="rect">
            <a:avLst/>
          </a:prstGeom>
          <a:noFill/>
          <a:ln/>
        </p:spPr>
        <p:txBody>
          <a:bodyPr wrap="square" lIns="0" tIns="0" rIns="0" bIns="0" rtlCol="0" anchor="ctr"/>
          <a:lstStyle/>
          <a:p>
            <a:pPr algn="ctr" indent="0" marL="0">
              <a:buNone/>
            </a:pPr>
            <a:r>
              <a:rPr lang="en-US" sz="1600" b="1" dirty="0">
                <a:solidFill>
                  <a:srgbClr val="FFA028"/>
                </a:solidFill>
                <a:latin typeface="Arial" pitchFamily="34" charset="0"/>
                <a:ea typeface="Arial" pitchFamily="34" charset="-122"/>
                <a:cs typeface="Arial" pitchFamily="34" charset="-120"/>
              </a:rPr>
              <a:t>→ P3</a:t>
            </a:r>
            <a:endParaRPr lang="en-US" sz="1600" dirty="0"/>
          </a:p>
        </p:txBody>
      </p:sp>
      <p:sp>
        <p:nvSpPr>
          <p:cNvPr id="18" name="Shape 16"/>
          <p:cNvSpPr/>
          <p:nvPr/>
        </p:nvSpPr>
        <p:spPr>
          <a:xfrm>
            <a:off x="548640" y="4206240"/>
            <a:ext cx="685800" cy="685800"/>
          </a:xfrm>
          <a:prstGeom prst="ellipse">
            <a:avLst/>
          </a:prstGeom>
          <a:solidFill>
            <a:srgbClr val="FFA028"/>
          </a:solidFill>
          <a:ln w="12700">
            <a:solidFill>
              <a:srgbClr val="FFA028"/>
            </a:solidFill>
            <a:prstDash val="solid"/>
          </a:ln>
        </p:spPr>
      </p:sp>
      <p:sp>
        <p:nvSpPr>
          <p:cNvPr id="19" name="Text 17"/>
          <p:cNvSpPr txBox="1"/>
          <p:nvPr/>
        </p:nvSpPr>
        <p:spPr>
          <a:xfrm>
            <a:off x="548640" y="4206240"/>
            <a:ext cx="685800" cy="6858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3</a:t>
            </a:r>
            <a:endParaRPr lang="en-US" sz="1800" dirty="0"/>
          </a:p>
        </p:txBody>
      </p:sp>
      <p:sp>
        <p:nvSpPr>
          <p:cNvPr id="20" name="Text 18"/>
          <p:cNvSpPr txBox="1"/>
          <p:nvPr/>
        </p:nvSpPr>
        <p:spPr>
          <a:xfrm>
            <a:off x="1463040" y="4187952"/>
            <a:ext cx="7863840" cy="45720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«¿Cuál es el valor MÁS PROBABLE?»</a:t>
            </a:r>
            <a:endParaRPr lang="en-US" sz="1700" dirty="0"/>
          </a:p>
        </p:txBody>
      </p:sp>
      <p:sp>
        <p:nvSpPr>
          <p:cNvPr id="21" name="Text 19"/>
          <p:cNvSpPr txBox="1"/>
          <p:nvPr/>
        </p:nvSpPr>
        <p:spPr>
          <a:xfrm>
            <a:off x="1463040" y="4645152"/>
            <a:ext cx="7863840" cy="41148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Lo que pasa normalmente. No el promedio ni el más temido.</a:t>
            </a:r>
            <a:endParaRPr lang="en-US" sz="1350" dirty="0"/>
          </a:p>
        </p:txBody>
      </p:sp>
      <p:sp>
        <p:nvSpPr>
          <p:cNvPr id="22" name="Shape 20"/>
          <p:cNvSpPr/>
          <p:nvPr/>
        </p:nvSpPr>
        <p:spPr>
          <a:xfrm>
            <a:off x="9418320" y="4279392"/>
            <a:ext cx="2194560" cy="548640"/>
          </a:xfrm>
          <a:prstGeom prst="roundRect">
            <a:avLst>
              <a:gd name="adj" fmla="val 13333"/>
            </a:avLst>
          </a:prstGeom>
          <a:solidFill>
            <a:srgbClr val="000000"/>
          </a:solidFill>
          <a:ln w="12700">
            <a:solidFill>
              <a:srgbClr val="000000"/>
            </a:solidFill>
            <a:prstDash val="solid"/>
          </a:ln>
        </p:spPr>
      </p:sp>
      <p:sp>
        <p:nvSpPr>
          <p:cNvPr id="23" name="Text 21"/>
          <p:cNvSpPr txBox="1"/>
          <p:nvPr/>
        </p:nvSpPr>
        <p:spPr>
          <a:xfrm>
            <a:off x="9418320" y="4279392"/>
            <a:ext cx="2194560" cy="548640"/>
          </a:xfrm>
          <a:prstGeom prst="rect">
            <a:avLst/>
          </a:prstGeom>
          <a:noFill/>
          <a:ln/>
        </p:spPr>
        <p:txBody>
          <a:bodyPr wrap="square" lIns="0" tIns="0" rIns="0" bIns="0" rtlCol="0" anchor="ctr"/>
          <a:lstStyle/>
          <a:p>
            <a:pPr algn="ctr" indent="0" marL="0">
              <a:buNone/>
            </a:pPr>
            <a:r>
              <a:rPr lang="en-US" sz="1600" b="1" dirty="0">
                <a:solidFill>
                  <a:srgbClr val="FFA028"/>
                </a:solidFill>
                <a:latin typeface="Arial" pitchFamily="34" charset="0"/>
                <a:ea typeface="Arial" pitchFamily="34" charset="-122"/>
                <a:cs typeface="Arial" pitchFamily="34" charset="-120"/>
              </a:rPr>
              <a:t>→ P2</a:t>
            </a:r>
            <a:endParaRPr lang="en-US" sz="1600" dirty="0"/>
          </a:p>
        </p:txBody>
      </p:sp>
      <p:sp>
        <p:nvSpPr>
          <p:cNvPr id="24" name="Shape 22"/>
          <p:cNvSpPr/>
          <p:nvPr/>
        </p:nvSpPr>
        <p:spPr>
          <a:xfrm>
            <a:off x="548640" y="5349240"/>
            <a:ext cx="11094415" cy="868680"/>
          </a:xfrm>
          <a:prstGeom prst="roundRect">
            <a:avLst>
              <a:gd name="adj" fmla="val 8421"/>
            </a:avLst>
          </a:prstGeom>
          <a:solidFill>
            <a:srgbClr val="FFF0D6"/>
          </a:solidFill>
          <a:ln w="12700">
            <a:solidFill>
              <a:srgbClr val="FFF0D6"/>
            </a:solidFill>
            <a:prstDash val="solid"/>
          </a:ln>
        </p:spPr>
      </p:sp>
      <p:sp>
        <p:nvSpPr>
          <p:cNvPr id="25" name="Text 23"/>
          <p:cNvSpPr txBox="1"/>
          <p:nvPr/>
        </p:nvSpPr>
        <p:spPr>
          <a:xfrm>
            <a:off x="777240" y="5394960"/>
            <a:ext cx="10637215" cy="777240"/>
          </a:xfrm>
          <a:prstGeom prst="rect">
            <a:avLst/>
          </a:prstGeom>
          <a:noFill/>
          <a:ln/>
        </p:spPr>
        <p:txBody>
          <a:bodyPr wrap="square" lIns="0" tIns="0" rIns="0" bIns="0" rtlCol="0" anchor="ctr"/>
          <a:lstStyle/>
          <a:p>
            <a:pPr indent="0" marL="0">
              <a:buNone/>
            </a:pPr>
            <a:r>
              <a:rPr lang="en-US" sz="1400" dirty="0">
                <a:solidFill>
                  <a:srgbClr val="000000"/>
                </a:solidFill>
                <a:latin typeface="Arial" pitchFamily="34" charset="0"/>
                <a:ea typeface="Arial" pitchFamily="34" charset="-122"/>
                <a:cs typeface="Arial" pitchFamily="34" charset="-120"/>
              </a:rPr>
              <a:t>4.ª pregunta: la PROBABILIDAD de que ocurra. 5.ª: ¿qué otros riesgos se moverían junto con este? (correlación). Anote la fuente de cada número en NOTAS.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4 · ELEGIR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Sesgos del experto y cómo contrarrestarlos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Las personas, incluso los expertos, suelen subestimar la incertidumbre.</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34</a:t>
            </a:r>
            <a:endParaRPr lang="en-US" sz="1000" dirty="0"/>
          </a:p>
        </p:txBody>
      </p:sp>
      <p:sp>
        <p:nvSpPr>
          <p:cNvPr id="6" name="Shape 4"/>
          <p:cNvSpPr/>
          <p:nvPr/>
        </p:nvSpPr>
        <p:spPr>
          <a:xfrm>
            <a:off x="548640" y="1920240"/>
            <a:ext cx="5440680" cy="1325880"/>
          </a:xfrm>
          <a:prstGeom prst="roundRect">
            <a:avLst>
              <a:gd name="adj" fmla="val 5517"/>
            </a:avLst>
          </a:prstGeom>
          <a:solidFill>
            <a:srgbClr val="FFF7EB"/>
          </a:solidFill>
          <a:ln w="12700">
            <a:solidFill>
              <a:srgbClr val="FFF7EB"/>
            </a:solidFill>
            <a:prstDash val="solid"/>
          </a:ln>
        </p:spPr>
      </p:sp>
      <p:sp>
        <p:nvSpPr>
          <p:cNvPr id="7" name="Text 5"/>
          <p:cNvSpPr txBox="1"/>
          <p:nvPr/>
        </p:nvSpPr>
        <p:spPr>
          <a:xfrm>
            <a:off x="731520" y="2048256"/>
            <a:ext cx="507492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Exceso de confianza</a:t>
            </a:r>
            <a:endParaRPr lang="en-US" sz="1500" dirty="0"/>
          </a:p>
        </p:txBody>
      </p:sp>
      <p:sp>
        <p:nvSpPr>
          <p:cNvPr id="8" name="Text 6"/>
          <p:cNvSpPr txBox="1"/>
          <p:nvPr/>
        </p:nvSpPr>
        <p:spPr>
          <a:xfrm>
            <a:off x="731520" y="2423160"/>
            <a:ext cx="5074920" cy="7315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Rangos demasiado estrechos. Contramedida: pida un caso real en que se superó el máximo; si existe, amplíe el rango o use TRIGEN.</a:t>
            </a:r>
            <a:endParaRPr lang="en-US" sz="1300" dirty="0"/>
          </a:p>
        </p:txBody>
      </p:sp>
      <p:sp>
        <p:nvSpPr>
          <p:cNvPr id="9" name="Shape 7"/>
          <p:cNvSpPr/>
          <p:nvPr/>
        </p:nvSpPr>
        <p:spPr>
          <a:xfrm>
            <a:off x="6172200" y="1920240"/>
            <a:ext cx="5440680" cy="1325880"/>
          </a:xfrm>
          <a:prstGeom prst="roundRect">
            <a:avLst>
              <a:gd name="adj" fmla="val 5517"/>
            </a:avLst>
          </a:prstGeom>
          <a:solidFill>
            <a:srgbClr val="FFF7EB"/>
          </a:solidFill>
          <a:ln w="12700">
            <a:solidFill>
              <a:srgbClr val="FFF7EB"/>
            </a:solidFill>
            <a:prstDash val="solid"/>
          </a:ln>
        </p:spPr>
      </p:sp>
      <p:sp>
        <p:nvSpPr>
          <p:cNvPr id="10" name="Text 8"/>
          <p:cNvSpPr txBox="1"/>
          <p:nvPr/>
        </p:nvSpPr>
        <p:spPr>
          <a:xfrm>
            <a:off x="6355080" y="2048256"/>
            <a:ext cx="507492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Anclaje</a:t>
            </a:r>
            <a:endParaRPr lang="en-US" sz="1500" dirty="0"/>
          </a:p>
        </p:txBody>
      </p:sp>
      <p:sp>
        <p:nvSpPr>
          <p:cNvPr id="11" name="Text 9"/>
          <p:cNvSpPr txBox="1"/>
          <p:nvPr/>
        </p:nvSpPr>
        <p:spPr>
          <a:xfrm>
            <a:off x="6355080" y="2423160"/>
            <a:ext cx="5074920" cy="7315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La primera cifra condiciona las demás. Contramedida: pregunte extremos antes que el valor típico.</a:t>
            </a:r>
            <a:endParaRPr lang="en-US" sz="1300" dirty="0"/>
          </a:p>
        </p:txBody>
      </p:sp>
      <p:sp>
        <p:nvSpPr>
          <p:cNvPr id="12" name="Shape 10"/>
          <p:cNvSpPr/>
          <p:nvPr/>
        </p:nvSpPr>
        <p:spPr>
          <a:xfrm>
            <a:off x="548640" y="3383280"/>
            <a:ext cx="5440680" cy="1325880"/>
          </a:xfrm>
          <a:prstGeom prst="roundRect">
            <a:avLst>
              <a:gd name="adj" fmla="val 5517"/>
            </a:avLst>
          </a:prstGeom>
          <a:solidFill>
            <a:srgbClr val="FFF7EB"/>
          </a:solidFill>
          <a:ln w="12700">
            <a:solidFill>
              <a:srgbClr val="FFF7EB"/>
            </a:solidFill>
            <a:prstDash val="solid"/>
          </a:ln>
        </p:spPr>
      </p:sp>
      <p:sp>
        <p:nvSpPr>
          <p:cNvPr id="13" name="Text 11"/>
          <p:cNvSpPr txBox="1"/>
          <p:nvPr/>
        </p:nvSpPr>
        <p:spPr>
          <a:xfrm>
            <a:off x="731520" y="3511296"/>
            <a:ext cx="507492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Disponibilidad</a:t>
            </a:r>
            <a:endParaRPr lang="en-US" sz="1500" dirty="0"/>
          </a:p>
        </p:txBody>
      </p:sp>
      <p:sp>
        <p:nvSpPr>
          <p:cNvPr id="14" name="Text 12"/>
          <p:cNvSpPr txBox="1"/>
          <p:nvPr/>
        </p:nvSpPr>
        <p:spPr>
          <a:xfrm>
            <a:off x="731520" y="3886200"/>
            <a:ext cx="5074920" cy="7315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Se sobrevalora lo reciente o dramático. Contramedida: contraste con registros de varias obras, no solo la última.</a:t>
            </a:r>
            <a:endParaRPr lang="en-US" sz="1300" dirty="0"/>
          </a:p>
        </p:txBody>
      </p:sp>
      <p:sp>
        <p:nvSpPr>
          <p:cNvPr id="15" name="Shape 13"/>
          <p:cNvSpPr/>
          <p:nvPr/>
        </p:nvSpPr>
        <p:spPr>
          <a:xfrm>
            <a:off x="6172200" y="3383280"/>
            <a:ext cx="5440680" cy="1325880"/>
          </a:xfrm>
          <a:prstGeom prst="roundRect">
            <a:avLst>
              <a:gd name="adj" fmla="val 5517"/>
            </a:avLst>
          </a:prstGeom>
          <a:solidFill>
            <a:srgbClr val="FFF7EB"/>
          </a:solidFill>
          <a:ln w="12700">
            <a:solidFill>
              <a:srgbClr val="FFF7EB"/>
            </a:solidFill>
            <a:prstDash val="solid"/>
          </a:ln>
        </p:spPr>
      </p:sp>
      <p:sp>
        <p:nvSpPr>
          <p:cNvPr id="16" name="Text 14"/>
          <p:cNvSpPr txBox="1"/>
          <p:nvPr/>
        </p:nvSpPr>
        <p:spPr>
          <a:xfrm>
            <a:off x="6355080" y="3511296"/>
            <a:ext cx="507492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Optimismo</a:t>
            </a:r>
            <a:endParaRPr lang="en-US" sz="1500" dirty="0"/>
          </a:p>
        </p:txBody>
      </p:sp>
      <p:sp>
        <p:nvSpPr>
          <p:cNvPr id="17" name="Text 15"/>
          <p:cNvSpPr txBox="1"/>
          <p:nvPr/>
        </p:nvSpPr>
        <p:spPr>
          <a:xfrm>
            <a:off x="6355080" y="3886200"/>
            <a:ext cx="5074920" cy="7315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Mínimos y modas demasiado favorables. Contramedida: pregunte a más de una persona y a quien no es responsable del resultado.</a:t>
            </a:r>
            <a:endParaRPr lang="en-US" sz="1300" dirty="0"/>
          </a:p>
        </p:txBody>
      </p:sp>
      <p:sp>
        <p:nvSpPr>
          <p:cNvPr id="18" name="Shape 16"/>
          <p:cNvSpPr/>
          <p:nvPr/>
        </p:nvSpPr>
        <p:spPr>
          <a:xfrm>
            <a:off x="548640" y="4846320"/>
            <a:ext cx="5440680" cy="1325880"/>
          </a:xfrm>
          <a:prstGeom prst="roundRect">
            <a:avLst>
              <a:gd name="adj" fmla="val 5517"/>
            </a:avLst>
          </a:prstGeom>
          <a:solidFill>
            <a:srgbClr val="FFF7EB"/>
          </a:solidFill>
          <a:ln w="12700">
            <a:solidFill>
              <a:srgbClr val="FFF7EB"/>
            </a:solidFill>
            <a:prstDash val="solid"/>
          </a:ln>
        </p:spPr>
      </p:sp>
      <p:sp>
        <p:nvSpPr>
          <p:cNvPr id="19" name="Text 17"/>
          <p:cNvSpPr txBox="1"/>
          <p:nvPr/>
        </p:nvSpPr>
        <p:spPr>
          <a:xfrm>
            <a:off x="731520" y="4974336"/>
            <a:ext cx="507492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Confundir moda y peor caso</a:t>
            </a:r>
            <a:endParaRPr lang="en-US" sz="1500" dirty="0"/>
          </a:p>
        </p:txBody>
      </p:sp>
      <p:sp>
        <p:nvSpPr>
          <p:cNvPr id="20" name="Text 18"/>
          <p:cNvSpPr txBox="1"/>
          <p:nvPr/>
        </p:nvSpPr>
        <p:spPr>
          <a:xfrm>
            <a:off x="731520" y="5349240"/>
            <a:ext cx="5074920" cy="7315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Se da como moda el valor temido. Contramedida: pregunte «¿qué pasa normalmente?».</a:t>
            </a:r>
            <a:endParaRPr lang="en-US" sz="1300" dirty="0"/>
          </a:p>
        </p:txBody>
      </p:sp>
      <p:sp>
        <p:nvSpPr>
          <p:cNvPr id="21" name="Shape 19"/>
          <p:cNvSpPr/>
          <p:nvPr/>
        </p:nvSpPr>
        <p:spPr>
          <a:xfrm>
            <a:off x="6172200" y="4846320"/>
            <a:ext cx="5440680" cy="1325880"/>
          </a:xfrm>
          <a:prstGeom prst="roundRect">
            <a:avLst>
              <a:gd name="adj" fmla="val 5517"/>
            </a:avLst>
          </a:prstGeom>
          <a:solidFill>
            <a:srgbClr val="FFF7EB"/>
          </a:solidFill>
          <a:ln w="12700">
            <a:solidFill>
              <a:srgbClr val="FFF7EB"/>
            </a:solidFill>
            <a:prstDash val="solid"/>
          </a:ln>
        </p:spPr>
      </p:sp>
      <p:sp>
        <p:nvSpPr>
          <p:cNvPr id="22" name="Text 20"/>
          <p:cNvSpPr txBox="1"/>
          <p:nvPr/>
        </p:nvSpPr>
        <p:spPr>
          <a:xfrm>
            <a:off x="6355080" y="4974336"/>
            <a:ext cx="507492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Doble conteo</a:t>
            </a:r>
            <a:endParaRPr lang="en-US" sz="1500" dirty="0"/>
          </a:p>
        </p:txBody>
      </p:sp>
      <p:sp>
        <p:nvSpPr>
          <p:cNvPr id="23" name="Text 21"/>
          <p:cNvSpPr txBox="1"/>
          <p:nvPr/>
        </p:nvSpPr>
        <p:spPr>
          <a:xfrm>
            <a:off x="6355080" y="5349240"/>
            <a:ext cx="5074920" cy="7315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El mismo impacto en dos riesgos o en dos dimensiones. Contramedida: revise causas y unidades.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4 · ELEGIR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Cuando hay datos históricos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Con 15 o más observaciones de obras comparables se puede ajustar una distribución a los datos.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35</a:t>
            </a:r>
            <a:endParaRPr lang="en-US" sz="1000" dirty="0"/>
          </a:p>
        </p:txBody>
      </p:sp>
      <p:sp>
        <p:nvSpPr>
          <p:cNvPr id="6" name="Shape 4"/>
          <p:cNvSpPr/>
          <p:nvPr/>
        </p:nvSpPr>
        <p:spPr>
          <a:xfrm>
            <a:off x="548640" y="1920240"/>
            <a:ext cx="502920" cy="502920"/>
          </a:xfrm>
          <a:prstGeom prst="ellipse">
            <a:avLst/>
          </a:prstGeom>
          <a:solidFill>
            <a:srgbClr val="FFA028"/>
          </a:solidFill>
          <a:ln w="12700">
            <a:solidFill>
              <a:srgbClr val="FFA028"/>
            </a:solidFill>
            <a:prstDash val="solid"/>
          </a:ln>
        </p:spPr>
      </p:sp>
      <p:sp>
        <p:nvSpPr>
          <p:cNvPr id="7" name="Text 5"/>
          <p:cNvSpPr txBox="1"/>
          <p:nvPr/>
        </p:nvSpPr>
        <p:spPr>
          <a:xfrm>
            <a:off x="548640" y="192024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280160" y="1965960"/>
            <a:ext cx="2560320" cy="41148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Reúna los datos</a:t>
            </a:r>
            <a:endParaRPr lang="en-US" sz="1500" dirty="0"/>
          </a:p>
        </p:txBody>
      </p:sp>
      <p:sp>
        <p:nvSpPr>
          <p:cNvPr id="9" name="Text 7"/>
          <p:cNvSpPr txBox="1"/>
          <p:nvPr/>
        </p:nvSpPr>
        <p:spPr>
          <a:xfrm>
            <a:off x="3931920" y="1965960"/>
            <a:ext cx="7680960" cy="68580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Impactos reales de obras similares, en la misma unidad y actualizados (por ejemplo, a soles de hoy).</a:t>
            </a:r>
            <a:endParaRPr lang="en-US" sz="1350" dirty="0"/>
          </a:p>
        </p:txBody>
      </p:sp>
      <p:sp>
        <p:nvSpPr>
          <p:cNvPr id="10" name="Shape 8"/>
          <p:cNvSpPr/>
          <p:nvPr/>
        </p:nvSpPr>
        <p:spPr>
          <a:xfrm>
            <a:off x="548640" y="2743200"/>
            <a:ext cx="502920" cy="502920"/>
          </a:xfrm>
          <a:prstGeom prst="ellipse">
            <a:avLst/>
          </a:prstGeom>
          <a:solidFill>
            <a:srgbClr val="FFA028"/>
          </a:solidFill>
          <a:ln w="12700">
            <a:solidFill>
              <a:srgbClr val="FFA028"/>
            </a:solidFill>
            <a:prstDash val="solid"/>
          </a:ln>
        </p:spPr>
      </p:sp>
      <p:sp>
        <p:nvSpPr>
          <p:cNvPr id="11" name="Text 9"/>
          <p:cNvSpPr txBox="1"/>
          <p:nvPr/>
        </p:nvSpPr>
        <p:spPr>
          <a:xfrm>
            <a:off x="548640" y="274320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1280160" y="2788920"/>
            <a:ext cx="2560320" cy="41148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Mire la forma</a:t>
            </a:r>
            <a:endParaRPr lang="en-US" sz="1500" dirty="0"/>
          </a:p>
        </p:txBody>
      </p:sp>
      <p:sp>
        <p:nvSpPr>
          <p:cNvPr id="13" name="Text 11"/>
          <p:cNvSpPr txBox="1"/>
          <p:nvPr/>
        </p:nvSpPr>
        <p:spPr>
          <a:xfrm>
            <a:off x="3931920" y="2788920"/>
            <a:ext cx="7680960" cy="68580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Haga un histograma en Excel: ¿simétrico?, ¿cola a la derecha?, ¿valores extremos aislados?</a:t>
            </a:r>
            <a:endParaRPr lang="en-US" sz="1350" dirty="0"/>
          </a:p>
        </p:txBody>
      </p:sp>
      <p:sp>
        <p:nvSpPr>
          <p:cNvPr id="14" name="Shape 12"/>
          <p:cNvSpPr/>
          <p:nvPr/>
        </p:nvSpPr>
        <p:spPr>
          <a:xfrm>
            <a:off x="548640" y="3566160"/>
            <a:ext cx="502920" cy="502920"/>
          </a:xfrm>
          <a:prstGeom prst="ellipse">
            <a:avLst/>
          </a:prstGeom>
          <a:solidFill>
            <a:srgbClr val="FFA028"/>
          </a:solidFill>
          <a:ln w="12700">
            <a:solidFill>
              <a:srgbClr val="FFA028"/>
            </a:solidFill>
            <a:prstDash val="solid"/>
          </a:ln>
        </p:spPr>
      </p:sp>
      <p:sp>
        <p:nvSpPr>
          <p:cNvPr id="15" name="Text 13"/>
          <p:cNvSpPr txBox="1"/>
          <p:nvPr/>
        </p:nvSpPr>
        <p:spPr>
          <a:xfrm>
            <a:off x="548640" y="356616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1280160" y="3611880"/>
            <a:ext cx="2560320" cy="41148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Calcule parámetros</a:t>
            </a:r>
            <a:endParaRPr lang="en-US" sz="1500" dirty="0"/>
          </a:p>
        </p:txBody>
      </p:sp>
      <p:sp>
        <p:nvSpPr>
          <p:cNvPr id="17" name="Text 15"/>
          <p:cNvSpPr txBox="1"/>
          <p:nvPr/>
        </p:nvSpPr>
        <p:spPr>
          <a:xfrm>
            <a:off x="3931920" y="3611880"/>
            <a:ext cx="7680960" cy="68580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PROMEDIO y DESVEST para NORMAL o LOGNORMAL; forma = media² / var y escala = var / media para GAMMA.</a:t>
            </a:r>
            <a:endParaRPr lang="en-US" sz="1350" dirty="0"/>
          </a:p>
        </p:txBody>
      </p:sp>
      <p:sp>
        <p:nvSpPr>
          <p:cNvPr id="18" name="Shape 16"/>
          <p:cNvSpPr/>
          <p:nvPr/>
        </p:nvSpPr>
        <p:spPr>
          <a:xfrm>
            <a:off x="548640" y="4389120"/>
            <a:ext cx="502920" cy="502920"/>
          </a:xfrm>
          <a:prstGeom prst="ellipse">
            <a:avLst/>
          </a:prstGeom>
          <a:solidFill>
            <a:srgbClr val="FFA028"/>
          </a:solidFill>
          <a:ln w="12700">
            <a:solidFill>
              <a:srgbClr val="FFA028"/>
            </a:solidFill>
            <a:prstDash val="solid"/>
          </a:ln>
        </p:spPr>
      </p:sp>
      <p:sp>
        <p:nvSpPr>
          <p:cNvPr id="19" name="Text 17"/>
          <p:cNvSpPr txBox="1"/>
          <p:nvPr/>
        </p:nvSpPr>
        <p:spPr>
          <a:xfrm>
            <a:off x="548640" y="438912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0" name="Text 18"/>
          <p:cNvSpPr txBox="1"/>
          <p:nvPr/>
        </p:nvSpPr>
        <p:spPr>
          <a:xfrm>
            <a:off x="1280160" y="4434840"/>
            <a:ext cx="2560320" cy="41148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Revise los extremos</a:t>
            </a:r>
            <a:endParaRPr lang="en-US" sz="1500" dirty="0"/>
          </a:p>
        </p:txBody>
      </p:sp>
      <p:sp>
        <p:nvSpPr>
          <p:cNvPr id="21" name="Text 19"/>
          <p:cNvSpPr txBox="1"/>
          <p:nvPr/>
        </p:nvSpPr>
        <p:spPr>
          <a:xfrm>
            <a:off x="3931920" y="4434840"/>
            <a:ext cx="7680960" cy="68580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Compare el P5 y el P95 de la distribución con el mínimo y el máximo observados.</a:t>
            </a:r>
            <a:endParaRPr lang="en-US" sz="1350" dirty="0"/>
          </a:p>
        </p:txBody>
      </p:sp>
      <p:sp>
        <p:nvSpPr>
          <p:cNvPr id="22" name="Shape 20"/>
          <p:cNvSpPr/>
          <p:nvPr/>
        </p:nvSpPr>
        <p:spPr>
          <a:xfrm>
            <a:off x="548640" y="5212080"/>
            <a:ext cx="502920" cy="502920"/>
          </a:xfrm>
          <a:prstGeom prst="ellipse">
            <a:avLst/>
          </a:prstGeom>
          <a:solidFill>
            <a:srgbClr val="FFA028"/>
          </a:solidFill>
          <a:ln w="12700">
            <a:solidFill>
              <a:srgbClr val="FFA028"/>
            </a:solidFill>
            <a:prstDash val="solid"/>
          </a:ln>
        </p:spPr>
      </p:sp>
      <p:sp>
        <p:nvSpPr>
          <p:cNvPr id="23" name="Text 21"/>
          <p:cNvSpPr txBox="1"/>
          <p:nvPr/>
        </p:nvSpPr>
        <p:spPr>
          <a:xfrm>
            <a:off x="548640" y="5212080"/>
            <a:ext cx="502920" cy="50292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5</a:t>
            </a:r>
            <a:endParaRPr lang="en-US" sz="1300" dirty="0"/>
          </a:p>
        </p:txBody>
      </p:sp>
      <p:sp>
        <p:nvSpPr>
          <p:cNvPr id="24" name="Text 22"/>
          <p:cNvSpPr txBox="1"/>
          <p:nvPr/>
        </p:nvSpPr>
        <p:spPr>
          <a:xfrm>
            <a:off x="1280160" y="5257800"/>
            <a:ext cx="2560320" cy="41148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Documente</a:t>
            </a:r>
            <a:endParaRPr lang="en-US" sz="1500" dirty="0"/>
          </a:p>
        </p:txBody>
      </p:sp>
      <p:sp>
        <p:nvSpPr>
          <p:cNvPr id="25" name="Text 23"/>
          <p:cNvSpPr txBox="1"/>
          <p:nvPr/>
        </p:nvSpPr>
        <p:spPr>
          <a:xfrm>
            <a:off x="3931920" y="5257800"/>
            <a:ext cx="7680960" cy="685800"/>
          </a:xfrm>
          <a:prstGeom prst="rect">
            <a:avLst/>
          </a:prstGeom>
          <a:noFill/>
          <a:ln/>
        </p:spPr>
        <p:txBody>
          <a:bodyPr wrap="square" lIns="0" tIns="0" rIns="0" bIns="0" rtlCol="0" anchor="t"/>
          <a:lstStyle/>
          <a:p>
            <a:pPr indent="0" marL="0">
              <a:buNone/>
            </a:pPr>
            <a:r>
              <a:rPr lang="en-US" sz="1350" dirty="0">
                <a:solidFill>
                  <a:srgbClr val="333333"/>
                </a:solidFill>
                <a:latin typeface="Arial" pitchFamily="34" charset="0"/>
                <a:ea typeface="Arial" pitchFamily="34" charset="-122"/>
                <a:cs typeface="Arial" pitchFamily="34" charset="-120"/>
              </a:rPr>
              <a:t>Anote la fuente, el número de datos y el ajuste en NOTAS.</a:t>
            </a:r>
            <a:endParaRPr lang="en-US" sz="1350" dirty="0"/>
          </a:p>
        </p:txBody>
      </p:sp>
      <p:sp>
        <p:nvSpPr>
          <p:cNvPr id="26" name="Text 24"/>
          <p:cNvSpPr txBox="1"/>
          <p:nvPr/>
        </p:nvSpPr>
        <p:spPr>
          <a:xfrm>
            <a:off x="548640" y="6400800"/>
            <a:ext cx="10362895" cy="320040"/>
          </a:xfrm>
          <a:prstGeom prst="rect">
            <a:avLst/>
          </a:prstGeom>
          <a:noFill/>
          <a:ln/>
        </p:spPr>
        <p:txBody>
          <a:bodyPr wrap="square" lIns="0" tIns="0" rIns="0" bIns="0" rtlCol="0" anchor="t"/>
          <a:lstStyle/>
          <a:p>
            <a:pPr indent="0" marL="0">
              <a:buNone/>
            </a:pPr>
            <a:r>
              <a:rPr lang="en-US" sz="1000" i="1" dirty="0">
                <a:solidFill>
                  <a:srgbClr val="6B6B6B"/>
                </a:solidFill>
                <a:latin typeface="Arial" pitchFamily="34" charset="0"/>
                <a:ea typeface="Arial" pitchFamily="34" charset="-122"/>
                <a:cs typeface="Arial" pitchFamily="34" charset="-120"/>
              </a:rPr>
              <a:t>Con pocos datos (menos de 15), prefiera PERT usando el mínimo, el valor más frecuente y el máximo observados, ampliados con criterio experto.</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36</a:t>
            </a:r>
            <a:endParaRPr lang="en-US" sz="1000" dirty="0"/>
          </a:p>
        </p:txBody>
      </p:sp>
      <p:sp>
        <p:nvSpPr>
          <p:cNvPr id="3"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400" b="1" spc="300" kern="0" dirty="0">
                <a:solidFill>
                  <a:srgbClr val="FFA028"/>
                </a:solidFill>
                <a:latin typeface="Arial" pitchFamily="34" charset="0"/>
                <a:ea typeface="Arial" pitchFamily="34" charset="-122"/>
                <a:cs typeface="Arial" pitchFamily="34" charset="-120"/>
              </a:rPr>
              <a:t>PARTE 5</a:t>
            </a:r>
            <a:endParaRPr lang="en-US" sz="1400" dirty="0"/>
          </a:p>
        </p:txBody>
      </p:sp>
      <p:sp>
        <p:nvSpPr>
          <p:cNvPr id="4" name="Text 2"/>
          <p:cNvSpPr txBox="1"/>
          <p:nvPr/>
        </p:nvSpPr>
        <p:spPr>
          <a:xfrm>
            <a:off x="548640" y="187452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Las 20 distribuciones</a:t>
            </a:r>
            <a:endParaRPr lang="en-US" sz="3800" dirty="0"/>
          </a:p>
        </p:txBody>
      </p:sp>
      <p:sp>
        <p:nvSpPr>
          <p:cNvPr id="5" name="Text 3"/>
          <p:cNvSpPr txBox="1"/>
          <p:nvPr/>
        </p:nvSpPr>
        <p:spPr>
          <a:xfrm>
            <a:off x="548640" y="2743200"/>
            <a:ext cx="10515600" cy="731520"/>
          </a:xfrm>
          <a:prstGeom prst="rect">
            <a:avLst/>
          </a:prstGeom>
          <a:noFill/>
          <a:ln/>
        </p:spPr>
        <p:txBody>
          <a:bodyPr wrap="square" lIns="0" tIns="0" rIns="0" bIns="0" rtlCol="0" anchor="t"/>
          <a:lstStyle/>
          <a:p>
            <a:pPr indent="0" marL="0">
              <a:buNone/>
            </a:pPr>
            <a:r>
              <a:rPr lang="en-US" sz="1700" dirty="0">
                <a:solidFill>
                  <a:srgbClr val="EDEDED"/>
                </a:solidFill>
                <a:latin typeface="Arial" pitchFamily="34" charset="0"/>
                <a:ea typeface="Arial" pitchFamily="34" charset="-122"/>
                <a:cs typeface="Arial" pitchFamily="34" charset="-120"/>
              </a:rPr>
              <a:t>Una lámina por distribución: cuándo usarla, qué va en P1…P4, un ejemplo de obra con su lectura y los cuidados.</a:t>
            </a:r>
            <a:endParaRPr lang="en-US" sz="1700" dirty="0"/>
          </a:p>
        </p:txBody>
      </p:sp>
      <p:sp>
        <p:nvSpPr>
          <p:cNvPr id="6" name="Shape 4"/>
          <p:cNvSpPr/>
          <p:nvPr/>
        </p:nvSpPr>
        <p:spPr>
          <a:xfrm>
            <a:off x="548640" y="3749040"/>
            <a:ext cx="329184" cy="329184"/>
          </a:xfrm>
          <a:prstGeom prst="ellipse">
            <a:avLst/>
          </a:prstGeom>
          <a:solidFill>
            <a:srgbClr val="FFA028"/>
          </a:solidFill>
          <a:ln w="12700">
            <a:solidFill>
              <a:srgbClr val="FFA028"/>
            </a:solidFill>
            <a:prstDash val="solid"/>
          </a:ln>
        </p:spPr>
      </p:sp>
      <p:sp>
        <p:nvSpPr>
          <p:cNvPr id="7" name="Text 5"/>
          <p:cNvSpPr txBox="1"/>
          <p:nvPr/>
        </p:nvSpPr>
        <p:spPr>
          <a:xfrm>
            <a:off x="548640" y="3749040"/>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051560" y="3749040"/>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Simples y de tres puntos</a:t>
            </a:r>
            <a:endParaRPr lang="en-US" sz="1400" dirty="0"/>
          </a:p>
        </p:txBody>
      </p:sp>
      <p:sp>
        <p:nvSpPr>
          <p:cNvPr id="9" name="Shape 7"/>
          <p:cNvSpPr/>
          <p:nvPr/>
        </p:nvSpPr>
        <p:spPr>
          <a:xfrm>
            <a:off x="548640" y="4224528"/>
            <a:ext cx="329184" cy="329184"/>
          </a:xfrm>
          <a:prstGeom prst="ellipse">
            <a:avLst/>
          </a:prstGeom>
          <a:solidFill>
            <a:srgbClr val="FFA028"/>
          </a:solidFill>
          <a:ln w="12700">
            <a:solidFill>
              <a:srgbClr val="FFA028"/>
            </a:solidFill>
            <a:prstDash val="solid"/>
          </a:ln>
        </p:spPr>
      </p:sp>
      <p:sp>
        <p:nvSpPr>
          <p:cNvPr id="10" name="Text 8"/>
          <p:cNvSpPr txBox="1"/>
          <p:nvPr/>
        </p:nvSpPr>
        <p:spPr>
          <a:xfrm>
            <a:off x="548640" y="4224528"/>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051560" y="4224528"/>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Control de forma</a:t>
            </a:r>
            <a:endParaRPr lang="en-US" sz="1400" dirty="0"/>
          </a:p>
        </p:txBody>
      </p:sp>
      <p:sp>
        <p:nvSpPr>
          <p:cNvPr id="12" name="Shape 10"/>
          <p:cNvSpPr/>
          <p:nvPr/>
        </p:nvSpPr>
        <p:spPr>
          <a:xfrm>
            <a:off x="548640" y="4700016"/>
            <a:ext cx="329184" cy="329184"/>
          </a:xfrm>
          <a:prstGeom prst="ellipse">
            <a:avLst/>
          </a:prstGeom>
          <a:solidFill>
            <a:srgbClr val="FFA028"/>
          </a:solidFill>
          <a:ln w="12700">
            <a:solidFill>
              <a:srgbClr val="FFA028"/>
            </a:solidFill>
            <a:prstDash val="solid"/>
          </a:ln>
        </p:spPr>
      </p:sp>
      <p:sp>
        <p:nvSpPr>
          <p:cNvPr id="13" name="Text 11"/>
          <p:cNvSpPr txBox="1"/>
          <p:nvPr/>
        </p:nvSpPr>
        <p:spPr>
          <a:xfrm>
            <a:off x="548640" y="4700016"/>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3</a:t>
            </a:r>
            <a:endParaRPr lang="en-US" sz="1100" dirty="0"/>
          </a:p>
        </p:txBody>
      </p:sp>
      <p:sp>
        <p:nvSpPr>
          <p:cNvPr id="14" name="Text 12"/>
          <p:cNvSpPr txBox="1"/>
          <p:nvPr/>
        </p:nvSpPr>
        <p:spPr>
          <a:xfrm>
            <a:off x="1051560" y="4700016"/>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Simétricas y sesgadas</a:t>
            </a:r>
            <a:endParaRPr lang="en-US" sz="1400" dirty="0"/>
          </a:p>
        </p:txBody>
      </p:sp>
      <p:sp>
        <p:nvSpPr>
          <p:cNvPr id="15" name="Shape 13"/>
          <p:cNvSpPr/>
          <p:nvPr/>
        </p:nvSpPr>
        <p:spPr>
          <a:xfrm>
            <a:off x="548640" y="5175504"/>
            <a:ext cx="329184" cy="329184"/>
          </a:xfrm>
          <a:prstGeom prst="ellipse">
            <a:avLst/>
          </a:prstGeom>
          <a:solidFill>
            <a:srgbClr val="FFA028"/>
          </a:solidFill>
          <a:ln w="12700">
            <a:solidFill>
              <a:srgbClr val="FFA028"/>
            </a:solidFill>
            <a:prstDash val="solid"/>
          </a:ln>
        </p:spPr>
      </p:sp>
      <p:sp>
        <p:nvSpPr>
          <p:cNvPr id="16" name="Text 14"/>
          <p:cNvSpPr txBox="1"/>
          <p:nvPr/>
        </p:nvSpPr>
        <p:spPr>
          <a:xfrm>
            <a:off x="548640" y="5175504"/>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4</a:t>
            </a:r>
            <a:endParaRPr lang="en-US" sz="1100" dirty="0"/>
          </a:p>
        </p:txBody>
      </p:sp>
      <p:sp>
        <p:nvSpPr>
          <p:cNvPr id="17" name="Text 15"/>
          <p:cNvSpPr txBox="1"/>
          <p:nvPr/>
        </p:nvSpPr>
        <p:spPr>
          <a:xfrm>
            <a:off x="1051560" y="5175504"/>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Extremos, conteos y escenarios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MAPA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Mapa de las 20 distribuciones por familias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Todas están en el menú de cada columna DIST_. Las de juicio experto son las más usadas.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37</a:t>
            </a:r>
            <a:endParaRPr lang="en-US" sz="1000" dirty="0"/>
          </a:p>
        </p:txBody>
      </p:sp>
      <p:sp>
        <p:nvSpPr>
          <p:cNvPr id="6" name="Shape 4"/>
          <p:cNvSpPr/>
          <p:nvPr/>
        </p:nvSpPr>
        <p:spPr>
          <a:xfrm>
            <a:off x="548640" y="1965960"/>
            <a:ext cx="11094415" cy="512064"/>
          </a:xfrm>
          <a:prstGeom prst="roundRect">
            <a:avLst>
              <a:gd name="adj" fmla="val 14286"/>
            </a:avLst>
          </a:prstGeom>
          <a:solidFill>
            <a:srgbClr val="FFF0D6"/>
          </a:solidFill>
          <a:ln w="12700">
            <a:solidFill>
              <a:srgbClr val="FFF0D6"/>
            </a:solidFill>
            <a:prstDash val="solid"/>
          </a:ln>
        </p:spPr>
      </p:sp>
      <p:sp>
        <p:nvSpPr>
          <p:cNvPr id="7" name="Text 5"/>
          <p:cNvSpPr txBox="1"/>
          <p:nvPr/>
        </p:nvSpPr>
        <p:spPr>
          <a:xfrm>
            <a:off x="731520" y="1965960"/>
            <a:ext cx="2286000" cy="512064"/>
          </a:xfrm>
          <a:prstGeom prst="rect">
            <a:avLst/>
          </a:prstGeom>
          <a:noFill/>
          <a:ln/>
        </p:spPr>
        <p:txBody>
          <a:bodyPr wrap="square" lIns="0" tIns="0" rIns="0" bIns="0" rtlCol="0" anchor="ctr"/>
          <a:lstStyle/>
          <a:p>
            <a:pPr indent="0" marL="0">
              <a:buNone/>
            </a:pPr>
            <a:r>
              <a:rPr lang="en-US" sz="1450" b="1" dirty="0">
                <a:solidFill>
                  <a:srgbClr val="000000"/>
                </a:solidFill>
                <a:latin typeface="Arial" pitchFamily="34" charset="0"/>
                <a:ea typeface="Arial" pitchFamily="34" charset="-122"/>
                <a:cs typeface="Arial" pitchFamily="34" charset="-120"/>
              </a:rPr>
              <a:t>Simples</a:t>
            </a:r>
            <a:endParaRPr lang="en-US" sz="1450" dirty="0"/>
          </a:p>
        </p:txBody>
      </p:sp>
      <p:sp>
        <p:nvSpPr>
          <p:cNvPr id="8" name="Text 6"/>
          <p:cNvSpPr txBox="1"/>
          <p:nvPr/>
        </p:nvSpPr>
        <p:spPr>
          <a:xfrm>
            <a:off x="3108960" y="1965960"/>
            <a:ext cx="5120640" cy="512064"/>
          </a:xfrm>
          <a:prstGeom prst="rect">
            <a:avLst/>
          </a:prstGeom>
          <a:noFill/>
          <a:ln/>
        </p:spPr>
        <p:txBody>
          <a:bodyPr wrap="square" lIns="0" tIns="0" rIns="0" bIns="0" rtlCol="0" anchor="ctr"/>
          <a:lstStyle/>
          <a:p>
            <a:pPr indent="0" marL="0">
              <a:buNone/>
            </a:pPr>
            <a:r>
              <a:rPr lang="en-US" sz="1350" b="1" dirty="0">
                <a:solidFill>
                  <a:srgbClr val="333333"/>
                </a:solidFill>
                <a:latin typeface="Arial" pitchFamily="34" charset="0"/>
                <a:ea typeface="Arial" pitchFamily="34" charset="-122"/>
                <a:cs typeface="Arial" pitchFamily="34" charset="-120"/>
              </a:rPr>
              <a:t>CONSTANTE · UNIFORME · DISCRETA · DISCRETA_UNIFORME</a:t>
            </a:r>
            <a:endParaRPr lang="en-US" sz="1350" dirty="0"/>
          </a:p>
        </p:txBody>
      </p:sp>
      <p:sp>
        <p:nvSpPr>
          <p:cNvPr id="9" name="Text 7"/>
          <p:cNvSpPr txBox="1"/>
          <p:nvPr/>
        </p:nvSpPr>
        <p:spPr>
          <a:xfrm>
            <a:off x="8321040" y="1965960"/>
            <a:ext cx="3200400" cy="5120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Valor fijo, rango o escenarios.</a:t>
            </a:r>
            <a:endParaRPr lang="en-US" sz="1300" dirty="0"/>
          </a:p>
        </p:txBody>
      </p:sp>
      <p:sp>
        <p:nvSpPr>
          <p:cNvPr id="10" name="Shape 8"/>
          <p:cNvSpPr/>
          <p:nvPr/>
        </p:nvSpPr>
        <p:spPr>
          <a:xfrm>
            <a:off x="548640" y="2569464"/>
            <a:ext cx="11094415" cy="512064"/>
          </a:xfrm>
          <a:prstGeom prst="roundRect">
            <a:avLst>
              <a:gd name="adj" fmla="val 14286"/>
            </a:avLst>
          </a:prstGeom>
          <a:solidFill>
            <a:srgbClr val="FFA028"/>
          </a:solidFill>
          <a:ln w="12700">
            <a:solidFill>
              <a:srgbClr val="FFA028"/>
            </a:solidFill>
            <a:prstDash val="solid"/>
          </a:ln>
        </p:spPr>
      </p:sp>
      <p:sp>
        <p:nvSpPr>
          <p:cNvPr id="11" name="Text 9"/>
          <p:cNvSpPr txBox="1"/>
          <p:nvPr/>
        </p:nvSpPr>
        <p:spPr>
          <a:xfrm>
            <a:off x="731520" y="2569464"/>
            <a:ext cx="2286000" cy="512064"/>
          </a:xfrm>
          <a:prstGeom prst="rect">
            <a:avLst/>
          </a:prstGeom>
          <a:noFill/>
          <a:ln/>
        </p:spPr>
        <p:txBody>
          <a:bodyPr wrap="square" lIns="0" tIns="0" rIns="0" bIns="0" rtlCol="0" anchor="ctr"/>
          <a:lstStyle/>
          <a:p>
            <a:pPr indent="0" marL="0">
              <a:buNone/>
            </a:pPr>
            <a:r>
              <a:rPr lang="en-US" sz="1450" b="1" dirty="0">
                <a:solidFill>
                  <a:srgbClr val="000000"/>
                </a:solidFill>
                <a:latin typeface="Arial" pitchFamily="34" charset="0"/>
                <a:ea typeface="Arial" pitchFamily="34" charset="-122"/>
                <a:cs typeface="Arial" pitchFamily="34" charset="-120"/>
              </a:rPr>
              <a:t>Tres puntos</a:t>
            </a:r>
            <a:endParaRPr lang="en-US" sz="1450" dirty="0"/>
          </a:p>
        </p:txBody>
      </p:sp>
      <p:sp>
        <p:nvSpPr>
          <p:cNvPr id="12" name="Text 10"/>
          <p:cNvSpPr txBox="1"/>
          <p:nvPr/>
        </p:nvSpPr>
        <p:spPr>
          <a:xfrm>
            <a:off x="3108960" y="2569464"/>
            <a:ext cx="5120640" cy="512064"/>
          </a:xfrm>
          <a:prstGeom prst="rect">
            <a:avLst/>
          </a:prstGeom>
          <a:noFill/>
          <a:ln/>
        </p:spPr>
        <p:txBody>
          <a:bodyPr wrap="square" lIns="0" tIns="0" rIns="0" bIns="0" rtlCol="0" anchor="ctr"/>
          <a:lstStyle/>
          <a:p>
            <a:pPr indent="0" marL="0">
              <a:buNone/>
            </a:pPr>
            <a:r>
              <a:rPr lang="en-US" sz="1350" b="1" dirty="0">
                <a:solidFill>
                  <a:srgbClr val="333333"/>
                </a:solidFill>
                <a:latin typeface="Arial" pitchFamily="34" charset="0"/>
                <a:ea typeface="Arial" pitchFamily="34" charset="-122"/>
                <a:cs typeface="Arial" pitchFamily="34" charset="-120"/>
              </a:rPr>
              <a:t>TRIANGULAR · PERT · TRIGEN</a:t>
            </a:r>
            <a:endParaRPr lang="en-US" sz="1350" dirty="0"/>
          </a:p>
        </p:txBody>
      </p:sp>
      <p:sp>
        <p:nvSpPr>
          <p:cNvPr id="13" name="Text 11"/>
          <p:cNvSpPr txBox="1"/>
          <p:nvPr/>
        </p:nvSpPr>
        <p:spPr>
          <a:xfrm>
            <a:off x="8321040" y="2569464"/>
            <a:ext cx="3200400" cy="5120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Mínimo, más probable y máximo (o P10 / P90).</a:t>
            </a:r>
            <a:endParaRPr lang="en-US" sz="1300" dirty="0"/>
          </a:p>
        </p:txBody>
      </p:sp>
      <p:sp>
        <p:nvSpPr>
          <p:cNvPr id="14" name="Shape 12"/>
          <p:cNvSpPr/>
          <p:nvPr/>
        </p:nvSpPr>
        <p:spPr>
          <a:xfrm>
            <a:off x="548640" y="3172968"/>
            <a:ext cx="11094415" cy="512064"/>
          </a:xfrm>
          <a:prstGeom prst="roundRect">
            <a:avLst>
              <a:gd name="adj" fmla="val 14286"/>
            </a:avLst>
          </a:prstGeom>
          <a:solidFill>
            <a:srgbClr val="FFF0D6"/>
          </a:solidFill>
          <a:ln w="12700">
            <a:solidFill>
              <a:srgbClr val="FFF0D6"/>
            </a:solidFill>
            <a:prstDash val="solid"/>
          </a:ln>
        </p:spPr>
      </p:sp>
      <p:sp>
        <p:nvSpPr>
          <p:cNvPr id="15" name="Text 13"/>
          <p:cNvSpPr txBox="1"/>
          <p:nvPr/>
        </p:nvSpPr>
        <p:spPr>
          <a:xfrm>
            <a:off x="731520" y="3172968"/>
            <a:ext cx="2286000" cy="512064"/>
          </a:xfrm>
          <a:prstGeom prst="rect">
            <a:avLst/>
          </a:prstGeom>
          <a:noFill/>
          <a:ln/>
        </p:spPr>
        <p:txBody>
          <a:bodyPr wrap="square" lIns="0" tIns="0" rIns="0" bIns="0" rtlCol="0" anchor="ctr"/>
          <a:lstStyle/>
          <a:p>
            <a:pPr indent="0" marL="0">
              <a:buNone/>
            </a:pPr>
            <a:r>
              <a:rPr lang="en-US" sz="1450" b="1" dirty="0">
                <a:solidFill>
                  <a:srgbClr val="000000"/>
                </a:solidFill>
                <a:latin typeface="Arial" pitchFamily="34" charset="0"/>
                <a:ea typeface="Arial" pitchFamily="34" charset="-122"/>
                <a:cs typeface="Arial" pitchFamily="34" charset="-120"/>
              </a:rPr>
              <a:t>Control de forma</a:t>
            </a:r>
            <a:endParaRPr lang="en-US" sz="1450" dirty="0"/>
          </a:p>
        </p:txBody>
      </p:sp>
      <p:sp>
        <p:nvSpPr>
          <p:cNvPr id="16" name="Text 14"/>
          <p:cNvSpPr txBox="1"/>
          <p:nvPr/>
        </p:nvSpPr>
        <p:spPr>
          <a:xfrm>
            <a:off x="3108960" y="3172968"/>
            <a:ext cx="5120640" cy="512064"/>
          </a:xfrm>
          <a:prstGeom prst="rect">
            <a:avLst/>
          </a:prstGeom>
          <a:noFill/>
          <a:ln/>
        </p:spPr>
        <p:txBody>
          <a:bodyPr wrap="square" lIns="0" tIns="0" rIns="0" bIns="0" rtlCol="0" anchor="ctr"/>
          <a:lstStyle/>
          <a:p>
            <a:pPr indent="0" marL="0">
              <a:buNone/>
            </a:pPr>
            <a:r>
              <a:rPr lang="en-US" sz="1350" b="1" dirty="0">
                <a:solidFill>
                  <a:srgbClr val="333333"/>
                </a:solidFill>
                <a:latin typeface="Arial" pitchFamily="34" charset="0"/>
                <a:ea typeface="Arial" pitchFamily="34" charset="-122"/>
                <a:cs typeface="Arial" pitchFamily="34" charset="-120"/>
              </a:rPr>
              <a:t>PERT_MODIFICADA · BETA_GENERAL</a:t>
            </a:r>
            <a:endParaRPr lang="en-US" sz="1350" dirty="0"/>
          </a:p>
        </p:txBody>
      </p:sp>
      <p:sp>
        <p:nvSpPr>
          <p:cNvPr id="17" name="Text 15"/>
          <p:cNvSpPr txBox="1"/>
          <p:nvPr/>
        </p:nvSpPr>
        <p:spPr>
          <a:xfrm>
            <a:off x="8321040" y="3172968"/>
            <a:ext cx="3200400" cy="5120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Rango con concentración ajustable.</a:t>
            </a:r>
            <a:endParaRPr lang="en-US" sz="1300" dirty="0"/>
          </a:p>
        </p:txBody>
      </p:sp>
      <p:sp>
        <p:nvSpPr>
          <p:cNvPr id="18" name="Shape 16"/>
          <p:cNvSpPr/>
          <p:nvPr/>
        </p:nvSpPr>
        <p:spPr>
          <a:xfrm>
            <a:off x="548640" y="3776472"/>
            <a:ext cx="11094415" cy="512064"/>
          </a:xfrm>
          <a:prstGeom prst="roundRect">
            <a:avLst>
              <a:gd name="adj" fmla="val 14286"/>
            </a:avLst>
          </a:prstGeom>
          <a:solidFill>
            <a:srgbClr val="FFF7EB"/>
          </a:solidFill>
          <a:ln w="12700">
            <a:solidFill>
              <a:srgbClr val="FFF7EB"/>
            </a:solidFill>
            <a:prstDash val="solid"/>
          </a:ln>
        </p:spPr>
      </p:sp>
      <p:sp>
        <p:nvSpPr>
          <p:cNvPr id="19" name="Text 17"/>
          <p:cNvSpPr txBox="1"/>
          <p:nvPr/>
        </p:nvSpPr>
        <p:spPr>
          <a:xfrm>
            <a:off x="731520" y="3776472"/>
            <a:ext cx="2286000" cy="512064"/>
          </a:xfrm>
          <a:prstGeom prst="rect">
            <a:avLst/>
          </a:prstGeom>
          <a:noFill/>
          <a:ln/>
        </p:spPr>
        <p:txBody>
          <a:bodyPr wrap="square" lIns="0" tIns="0" rIns="0" bIns="0" rtlCol="0" anchor="ctr"/>
          <a:lstStyle/>
          <a:p>
            <a:pPr indent="0" marL="0">
              <a:buNone/>
            </a:pPr>
            <a:r>
              <a:rPr lang="en-US" sz="1450" b="1" dirty="0">
                <a:solidFill>
                  <a:srgbClr val="000000"/>
                </a:solidFill>
                <a:latin typeface="Arial" pitchFamily="34" charset="0"/>
                <a:ea typeface="Arial" pitchFamily="34" charset="-122"/>
                <a:cs typeface="Arial" pitchFamily="34" charset="-120"/>
              </a:rPr>
              <a:t>Simétricas</a:t>
            </a:r>
            <a:endParaRPr lang="en-US" sz="1450" dirty="0"/>
          </a:p>
        </p:txBody>
      </p:sp>
      <p:sp>
        <p:nvSpPr>
          <p:cNvPr id="20" name="Text 18"/>
          <p:cNvSpPr txBox="1"/>
          <p:nvPr/>
        </p:nvSpPr>
        <p:spPr>
          <a:xfrm>
            <a:off x="3108960" y="3776472"/>
            <a:ext cx="5120640" cy="512064"/>
          </a:xfrm>
          <a:prstGeom prst="rect">
            <a:avLst/>
          </a:prstGeom>
          <a:noFill/>
          <a:ln/>
        </p:spPr>
        <p:txBody>
          <a:bodyPr wrap="square" lIns="0" tIns="0" rIns="0" bIns="0" rtlCol="0" anchor="ctr"/>
          <a:lstStyle/>
          <a:p>
            <a:pPr indent="0" marL="0">
              <a:buNone/>
            </a:pPr>
            <a:r>
              <a:rPr lang="en-US" sz="1350" b="1" dirty="0">
                <a:solidFill>
                  <a:srgbClr val="333333"/>
                </a:solidFill>
                <a:latin typeface="Arial" pitchFamily="34" charset="0"/>
                <a:ea typeface="Arial" pitchFamily="34" charset="-122"/>
                <a:cs typeface="Arial" pitchFamily="34" charset="-120"/>
              </a:rPr>
              <a:t>NORMAL · NORMAL_TRUNCADA · LOGISTICA</a:t>
            </a:r>
            <a:endParaRPr lang="en-US" sz="1350" dirty="0"/>
          </a:p>
        </p:txBody>
      </p:sp>
      <p:sp>
        <p:nvSpPr>
          <p:cNvPr id="21" name="Text 19"/>
          <p:cNvSpPr txBox="1"/>
          <p:nvPr/>
        </p:nvSpPr>
        <p:spPr>
          <a:xfrm>
            <a:off x="8321040" y="3776472"/>
            <a:ext cx="3200400" cy="5120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Variación pareja alrededor de un promedio.</a:t>
            </a:r>
            <a:endParaRPr lang="en-US" sz="1300" dirty="0"/>
          </a:p>
        </p:txBody>
      </p:sp>
      <p:sp>
        <p:nvSpPr>
          <p:cNvPr id="22" name="Shape 20"/>
          <p:cNvSpPr/>
          <p:nvPr/>
        </p:nvSpPr>
        <p:spPr>
          <a:xfrm>
            <a:off x="548640" y="4379976"/>
            <a:ext cx="11094415" cy="512064"/>
          </a:xfrm>
          <a:prstGeom prst="roundRect">
            <a:avLst>
              <a:gd name="adj" fmla="val 14286"/>
            </a:avLst>
          </a:prstGeom>
          <a:solidFill>
            <a:srgbClr val="FFF7EB"/>
          </a:solidFill>
          <a:ln w="12700">
            <a:solidFill>
              <a:srgbClr val="FFF7EB"/>
            </a:solidFill>
            <a:prstDash val="solid"/>
          </a:ln>
        </p:spPr>
      </p:sp>
      <p:sp>
        <p:nvSpPr>
          <p:cNvPr id="23" name="Text 21"/>
          <p:cNvSpPr txBox="1"/>
          <p:nvPr/>
        </p:nvSpPr>
        <p:spPr>
          <a:xfrm>
            <a:off x="731520" y="4379976"/>
            <a:ext cx="2286000" cy="512064"/>
          </a:xfrm>
          <a:prstGeom prst="rect">
            <a:avLst/>
          </a:prstGeom>
          <a:noFill/>
          <a:ln/>
        </p:spPr>
        <p:txBody>
          <a:bodyPr wrap="square" lIns="0" tIns="0" rIns="0" bIns="0" rtlCol="0" anchor="ctr"/>
          <a:lstStyle/>
          <a:p>
            <a:pPr indent="0" marL="0">
              <a:buNone/>
            </a:pPr>
            <a:r>
              <a:rPr lang="en-US" sz="1450" b="1" dirty="0">
                <a:solidFill>
                  <a:srgbClr val="000000"/>
                </a:solidFill>
                <a:latin typeface="Arial" pitchFamily="34" charset="0"/>
                <a:ea typeface="Arial" pitchFamily="34" charset="-122"/>
                <a:cs typeface="Arial" pitchFamily="34" charset="-120"/>
              </a:rPr>
              <a:t>Sesgadas positivas</a:t>
            </a:r>
            <a:endParaRPr lang="en-US" sz="1450" dirty="0"/>
          </a:p>
        </p:txBody>
      </p:sp>
      <p:sp>
        <p:nvSpPr>
          <p:cNvPr id="24" name="Text 22"/>
          <p:cNvSpPr txBox="1"/>
          <p:nvPr/>
        </p:nvSpPr>
        <p:spPr>
          <a:xfrm>
            <a:off x="3108960" y="4379976"/>
            <a:ext cx="5120640" cy="512064"/>
          </a:xfrm>
          <a:prstGeom prst="rect">
            <a:avLst/>
          </a:prstGeom>
          <a:noFill/>
          <a:ln/>
        </p:spPr>
        <p:txBody>
          <a:bodyPr wrap="square" lIns="0" tIns="0" rIns="0" bIns="0" rtlCol="0" anchor="ctr"/>
          <a:lstStyle/>
          <a:p>
            <a:pPr indent="0" marL="0">
              <a:buNone/>
            </a:pPr>
            <a:r>
              <a:rPr lang="en-US" sz="1350" b="1" dirty="0">
                <a:solidFill>
                  <a:srgbClr val="333333"/>
                </a:solidFill>
                <a:latin typeface="Arial" pitchFamily="34" charset="0"/>
                <a:ea typeface="Arial" pitchFamily="34" charset="-122"/>
                <a:cs typeface="Arial" pitchFamily="34" charset="-120"/>
              </a:rPr>
              <a:t>LOGNORMAL · GAMMA · WEIBULL · EXPONENCIAL</a:t>
            </a:r>
            <a:endParaRPr lang="en-US" sz="1350" dirty="0"/>
          </a:p>
        </p:txBody>
      </p:sp>
      <p:sp>
        <p:nvSpPr>
          <p:cNvPr id="25" name="Text 23"/>
          <p:cNvSpPr txBox="1"/>
          <p:nvPr/>
        </p:nvSpPr>
        <p:spPr>
          <a:xfrm>
            <a:off x="8321040" y="4379976"/>
            <a:ext cx="3200400" cy="5120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Nunca negativas, cola derecha.</a:t>
            </a:r>
            <a:endParaRPr lang="en-US" sz="1300" dirty="0"/>
          </a:p>
        </p:txBody>
      </p:sp>
      <p:sp>
        <p:nvSpPr>
          <p:cNvPr id="26" name="Shape 24"/>
          <p:cNvSpPr/>
          <p:nvPr/>
        </p:nvSpPr>
        <p:spPr>
          <a:xfrm>
            <a:off x="548640" y="4983480"/>
            <a:ext cx="11094415" cy="512064"/>
          </a:xfrm>
          <a:prstGeom prst="roundRect">
            <a:avLst>
              <a:gd name="adj" fmla="val 14286"/>
            </a:avLst>
          </a:prstGeom>
          <a:solidFill>
            <a:srgbClr val="FFF7EB"/>
          </a:solidFill>
          <a:ln w="12700">
            <a:solidFill>
              <a:srgbClr val="FFF7EB"/>
            </a:solidFill>
            <a:prstDash val="solid"/>
          </a:ln>
        </p:spPr>
      </p:sp>
      <p:sp>
        <p:nvSpPr>
          <p:cNvPr id="27" name="Text 25"/>
          <p:cNvSpPr txBox="1"/>
          <p:nvPr/>
        </p:nvSpPr>
        <p:spPr>
          <a:xfrm>
            <a:off x="731520" y="4983480"/>
            <a:ext cx="2286000" cy="512064"/>
          </a:xfrm>
          <a:prstGeom prst="rect">
            <a:avLst/>
          </a:prstGeom>
          <a:noFill/>
          <a:ln/>
        </p:spPr>
        <p:txBody>
          <a:bodyPr wrap="square" lIns="0" tIns="0" rIns="0" bIns="0" rtlCol="0" anchor="ctr"/>
          <a:lstStyle/>
          <a:p>
            <a:pPr indent="0" marL="0">
              <a:buNone/>
            </a:pPr>
            <a:r>
              <a:rPr lang="en-US" sz="1450" b="1" dirty="0">
                <a:solidFill>
                  <a:srgbClr val="000000"/>
                </a:solidFill>
                <a:latin typeface="Arial" pitchFamily="34" charset="0"/>
                <a:ea typeface="Arial" pitchFamily="34" charset="-122"/>
                <a:cs typeface="Arial" pitchFamily="34" charset="-120"/>
              </a:rPr>
              <a:t>Extremos</a:t>
            </a:r>
            <a:endParaRPr lang="en-US" sz="1450" dirty="0"/>
          </a:p>
        </p:txBody>
      </p:sp>
      <p:sp>
        <p:nvSpPr>
          <p:cNvPr id="28" name="Text 26"/>
          <p:cNvSpPr txBox="1"/>
          <p:nvPr/>
        </p:nvSpPr>
        <p:spPr>
          <a:xfrm>
            <a:off x="3108960" y="4983480"/>
            <a:ext cx="5120640" cy="512064"/>
          </a:xfrm>
          <a:prstGeom prst="rect">
            <a:avLst/>
          </a:prstGeom>
          <a:noFill/>
          <a:ln/>
        </p:spPr>
        <p:txBody>
          <a:bodyPr wrap="square" lIns="0" tIns="0" rIns="0" bIns="0" rtlCol="0" anchor="ctr"/>
          <a:lstStyle/>
          <a:p>
            <a:pPr indent="0" marL="0">
              <a:buNone/>
            </a:pPr>
            <a:r>
              <a:rPr lang="en-US" sz="1350" b="1" dirty="0">
                <a:solidFill>
                  <a:srgbClr val="333333"/>
                </a:solidFill>
                <a:latin typeface="Arial" pitchFamily="34" charset="0"/>
                <a:ea typeface="Arial" pitchFamily="34" charset="-122"/>
                <a:cs typeface="Arial" pitchFamily="34" charset="-120"/>
              </a:rPr>
              <a:t>GUMBEL · PARETO</a:t>
            </a:r>
            <a:endParaRPr lang="en-US" sz="1350" dirty="0"/>
          </a:p>
        </p:txBody>
      </p:sp>
      <p:sp>
        <p:nvSpPr>
          <p:cNvPr id="29" name="Text 27"/>
          <p:cNvSpPr txBox="1"/>
          <p:nvPr/>
        </p:nvSpPr>
        <p:spPr>
          <a:xfrm>
            <a:off x="8321040" y="4983480"/>
            <a:ext cx="3200400" cy="5120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Lo raro puede ser enorme.</a:t>
            </a:r>
            <a:endParaRPr lang="en-US" sz="1300" dirty="0"/>
          </a:p>
        </p:txBody>
      </p:sp>
      <p:sp>
        <p:nvSpPr>
          <p:cNvPr id="30" name="Shape 28"/>
          <p:cNvSpPr/>
          <p:nvPr/>
        </p:nvSpPr>
        <p:spPr>
          <a:xfrm>
            <a:off x="548640" y="5586984"/>
            <a:ext cx="11094415" cy="512064"/>
          </a:xfrm>
          <a:prstGeom prst="roundRect">
            <a:avLst>
              <a:gd name="adj" fmla="val 14286"/>
            </a:avLst>
          </a:prstGeom>
          <a:solidFill>
            <a:srgbClr val="FFF7EB"/>
          </a:solidFill>
          <a:ln w="12700">
            <a:solidFill>
              <a:srgbClr val="FFF7EB"/>
            </a:solidFill>
            <a:prstDash val="solid"/>
          </a:ln>
        </p:spPr>
      </p:sp>
      <p:sp>
        <p:nvSpPr>
          <p:cNvPr id="31" name="Text 29"/>
          <p:cNvSpPr txBox="1"/>
          <p:nvPr/>
        </p:nvSpPr>
        <p:spPr>
          <a:xfrm>
            <a:off x="731520" y="5586984"/>
            <a:ext cx="2286000" cy="512064"/>
          </a:xfrm>
          <a:prstGeom prst="rect">
            <a:avLst/>
          </a:prstGeom>
          <a:noFill/>
          <a:ln/>
        </p:spPr>
        <p:txBody>
          <a:bodyPr wrap="square" lIns="0" tIns="0" rIns="0" bIns="0" rtlCol="0" anchor="ctr"/>
          <a:lstStyle/>
          <a:p>
            <a:pPr indent="0" marL="0">
              <a:buNone/>
            </a:pPr>
            <a:r>
              <a:rPr lang="en-US" sz="1450" b="1" dirty="0">
                <a:solidFill>
                  <a:srgbClr val="000000"/>
                </a:solidFill>
                <a:latin typeface="Arial" pitchFamily="34" charset="0"/>
                <a:ea typeface="Arial" pitchFamily="34" charset="-122"/>
                <a:cs typeface="Arial" pitchFamily="34" charset="-120"/>
              </a:rPr>
              <a:t>Conteos</a:t>
            </a:r>
            <a:endParaRPr lang="en-US" sz="1450" dirty="0"/>
          </a:p>
        </p:txBody>
      </p:sp>
      <p:sp>
        <p:nvSpPr>
          <p:cNvPr id="32" name="Text 30"/>
          <p:cNvSpPr txBox="1"/>
          <p:nvPr/>
        </p:nvSpPr>
        <p:spPr>
          <a:xfrm>
            <a:off x="3108960" y="5586984"/>
            <a:ext cx="5120640" cy="512064"/>
          </a:xfrm>
          <a:prstGeom prst="rect">
            <a:avLst/>
          </a:prstGeom>
          <a:noFill/>
          <a:ln/>
        </p:spPr>
        <p:txBody>
          <a:bodyPr wrap="square" lIns="0" tIns="0" rIns="0" bIns="0" rtlCol="0" anchor="ctr"/>
          <a:lstStyle/>
          <a:p>
            <a:pPr indent="0" marL="0">
              <a:buNone/>
            </a:pPr>
            <a:r>
              <a:rPr lang="en-US" sz="1350" b="1" dirty="0">
                <a:solidFill>
                  <a:srgbClr val="333333"/>
                </a:solidFill>
                <a:latin typeface="Arial" pitchFamily="34" charset="0"/>
                <a:ea typeface="Arial" pitchFamily="34" charset="-122"/>
                <a:cs typeface="Arial" pitchFamily="34" charset="-120"/>
              </a:rPr>
              <a:t>POISSON · BINOMIAL</a:t>
            </a:r>
            <a:endParaRPr lang="en-US" sz="1350" dirty="0"/>
          </a:p>
        </p:txBody>
      </p:sp>
      <p:sp>
        <p:nvSpPr>
          <p:cNvPr id="33" name="Text 31"/>
          <p:cNvSpPr txBox="1"/>
          <p:nvPr/>
        </p:nvSpPr>
        <p:spPr>
          <a:xfrm>
            <a:off x="8321040" y="5586984"/>
            <a:ext cx="3200400" cy="5120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Número de eventos.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SIMPLES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CONSTANTE</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El impacto es un valor conocido con certeza SI el riesgo ocurre. La incertidumbre está solo en si ocurre o no.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38</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Multa fija por incumplir un hito, probabilidad 0,30. En el 30 % de las iteraciones aporta S/ 250 000; en el 70 %, cero. VME = S/ 75 000.</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Multas, penalidades o costos contractuales de monto fijo; una tasa o licencia de precio conocido.</a:t>
            </a:r>
            <a:endParaRPr lang="en-US" sz="13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Valor del impacto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250 000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13" name="Shape 9"/>
          <p:cNvSpPr/>
          <p:nvPr/>
        </p:nvSpPr>
        <p:spPr>
          <a:xfrm>
            <a:off x="6583680" y="4370832"/>
            <a:ext cx="5029200" cy="1938528"/>
          </a:xfrm>
          <a:prstGeom prst="roundRect">
            <a:avLst>
              <a:gd name="adj" fmla="val 3774"/>
            </a:avLst>
          </a:prstGeom>
          <a:solidFill>
            <a:srgbClr val="FFF0D6"/>
          </a:solidFill>
          <a:ln w="12700">
            <a:solidFill>
              <a:srgbClr val="FFF0D6"/>
            </a:solidFill>
            <a:prstDash val="solid"/>
          </a:ln>
        </p:spPr>
      </p:sp>
      <p:sp>
        <p:nvSpPr>
          <p:cNvPr id="14" name="Text 10"/>
          <p:cNvSpPr txBox="1"/>
          <p:nvPr/>
        </p:nvSpPr>
        <p:spPr>
          <a:xfrm>
            <a:off x="6766560" y="4443984"/>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4736592"/>
            <a:ext cx="4663440" cy="1527048"/>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Si el monto puede variar (por ejemplo, depende de los días de atraso), no es constante: use PERT o TRIANGULAR. La probabilidad va en su columna, no dentro de P1.</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SIMPLES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UNIFORME</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Todos los valores entre un mínimo y un máximo son igual de probables.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39</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Demora de un permiso municipal: media 25 días, P80 = 34 días. Cualquier valor entre 10 y 40 sale con la misma frecuencia.</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Solo se conoce un rango y NO hay un valor más probable. Es la opción de «máxima ignorancia» dentro de límites.</a:t>
            </a:r>
            <a:endParaRPr lang="en-US" sz="13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Mínimo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Máximo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40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Si el experto sí tiene una idea del valor típico, use PERT: la uniforme da mucho peso a los extremos y suele inflar la contingencia.</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TRES PUNTOS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TRIANGULAR</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Mínimo, más probable y máximo unidos por líneas rectas. Sencilla y fácil de explicar.</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40</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Retraso en aprobación de submittals: media = (10 + 20 + 45) / 3 = 25,0 días; P80 = 31,8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El experto da tres puntos y se quiere una estimación algo conservadora, o se necesita explicarla de forma muy simple.</a:t>
            </a:r>
            <a:endParaRPr lang="en-US" sz="13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Mínimo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Moda (más probable)</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Máximo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45</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13" name="Shape 9"/>
          <p:cNvSpPr/>
          <p:nvPr/>
        </p:nvSpPr>
        <p:spPr>
          <a:xfrm>
            <a:off x="6583680" y="5029200"/>
            <a:ext cx="5029200" cy="1280160"/>
          </a:xfrm>
          <a:prstGeom prst="roundRect">
            <a:avLst>
              <a:gd name="adj" fmla="val 5714"/>
            </a:avLst>
          </a:prstGeom>
          <a:solidFill>
            <a:srgbClr val="FFF0D6"/>
          </a:solidFill>
          <a:ln w="12700">
            <a:solidFill>
              <a:srgbClr val="FFF0D6"/>
            </a:solidFill>
            <a:prstDash val="solid"/>
          </a:ln>
        </p:spPr>
      </p:sp>
      <p:sp>
        <p:nvSpPr>
          <p:cNvPr id="14" name="Text 10"/>
          <p:cNvSpPr txBox="1"/>
          <p:nvPr/>
        </p:nvSpPr>
        <p:spPr>
          <a:xfrm>
            <a:off x="6766560" y="5102352"/>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394960"/>
            <a:ext cx="4663440" cy="86868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Da bastante peso a los extremos: con una cola larga, su media sube más que la de PERT. Debe cumplirse mínimo ≤ moda ≤ máximo (si no, la validación lo marca en rojo).</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TRES PUNTOS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PERT (recomendada)</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Los mismos tres puntos que la triangular, pero con una curva suave que concentra más peso cerca de la moda.</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41</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Sobrecosto por reprocesos: media = (mín + 4·moda + máx) / 6 = S/ 2,80 M; P80 = S/ 3,66 M.</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La opción por defecto para cualquier impacto estimado por un experto con mínimo, más probable y máximo. Costo, plazo y HH.</a:t>
            </a:r>
            <a:endParaRPr lang="en-US" sz="13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Mínimo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800 000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Moda (más probable)</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2 500 000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Máximo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6 000 000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13" name="Shape 9"/>
          <p:cNvSpPr/>
          <p:nvPr/>
        </p:nvSpPr>
        <p:spPr>
          <a:xfrm>
            <a:off x="6583680" y="5029200"/>
            <a:ext cx="5029200" cy="1280160"/>
          </a:xfrm>
          <a:prstGeom prst="roundRect">
            <a:avLst>
              <a:gd name="adj" fmla="val 5714"/>
            </a:avLst>
          </a:prstGeom>
          <a:solidFill>
            <a:srgbClr val="FFF0D6"/>
          </a:solidFill>
          <a:ln w="12700">
            <a:solidFill>
              <a:srgbClr val="FFF0D6"/>
            </a:solidFill>
            <a:prstDash val="solid"/>
          </a:ln>
        </p:spPr>
      </p:sp>
      <p:sp>
        <p:nvSpPr>
          <p:cNvPr id="14" name="Text 10"/>
          <p:cNvSpPr txBox="1"/>
          <p:nvPr/>
        </p:nvSpPr>
        <p:spPr>
          <a:xfrm>
            <a:off x="6766560" y="5102352"/>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394960"/>
            <a:ext cx="4663440" cy="86868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La moda es lo más frecuente, no el peor caso. Si el experto está muy seguro o muy inseguro de la moda, considere PERT_MODIFICADA.</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TRES PUNTOS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TRIANGULAR frente a PERT con los mismos datos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Mismo mínimo, moda y máximo (10 / 20 / 45 días). La diferencia está en cuánto peso dan a los extremos.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42</a:t>
            </a:r>
            <a:endParaRPr lang="en-US" sz="1000" dirty="0"/>
          </a:p>
        </p:txBody>
      </p:sp>
      <p:graphicFrame>
        <p:nvGraphicFramePr>
          <p:cNvPr id="6" name="Chart 0" descr=""/>
          <p:cNvGraphicFramePr/>
          <p:nvPr/>
        </p:nvGraphicFramePr>
        <p:xfrm>
          <a:off x="548640" y="1965960"/>
          <a:ext cx="603504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858000" y="2011680"/>
          <a:ext cx="4754880" cy="914400"/>
        </p:xfrm>
        <a:graphic>
          <a:graphicData uri="http://schemas.openxmlformats.org/drawingml/2006/table">
            <a:tbl>
              <a:tblPr/>
              <a:tblGrid>
                <a:gridCol w="1005840"/>
                <a:gridCol w="1280160"/>
                <a:gridCol w="1097280"/>
                <a:gridCol w="1371600"/>
              </a:tblGrid>
              <a:tr h="411480">
                <a:tc>
                  <a:txBody>
                    <a:bodyPr/>
                    <a:lstStyle/>
                    <a:p>
                      <a:pPr indent="0" marL="0">
                        <a:buNone/>
                      </a:pP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TRIANGULAR</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PERT</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Diferencia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Media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25,0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22,5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2,5 días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P50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24,1</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21,9</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2,2 días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P80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31,8</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28,1</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3,6 días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P90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35,6</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31,4</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4,3 días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8" name="Text 4"/>
          <p:cNvSpPr txBox="1"/>
          <p:nvPr/>
        </p:nvSpPr>
        <p:spPr>
          <a:xfrm>
            <a:off x="6858000" y="4251960"/>
            <a:ext cx="4754880" cy="201168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La triangular es más conservadora: con los mismos datos, su P80 es mayor.</a:t>
            </a:r>
            <a:endParaRPr lang="en-US" sz="1350" dirty="0"/>
          </a:p>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PERT refleja mejor que los extremos son raros.</a:t>
            </a:r>
            <a:endParaRPr lang="en-US" sz="1350" dirty="0"/>
          </a:p>
          <a:p>
            <a:pPr marL="342900" indent="-342900">
              <a:spcAft>
                <a:spcPts val="700"/>
              </a:spcAft>
              <a:buSzPct val="100000"/>
              <a:buChar char="•"/>
            </a:pPr>
            <a:r>
              <a:rPr lang="en-US" sz="1350" dirty="0">
                <a:solidFill>
                  <a:srgbClr val="000000"/>
                </a:solidFill>
                <a:latin typeface="Arial" pitchFamily="34" charset="0"/>
                <a:ea typeface="Arial" pitchFamily="34" charset="-122"/>
                <a:cs typeface="Arial" pitchFamily="34" charset="-120"/>
              </a:rPr>
              <a:t>Elija una y úsela de forma consistente en todo el registro; no la cambie para «ajustar» el resultado.</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TRES PUNTOS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TRIGEN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Triangular construida a partir de valores que «rara vez» se superan (percentiles), no de extremos absolutos.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43</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Demora de una licencia: el 10 % de los casos queda por debajo de 10 días y otro 10 % por encima de 35. La macro calcula los extremos reales: ≈ 2,6 y 46,9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El experto no se atreve a dar extremos absolutos pero sí dice «rara vez menos de X, rara vez más de Y». Corrige el exceso de confianza.</a:t>
            </a:r>
            <a:endParaRPr lang="en-US" sz="13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Valor bajo (percentil 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Moda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15</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Valor alto (percentil 100 − 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35</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 en cada cola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13" name="Shape 9"/>
          <p:cNvSpPr/>
          <p:nvPr/>
        </p:nvSpPr>
        <p:spPr>
          <a:xfrm>
            <a:off x="6583680" y="5029200"/>
            <a:ext cx="5029200" cy="1280160"/>
          </a:xfrm>
          <a:prstGeom prst="roundRect">
            <a:avLst>
              <a:gd name="adj" fmla="val 5714"/>
            </a:avLst>
          </a:prstGeom>
          <a:solidFill>
            <a:srgbClr val="FFF0D6"/>
          </a:solidFill>
          <a:ln w="12700">
            <a:solidFill>
              <a:srgbClr val="FFF0D6"/>
            </a:solidFill>
            <a:prstDash val="solid"/>
          </a:ln>
        </p:spPr>
      </p:sp>
      <p:sp>
        <p:nvSpPr>
          <p:cNvPr id="14" name="Text 10"/>
          <p:cNvSpPr txBox="1"/>
          <p:nvPr/>
        </p:nvSpPr>
        <p:spPr>
          <a:xfrm>
            <a:off x="6766560" y="5102352"/>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394960"/>
            <a:ext cx="4663440" cy="86868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Si el valor bajo calculado resulta negativo y el impacto no puede serlo, reduzca P4 (por ejemplo a 5) o use PERT. La validación avisa si no se puede resolver.</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CONTROL DE FORMA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PERT_MODIFICADA</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Como PERT, con un cuarto parámetro γ que controla cuánto se concentran los valores alrededor de la moda.</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44</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Con γ = 8 la media baja a 21,5 días y el P80 a 25,8; con γ = 2 suben a 23,8 y 30,9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El experto está muy seguro del valor típico (γ 6–10) o poco seguro (γ 1–3), pero mantiene los mismos extremos.</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Mínimo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Moda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Máximo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45</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γ (4 = PERT)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8</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13" name="Shape 9"/>
          <p:cNvSpPr/>
          <p:nvPr/>
        </p:nvSpPr>
        <p:spPr>
          <a:xfrm>
            <a:off x="6583680" y="5029200"/>
            <a:ext cx="5029200" cy="1280160"/>
          </a:xfrm>
          <a:prstGeom prst="roundRect">
            <a:avLst>
              <a:gd name="adj" fmla="val 5714"/>
            </a:avLst>
          </a:prstGeom>
          <a:solidFill>
            <a:srgbClr val="FFF0D6"/>
          </a:solidFill>
          <a:ln w="12700">
            <a:solidFill>
              <a:srgbClr val="FFF0D6"/>
            </a:solidFill>
            <a:prstDash val="solid"/>
          </a:ln>
        </p:spPr>
      </p:sp>
      <p:sp>
        <p:nvSpPr>
          <p:cNvPr id="14" name="Text 10"/>
          <p:cNvSpPr txBox="1"/>
          <p:nvPr/>
        </p:nvSpPr>
        <p:spPr>
          <a:xfrm>
            <a:off x="6766560" y="5102352"/>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394960"/>
            <a:ext cx="4663440" cy="86868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γ debe ser mayor que 0. Sin una razón clara para cambiarlo, deje γ = 4 (es decir, use PERT).</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CONTROL DE FORMA</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BETA_GENERAL</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Forma muy flexible entre un mínimo y un máximo, definida por dos parámetros de forma α y β.</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45</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Sobrecosto por desperdicio de concreto con α = 2, β = 5: media = mín + (máx − mín)·α/(α+β) = S/ 200 000; P80 = S/ 296 000.</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Hay datos históricos acotados (por ejemplo, % de desperdicio) y se ajustan α y β con una herramienta estadística.</a:t>
            </a:r>
            <a:endParaRPr lang="en-US" sz="13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α (forma izquierda)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β (forma derecha)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Mínimo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Máximo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700 000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13" name="Shape 9"/>
          <p:cNvSpPr/>
          <p:nvPr/>
        </p:nvSpPr>
        <p:spPr>
          <a:xfrm>
            <a:off x="6583680" y="5029200"/>
            <a:ext cx="5029200" cy="1280160"/>
          </a:xfrm>
          <a:prstGeom prst="roundRect">
            <a:avLst>
              <a:gd name="adj" fmla="val 5714"/>
            </a:avLst>
          </a:prstGeom>
          <a:solidFill>
            <a:srgbClr val="FFF0D6"/>
          </a:solidFill>
          <a:ln w="12700">
            <a:solidFill>
              <a:srgbClr val="FFF0D6"/>
            </a:solidFill>
            <a:prstDash val="solid"/>
          </a:ln>
        </p:spPr>
      </p:sp>
      <p:sp>
        <p:nvSpPr>
          <p:cNvPr id="14" name="Text 10"/>
          <p:cNvSpPr txBox="1"/>
          <p:nvPr/>
        </p:nvSpPr>
        <p:spPr>
          <a:xfrm>
            <a:off x="6766560" y="5102352"/>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394960"/>
            <a:ext cx="4663440" cy="86868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α y β no son intuitivos: sin datos, prefiera PERT (que es una beta con α y β calculados desde los tres puntos). α &lt; β = sesgo a la derecha.</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SIMÉTRICAS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NORMAL</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campana: variación simétrica alrededor de un promedio. Admite valores negativos.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46</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Variación del precio del acero: 68 % de los casos entre 25 000 y 75 000; 95 % entre 0 y 100 000. P80 ≈ 71 000. Hay 2 % de casos negativos (ahorro).</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Variaciones de precios o cantidades con datos, que pueden ir a favor o en contra. También sumas de muchos efectos pequeños.</a:t>
            </a:r>
            <a:endParaRPr lang="en-US" sz="13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Media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50 000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Desviación estándar (&gt; 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25 000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Si un valor negativo no tiene sentido físico (días, HH), use NORMAL_TRUNCADA con mínimo 0 o una sesgada positiva. La desviación no es el máximo.</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SIMÉTRICAS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NORMAL_TRUNCADA</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Una normal recortada entre un mínimo y un máximo: los valores fuera del rango no pueden salir.</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47</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Reajuste de un subcontrato de S/ 12 M con tope de ±5 %: nunca supera ±S/ 600 000; la media se mantiene en 0 porque el recorte es simétrico.</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Variación simétrica con límites físicos o contractuales: topes de reajuste, cantidades que no pueden ser negativas.</a:t>
            </a:r>
            <a:endParaRPr lang="en-US" sz="13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Media (antes del recorte)</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Desviación (antes del recorte)</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400 000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Mínimo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−600 000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Máximo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600 000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13" name="Shape 9"/>
          <p:cNvSpPr/>
          <p:nvPr/>
        </p:nvSpPr>
        <p:spPr>
          <a:xfrm>
            <a:off x="6583680" y="5029200"/>
            <a:ext cx="5029200" cy="1280160"/>
          </a:xfrm>
          <a:prstGeom prst="roundRect">
            <a:avLst>
              <a:gd name="adj" fmla="val 5714"/>
            </a:avLst>
          </a:prstGeom>
          <a:solidFill>
            <a:srgbClr val="FFF0D6"/>
          </a:solidFill>
          <a:ln w="12700">
            <a:solidFill>
              <a:srgbClr val="FFF0D6"/>
            </a:solidFill>
            <a:prstDash val="solid"/>
          </a:ln>
        </p:spPr>
      </p:sp>
      <p:sp>
        <p:nvSpPr>
          <p:cNvPr id="14" name="Text 10"/>
          <p:cNvSpPr txBox="1"/>
          <p:nvPr/>
        </p:nvSpPr>
        <p:spPr>
          <a:xfrm>
            <a:off x="6766560" y="5102352"/>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394960"/>
            <a:ext cx="4663440" cy="868680"/>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Si el recorte es asimétrico, la media real cambia respecto de P1. El rango debe contener la media; mínimo &lt; máximo.</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SIMÉTRICAS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LOGISTICA</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Parecida a la normal, simétrica, pero con colas algo más pesadas: los extremos son un poco más frecuentes.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48</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Días perdidos por baja productividad: media 10, desviación = escala × 1,81 = 3,6 días. P80 ≈ 12,8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Datos simétricos donde se observan más extremos de los que la normal predice, por ejemplo productividad diaria de cuadrillas.</a:t>
            </a:r>
            <a:endParaRPr lang="en-US" sz="13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Media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Escala (&gt; 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P2 es la ESCALA, no la desviación: desviación = escala × π / √3. Admite negativos, como la normal.</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SESGADAS POSITIVAS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LOGNORMAL</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Nunca negativa, con cola larga a la derecha. Típica de costos y duraciones reales.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49</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Reparación de fisuras en viviendas vecinas: moda ≈ S/ 57 000, mediana S/ 96 000, media S/ 120 000, P80 S/ 168 000.</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Costos o duraciones positivos con datos, donde unos pocos casos son mucho mayores que el resto.</a:t>
            </a:r>
            <a:endParaRPr lang="en-US" sz="13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Media (de los valores reales)</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120 000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Desviación estándar</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90 000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P1 y P2 son la media y la desviación de los valores reales, no de su logaritmo. Con desviación alta frente a la media, la cola crece mucho.</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SESGADAS POSITIVAS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GAMMA</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Positiva y sesgada a la derecha. Su forma va de exponencial (forma 1) a casi normal (forma alta).</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50</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HH de rediseño: media = forma × escala = 300 HH; desviación = √forma × escala = 173 HH; P80 ≈ 428 HH.</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Horas hombre, duraciones o costos positivos con datos de proyectos similares.</a:t>
            </a:r>
            <a:endParaRPr lang="en-US" sz="13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Forma (&gt; 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Escala (&gt; 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Con datos: forma = media² / varianza; escala = varianza / media. Forma baja = más sesgo y cola más larga.</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SESGADAS POSITIVAS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EXPONENCIAL</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Muchos valores pequeños y pocos grandes. La más probable es cerca de cero.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51</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Días de paralización por un evento aleatorio: mediana 6,9 días, media 10, P80 = 16,1 días, P90 = 23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Duración de eventos aleatorios o tiempos entre fallas cuando lo típico es poco y ocasionalmente mucho.</a:t>
            </a:r>
            <a:endParaRPr lang="en-US" sz="13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MEDIA (no la tasa)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13" name="Shape 9"/>
          <p:cNvSpPr/>
          <p:nvPr/>
        </p:nvSpPr>
        <p:spPr>
          <a:xfrm>
            <a:off x="6583680" y="4370832"/>
            <a:ext cx="5029200" cy="1938528"/>
          </a:xfrm>
          <a:prstGeom prst="roundRect">
            <a:avLst>
              <a:gd name="adj" fmla="val 3774"/>
            </a:avLst>
          </a:prstGeom>
          <a:solidFill>
            <a:srgbClr val="FFF0D6"/>
          </a:solidFill>
          <a:ln w="12700">
            <a:solidFill>
              <a:srgbClr val="FFF0D6"/>
            </a:solidFill>
            <a:prstDash val="solid"/>
          </a:ln>
        </p:spPr>
      </p:sp>
      <p:sp>
        <p:nvSpPr>
          <p:cNvPr id="14" name="Text 10"/>
          <p:cNvSpPr txBox="1"/>
          <p:nvPr/>
        </p:nvSpPr>
        <p:spPr>
          <a:xfrm>
            <a:off x="6766560" y="4443984"/>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4736592"/>
            <a:ext cx="4663440" cy="1527048"/>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P1 es la MEDIA. En otros programas se pide la tasa (1 / media): no las confunda. Desviación = media, así que la incertidumbre es alta.</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SESGADAS POSITIVAS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WEIBULL</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distribución de los tiempos de falla y de duración de equipos. La forma indica el tipo de falla.</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52</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Grúa torre fuera de servicio con k = 1,5 y λ = 8: media ≈ 7,2 días, P80 ≈ 11,4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Días fuera de servicio de equipos (grúa torre, bombas), vida de componentes, con datos de mantenimiento.</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Forma k (&gt; 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1,5</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Escala λ (&gt; 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8</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k &lt; 1: fallas tempranas (defectos de instalación). k = 1: exponencial. k &gt; 1: desgaste. La escala es aproximadamente el P63.</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EXTREMOS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GUMBEL</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distribución del MÁXIMO de muchos eventos: el peor aguacero del año, la crecida máxima.</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53</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Días perdidos por la lluvia máxima de la temporada: moda 15, media = 15 + 0,577 × 6 = 18,5 días, P80 ≈ 24 días, P90 ≈ 28,5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Impactos que dependen de un valor extremo: lluvias máximas, crecidas, picos de demanda o de viento.</a:t>
            </a:r>
            <a:endParaRPr lang="en-US" sz="13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Ubicación (moda)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15</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Escala (&gt; 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Admite valores negativos si la escala es grande frente a la ubicación. Úsela solo si el impacto depende de un máximo.</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EXTREMOS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PARETO</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Colas muy pesadas: la mayoría de los casos son cercanos al mínimo, pero unos pocos son enormes.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54</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Monto de un reclamo: media = forma × mín / (forma − 1) = S/ 166 667; mediana S/ 132 000; P90 S/ 251 000; P99 S/ 631 000.</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Montos de reclamos de terceros, siniestros o litigios, donde el caso extremo domina.</a:t>
            </a:r>
            <a:endParaRPr lang="en-US" sz="13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Forma (&gt; 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2,5</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Mínimo (&gt; 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100 000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Forma ≤ 1: la media no existe (la validación lo impide). Forma ≤ 2: dispersión enorme. Puede dominar el P90–P99 y la contingencia.</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CONTEOS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POISSON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Número de eventos que ocurren en un periodo cuando pueden ocurrir varias veces, de forma independiente.</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55</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Días de lluvia fuerte que paralizan vaciados: media 4 días, 2 % de temporadas sin ninguno, P80 = 6 días, P90 = 7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Cuando la unidad de la dimensión ES el conteo: días perdidos por lluvia, número de NCR en una dimensión nueva «NCR».</a:t>
            </a:r>
            <a:endParaRPr lang="en-US" sz="13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Media λ (&gt; 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13" name="Shape 9"/>
          <p:cNvSpPr/>
          <p:nvPr/>
        </p:nvSpPr>
        <p:spPr>
          <a:xfrm>
            <a:off x="6583680" y="4370832"/>
            <a:ext cx="5029200" cy="1938528"/>
          </a:xfrm>
          <a:prstGeom prst="roundRect">
            <a:avLst>
              <a:gd name="adj" fmla="val 3774"/>
            </a:avLst>
          </a:prstGeom>
          <a:solidFill>
            <a:srgbClr val="FFF0D6"/>
          </a:solidFill>
          <a:ln w="12700">
            <a:solidFill>
              <a:srgbClr val="FFF0D6"/>
            </a:solidFill>
            <a:prstDash val="solid"/>
          </a:ln>
        </p:spPr>
      </p:sp>
      <p:sp>
        <p:nvSpPr>
          <p:cNvPr id="14" name="Text 10"/>
          <p:cNvSpPr txBox="1"/>
          <p:nvPr/>
        </p:nvSpPr>
        <p:spPr>
          <a:xfrm>
            <a:off x="6766560" y="4443984"/>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4736592"/>
            <a:ext cx="4663440" cy="1527048"/>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El valor sorteado es el impacto, en la unidad de la dimensión: la macro no multiplica conteo × costo. Si cada evento cuesta S/ X, modele el costo total con PERT.</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CONTEOS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BINOMIAL</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Cuántos «fracasos» hay en n intentos independientes, cada uno con la misma probabilidad p.</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56</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20 vaciados en temporada, cada uno con 15 % de postergarse 1 día: media = n × p = 3 días; P80 = 4 días; P90 = 5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Hay un número conocido de intentos (vaciados, ensayos, submittals) y cada uno puede fallar con cierta probabilidad.</a:t>
            </a:r>
            <a:endParaRPr lang="en-US" sz="13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n: número de intentos (entero)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p: probabilidad de cada uno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0,15</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Igual que POISSON: el resultado es un conteo en la unidad de la dimensión. p va entre 0 y 1 y n debe ser entero positivo.</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CONTEOS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DISCRETA_UNIFORME</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Un número entero entre un mínimo y un máximo, todos igual de probables.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57</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Días adicionales de paro regional: 0, 1, 2 o 3 días, cada uno con 25 %. Media 1,5 días; P80 = 3 días.</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Pocos valores enteros posibles, sin preferencia por ninguno: días de paro, número de equipos indisponibles.</a:t>
            </a:r>
            <a:endParaRPr lang="en-US" sz="13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Mínimo (entero)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Máximo (entero)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Solo enteros. Si algunos valores son más probables que otros, use DISCRETA con sus probabilidades.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5 · ESCENARIOS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DISCRETA</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Pocos escenarios posibles, cada uno con su probabilidad. Las probabilidades deben sumar 1.</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58</a:t>
            </a:r>
            <a:endParaRPr lang="en-US" sz="1000" dirty="0"/>
          </a:p>
        </p:txBody>
      </p:sp>
      <p:graphicFrame>
        <p:nvGraphicFramePr>
          <p:cNvPr id="6" name="Chart 0" descr=""/>
          <p:cNvGraphicFramePr/>
          <p:nvPr/>
        </p:nvGraphicFramePr>
        <p:xfrm>
          <a:off x="548640" y="1965960"/>
          <a:ext cx="576072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212080"/>
            <a:ext cx="5760720" cy="1097280"/>
          </a:xfrm>
          <a:prstGeom prst="roundRect">
            <a:avLst>
              <a:gd name="adj" fmla="val 6667"/>
            </a:avLst>
          </a:prstGeom>
          <a:solidFill>
            <a:srgbClr val="000000"/>
          </a:solidFill>
          <a:ln w="12700">
            <a:solidFill>
              <a:srgbClr val="000000"/>
            </a:solidFill>
            <a:prstDash val="solid"/>
          </a:ln>
        </p:spPr>
      </p:sp>
      <p:sp>
        <p:nvSpPr>
          <p:cNvPr id="8" name="Text 5"/>
          <p:cNvSpPr txBox="1"/>
          <p:nvPr/>
        </p:nvSpPr>
        <p:spPr>
          <a:xfrm>
            <a:off x="731520" y="5285232"/>
            <a:ext cx="5394960" cy="274320"/>
          </a:xfrm>
          <a:prstGeom prst="rect">
            <a:avLst/>
          </a:prstGeom>
          <a:noFill/>
          <a:ln/>
        </p:spPr>
        <p:txBody>
          <a:bodyPr wrap="square" lIns="0" tIns="0" rIns="0" bIns="0" rtlCol="0" anchor="t"/>
          <a:lstStyle/>
          <a:p>
            <a:pPr indent="0" marL="0">
              <a:buNone/>
            </a:pPr>
            <a:r>
              <a:rPr lang="en-US" sz="1200" b="1" dirty="0">
                <a:solidFill>
                  <a:srgbClr val="FFA028"/>
                </a:solidFill>
                <a:latin typeface="Arial" pitchFamily="34" charset="0"/>
                <a:ea typeface="Arial" pitchFamily="34" charset="-122"/>
                <a:cs typeface="Arial" pitchFamily="34" charset="-120"/>
              </a:rPr>
              <a:t>Lectura del ejemplo</a:t>
            </a:r>
            <a:endParaRPr lang="en-US" sz="1200" dirty="0"/>
          </a:p>
        </p:txBody>
      </p:sp>
      <p:sp>
        <p:nvSpPr>
          <p:cNvPr id="9" name="Text 6"/>
          <p:cNvSpPr txBox="1"/>
          <p:nvPr/>
        </p:nvSpPr>
        <p:spPr>
          <a:xfrm>
            <a:off x="731520" y="5577840"/>
            <a:ext cx="5394960" cy="6858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Penalidad si el riesgo ocurre: 60 % no se aplica, 30 % parcial, 10 % total. Media = 0×0,6 + 150 000×0,3 + 400 000×0,1 = S/ 85 000.</a:t>
            </a:r>
            <a:endParaRPr lang="en-US" sz="1250" dirty="0"/>
          </a:p>
        </p:txBody>
      </p:sp>
      <p:sp>
        <p:nvSpPr>
          <p:cNvPr id="10" name="Text 7"/>
          <p:cNvSpPr txBox="1"/>
          <p:nvPr/>
        </p:nvSpPr>
        <p:spPr>
          <a:xfrm>
            <a:off x="6583680" y="1965960"/>
            <a:ext cx="5029200" cy="274320"/>
          </a:xfrm>
          <a:prstGeom prst="rect">
            <a:avLst/>
          </a:prstGeom>
          <a:noFill/>
          <a:ln/>
        </p:spPr>
        <p:txBody>
          <a:bodyPr wrap="square" lIns="0" tIns="0" rIns="0" bIns="0" rtlCol="0" anchor="t"/>
          <a:lstStyle/>
          <a:p>
            <a:pPr indent="0" marL="0">
              <a:buNone/>
            </a:pPr>
            <a:r>
              <a:rPr lang="en-US" sz="1300" b="1" dirty="0">
                <a:solidFill>
                  <a:srgbClr val="CC7A00"/>
                </a:solidFill>
                <a:latin typeface="Arial" pitchFamily="34" charset="0"/>
                <a:ea typeface="Arial" pitchFamily="34" charset="-122"/>
                <a:cs typeface="Arial" pitchFamily="34" charset="-120"/>
              </a:rPr>
              <a:t>Cuándo usarla</a:t>
            </a:r>
            <a:endParaRPr lang="en-US" sz="1300" dirty="0"/>
          </a:p>
        </p:txBody>
      </p:sp>
      <p:sp>
        <p:nvSpPr>
          <p:cNvPr id="11" name="Text 8"/>
          <p:cNvSpPr txBox="1"/>
          <p:nvPr/>
        </p:nvSpPr>
        <p:spPr>
          <a:xfrm>
            <a:off x="6583680" y="2240280"/>
            <a:ext cx="5029200" cy="9601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El experto describe escenarios concretos: «nada», «penalidad parcial», «penalidad total», con sus probabilidades.</a:t>
            </a:r>
            <a:endParaRPr lang="en-US" sz="13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6583680" y="3246120"/>
          <a:ext cx="5029200" cy="914400"/>
        </p:xfrm>
        <a:graphic>
          <a:graphicData uri="http://schemas.openxmlformats.org/drawingml/2006/table">
            <a:tbl>
              <a:tblPr/>
              <a:tblGrid>
                <a:gridCol w="777240"/>
                <a:gridCol w="2743200"/>
                <a:gridCol w="1508760"/>
              </a:tblGrid>
              <a:tr h="329184">
                <a:tc>
                  <a:txBody>
                    <a:bodyPr/>
                    <a:lstStyle/>
                    <a:p>
                      <a:pPr indent="0" marL="0">
                        <a:buNone/>
                      </a:pPr>
                      <a:r>
                        <a:rPr lang="en-US" sz="1150" b="1" dirty="0">
                          <a:solidFill>
                            <a:srgbClr val="FFA028"/>
                          </a:solidFill>
                          <a:latin typeface="Arial" pitchFamily="34" charset="0"/>
                          <a:ea typeface="Arial" pitchFamily="34" charset="-122"/>
                          <a:cs typeface="Arial" pitchFamily="34" charset="-120"/>
                        </a:rPr>
                        <a:t>Parám.</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Qué va</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150" b="1" dirty="0">
                          <a:solidFill>
                            <a:srgbClr val="FFA028"/>
                          </a:solidFill>
                          <a:latin typeface="Arial" pitchFamily="34" charset="0"/>
                          <a:ea typeface="Arial" pitchFamily="34" charset="-122"/>
                          <a:cs typeface="Arial" pitchFamily="34" charset="-120"/>
                        </a:rPr>
                        <a:t>Ejemplo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Valores separados por «;»</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0;150000;400000</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P2</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Probabilidades separadas por «;»</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0,6;0,3;0,1</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329184">
                <a:tc>
                  <a:txBody>
                    <a:bodyPr/>
                    <a:lstStyle/>
                    <a:p>
                      <a:pPr indent="0" marL="0">
                        <a:buNone/>
                      </a:pPr>
                      <a:r>
                        <a:rPr lang="en-US" sz="1150" b="1" dirty="0">
                          <a:solidFill>
                            <a:srgbClr val="000000"/>
                          </a:solidFill>
                          <a:latin typeface="Arial" pitchFamily="34" charset="0"/>
                          <a:ea typeface="Arial" pitchFamily="34" charset="-122"/>
                          <a:cs typeface="Arial" pitchFamily="34" charset="-120"/>
                        </a:rPr>
                        <a:t>P3–P4</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(vacío)</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Shape 9"/>
          <p:cNvSpPr/>
          <p:nvPr/>
        </p:nvSpPr>
        <p:spPr>
          <a:xfrm>
            <a:off x="6583680" y="4700016"/>
            <a:ext cx="5029200" cy="1609344"/>
          </a:xfrm>
          <a:prstGeom prst="roundRect">
            <a:avLst>
              <a:gd name="adj" fmla="val 4545"/>
            </a:avLst>
          </a:prstGeom>
          <a:solidFill>
            <a:srgbClr val="FFF0D6"/>
          </a:solidFill>
          <a:ln w="12700">
            <a:solidFill>
              <a:srgbClr val="FFF0D6"/>
            </a:solidFill>
            <a:prstDash val="solid"/>
          </a:ln>
        </p:spPr>
      </p:sp>
      <p:sp>
        <p:nvSpPr>
          <p:cNvPr id="14" name="Text 10"/>
          <p:cNvSpPr txBox="1"/>
          <p:nvPr/>
        </p:nvSpPr>
        <p:spPr>
          <a:xfrm>
            <a:off x="6766560" y="4773168"/>
            <a:ext cx="4663440" cy="274320"/>
          </a:xfrm>
          <a:prstGeom prst="rect">
            <a:avLst/>
          </a:prstGeom>
          <a:noFill/>
          <a:ln/>
        </p:spPr>
        <p:txBody>
          <a:bodyPr wrap="square" lIns="0" tIns="0" rIns="0" bIns="0" rtlCol="0" anchor="t"/>
          <a:lstStyle/>
          <a:p>
            <a:pPr indent="0" marL="0">
              <a:buNone/>
            </a:pPr>
            <a:r>
              <a:rPr lang="en-US" sz="1250" b="1" dirty="0">
                <a:solidFill>
                  <a:srgbClr val="FF433D"/>
                </a:solidFill>
                <a:latin typeface="Arial" pitchFamily="34" charset="0"/>
                <a:ea typeface="Arial" pitchFamily="34" charset="-122"/>
                <a:cs typeface="Arial" pitchFamily="34" charset="-120"/>
              </a:rPr>
              <a:t>Cuidado</a:t>
            </a:r>
            <a:endParaRPr lang="en-US" sz="1250" dirty="0"/>
          </a:p>
        </p:txBody>
      </p:sp>
      <p:sp>
        <p:nvSpPr>
          <p:cNvPr id="15" name="Text 11"/>
          <p:cNvSpPr txBox="1"/>
          <p:nvPr/>
        </p:nvSpPr>
        <p:spPr>
          <a:xfrm>
            <a:off x="6766560" y="5065776"/>
            <a:ext cx="4663440" cy="1197864"/>
          </a:xfrm>
          <a:prstGeom prst="rect">
            <a:avLst/>
          </a:prstGeom>
          <a:noFill/>
          <a:ln/>
        </p:spPr>
        <p:txBody>
          <a:bodyPr wrap="square" lIns="0" tIns="0" rIns="0" bIns="0" rtlCol="0" anchor="t"/>
          <a:lstStyle/>
          <a:p>
            <a:pPr indent="0" marL="0">
              <a:buNone/>
            </a:pPr>
            <a:r>
              <a:rPr lang="en-US" sz="1200" dirty="0">
                <a:solidFill>
                  <a:srgbClr val="000000"/>
                </a:solidFill>
                <a:latin typeface="Arial" pitchFamily="34" charset="0"/>
                <a:ea typeface="Arial" pitchFamily="34" charset="-122"/>
                <a:cs typeface="Arial" pitchFamily="34" charset="-120"/>
              </a:rPr>
              <a:t>Mismo orden y misma cantidad de valores y probabilidades; deben sumar 1 (la validación lo revisa). El 0 aquí es un escenario, además de la probabilidad del riesgo.</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59</a:t>
            </a:r>
            <a:endParaRPr lang="en-US" sz="1000" dirty="0"/>
          </a:p>
        </p:txBody>
      </p:sp>
      <p:sp>
        <p:nvSpPr>
          <p:cNvPr id="3"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400" b="1" spc="300" kern="0" dirty="0">
                <a:solidFill>
                  <a:srgbClr val="FFA028"/>
                </a:solidFill>
                <a:latin typeface="Arial" pitchFamily="34" charset="0"/>
                <a:ea typeface="Arial" pitchFamily="34" charset="-122"/>
                <a:cs typeface="Arial" pitchFamily="34" charset="-120"/>
              </a:rPr>
              <a:t>PARTE 6</a:t>
            </a:r>
            <a:endParaRPr lang="en-US" sz="1400" dirty="0"/>
          </a:p>
        </p:txBody>
      </p:sp>
      <p:sp>
        <p:nvSpPr>
          <p:cNvPr id="4" name="Text 2"/>
          <p:cNvSpPr txBox="1"/>
          <p:nvPr/>
        </p:nvSpPr>
        <p:spPr>
          <a:xfrm>
            <a:off x="548640" y="187452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Casos especiales al llenar el registro</a:t>
            </a:r>
            <a:endParaRPr lang="en-US" sz="3800" dirty="0"/>
          </a:p>
        </p:txBody>
      </p:sp>
      <p:sp>
        <p:nvSpPr>
          <p:cNvPr id="5" name="Text 3"/>
          <p:cNvSpPr txBox="1"/>
          <p:nvPr/>
        </p:nvSpPr>
        <p:spPr>
          <a:xfrm>
            <a:off x="548640" y="2743200"/>
            <a:ext cx="10515600" cy="731520"/>
          </a:xfrm>
          <a:prstGeom prst="rect">
            <a:avLst/>
          </a:prstGeom>
          <a:noFill/>
          <a:ln/>
        </p:spPr>
        <p:txBody>
          <a:bodyPr wrap="square" lIns="0" tIns="0" rIns="0" bIns="0" rtlCol="0" anchor="t"/>
          <a:lstStyle/>
          <a:p>
            <a:pPr indent="0" marL="0">
              <a:buNone/>
            </a:pPr>
            <a:r>
              <a:rPr lang="en-US" sz="1700" dirty="0">
                <a:solidFill>
                  <a:srgbClr val="EDEDED"/>
                </a:solidFill>
                <a:latin typeface="Arial" pitchFamily="34" charset="0"/>
                <a:ea typeface="Arial" pitchFamily="34" charset="-122"/>
                <a:cs typeface="Arial" pitchFamily="34" charset="-120"/>
              </a:rPr>
              <a:t>Situaciones que generan dudas frecuentes.</a:t>
            </a:r>
            <a:endParaRPr lang="en-US" sz="1700" dirty="0"/>
          </a:p>
        </p:txBody>
      </p:sp>
      <p:sp>
        <p:nvSpPr>
          <p:cNvPr id="6" name="Shape 4"/>
          <p:cNvSpPr/>
          <p:nvPr/>
        </p:nvSpPr>
        <p:spPr>
          <a:xfrm>
            <a:off x="548640" y="3749040"/>
            <a:ext cx="329184" cy="329184"/>
          </a:xfrm>
          <a:prstGeom prst="ellipse">
            <a:avLst/>
          </a:prstGeom>
          <a:solidFill>
            <a:srgbClr val="FFA028"/>
          </a:solidFill>
          <a:ln w="12700">
            <a:solidFill>
              <a:srgbClr val="FFA028"/>
            </a:solidFill>
            <a:prstDash val="solid"/>
          </a:ln>
        </p:spPr>
      </p:sp>
      <p:sp>
        <p:nvSpPr>
          <p:cNvPr id="7" name="Text 5"/>
          <p:cNvSpPr txBox="1"/>
          <p:nvPr/>
        </p:nvSpPr>
        <p:spPr>
          <a:xfrm>
            <a:off x="548640" y="3749040"/>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051560" y="3749040"/>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Dimensiones y unidades</a:t>
            </a:r>
            <a:endParaRPr lang="en-US" sz="1400" dirty="0"/>
          </a:p>
        </p:txBody>
      </p:sp>
      <p:sp>
        <p:nvSpPr>
          <p:cNvPr id="9" name="Shape 7"/>
          <p:cNvSpPr/>
          <p:nvPr/>
        </p:nvSpPr>
        <p:spPr>
          <a:xfrm>
            <a:off x="548640" y="4224528"/>
            <a:ext cx="329184" cy="329184"/>
          </a:xfrm>
          <a:prstGeom prst="ellipse">
            <a:avLst/>
          </a:prstGeom>
          <a:solidFill>
            <a:srgbClr val="FFA028"/>
          </a:solidFill>
          <a:ln w="12700">
            <a:solidFill>
              <a:srgbClr val="FFA028"/>
            </a:solidFill>
            <a:prstDash val="solid"/>
          </a:ln>
        </p:spPr>
      </p:sp>
      <p:sp>
        <p:nvSpPr>
          <p:cNvPr id="10" name="Text 8"/>
          <p:cNvSpPr txBox="1"/>
          <p:nvPr/>
        </p:nvSpPr>
        <p:spPr>
          <a:xfrm>
            <a:off x="548640" y="4224528"/>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051560" y="4224528"/>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Oportunidades</a:t>
            </a:r>
            <a:endParaRPr lang="en-US" sz="1400" dirty="0"/>
          </a:p>
        </p:txBody>
      </p:sp>
      <p:sp>
        <p:nvSpPr>
          <p:cNvPr id="12" name="Shape 10"/>
          <p:cNvSpPr/>
          <p:nvPr/>
        </p:nvSpPr>
        <p:spPr>
          <a:xfrm>
            <a:off x="548640" y="4700016"/>
            <a:ext cx="329184" cy="329184"/>
          </a:xfrm>
          <a:prstGeom prst="ellipse">
            <a:avLst/>
          </a:prstGeom>
          <a:solidFill>
            <a:srgbClr val="FFA028"/>
          </a:solidFill>
          <a:ln w="12700">
            <a:solidFill>
              <a:srgbClr val="FFA028"/>
            </a:solidFill>
            <a:prstDash val="solid"/>
          </a:ln>
        </p:spPr>
      </p:sp>
      <p:sp>
        <p:nvSpPr>
          <p:cNvPr id="13" name="Text 11"/>
          <p:cNvSpPr txBox="1"/>
          <p:nvPr/>
        </p:nvSpPr>
        <p:spPr>
          <a:xfrm>
            <a:off x="548640" y="4700016"/>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3</a:t>
            </a:r>
            <a:endParaRPr lang="en-US" sz="1100" dirty="0"/>
          </a:p>
        </p:txBody>
      </p:sp>
      <p:sp>
        <p:nvSpPr>
          <p:cNvPr id="14" name="Text 12"/>
          <p:cNvSpPr txBox="1"/>
          <p:nvPr/>
        </p:nvSpPr>
        <p:spPr>
          <a:xfrm>
            <a:off x="1051560" y="4700016"/>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Respuestas y riesgo residual</a:t>
            </a:r>
            <a:endParaRPr lang="en-US" sz="1400" dirty="0"/>
          </a:p>
        </p:txBody>
      </p:sp>
      <p:sp>
        <p:nvSpPr>
          <p:cNvPr id="15" name="Shape 13"/>
          <p:cNvSpPr/>
          <p:nvPr/>
        </p:nvSpPr>
        <p:spPr>
          <a:xfrm>
            <a:off x="548640" y="5175504"/>
            <a:ext cx="329184" cy="329184"/>
          </a:xfrm>
          <a:prstGeom prst="ellipse">
            <a:avLst/>
          </a:prstGeom>
          <a:solidFill>
            <a:srgbClr val="FFA028"/>
          </a:solidFill>
          <a:ln w="12700">
            <a:solidFill>
              <a:srgbClr val="FFA028"/>
            </a:solidFill>
            <a:prstDash val="solid"/>
          </a:ln>
        </p:spPr>
      </p:sp>
      <p:sp>
        <p:nvSpPr>
          <p:cNvPr id="16" name="Text 14"/>
          <p:cNvSpPr txBox="1"/>
          <p:nvPr/>
        </p:nvSpPr>
        <p:spPr>
          <a:xfrm>
            <a:off x="548640" y="5175504"/>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4</a:t>
            </a:r>
            <a:endParaRPr lang="en-US" sz="1100" dirty="0"/>
          </a:p>
        </p:txBody>
      </p:sp>
      <p:sp>
        <p:nvSpPr>
          <p:cNvPr id="17" name="Text 15"/>
          <p:cNvSpPr txBox="1"/>
          <p:nvPr/>
        </p:nvSpPr>
        <p:spPr>
          <a:xfrm>
            <a:off x="1051560" y="5175504"/>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Correlación y errores frecuentes</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6 · DIMENSIONES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Una distribución por dimensión, en su unidad</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Cada dimensión se llena de forma independiente. Ejemplos del registro (estimaciones preliminares).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60</a:t>
            </a:r>
            <a:endParaRPr lang="en-US" sz="1000" dirty="0"/>
          </a:p>
        </p:txBody>
      </p:sp>
      <p:sp>
        <p:nvSpPr>
          <p:cNvPr id="6" name="Shape 4"/>
          <p:cNvSpPr/>
          <p:nvPr/>
        </p:nvSpPr>
        <p:spPr>
          <a:xfrm>
            <a:off x="548640" y="1965960"/>
            <a:ext cx="2651760" cy="3291840"/>
          </a:xfrm>
          <a:prstGeom prst="roundRect">
            <a:avLst>
              <a:gd name="adj" fmla="val 2759"/>
            </a:avLst>
          </a:prstGeom>
          <a:solidFill>
            <a:srgbClr val="FFF7EB"/>
          </a:solidFill>
          <a:ln w="12700">
            <a:solidFill>
              <a:srgbClr val="FFF7EB"/>
            </a:solidFill>
            <a:prstDash val="solid"/>
          </a:ln>
        </p:spPr>
      </p:sp>
      <p:sp>
        <p:nvSpPr>
          <p:cNvPr id="7" name="Shape 5"/>
          <p:cNvSpPr/>
          <p:nvPr/>
        </p:nvSpPr>
        <p:spPr>
          <a:xfrm>
            <a:off x="731520" y="2103120"/>
            <a:ext cx="548640" cy="548640"/>
          </a:xfrm>
          <a:prstGeom prst="ellipse">
            <a:avLst/>
          </a:prstGeom>
          <a:solidFill>
            <a:srgbClr val="FF6600"/>
          </a:solidFill>
          <a:ln w="12700">
            <a:solidFill>
              <a:srgbClr val="FF6600"/>
            </a:solidFill>
            <a:prstDash val="solid"/>
          </a:ln>
        </p:spPr>
      </p:sp>
      <p:sp>
        <p:nvSpPr>
          <p:cNvPr id="8" name="Text 6"/>
          <p:cNvSpPr txBox="1"/>
          <p:nvPr/>
        </p:nvSpPr>
        <p:spPr>
          <a:xfrm>
            <a:off x="731520" y="210312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a:t>
            </a:r>
            <a:endParaRPr lang="en-US" sz="1300" dirty="0"/>
          </a:p>
        </p:txBody>
      </p:sp>
      <p:sp>
        <p:nvSpPr>
          <p:cNvPr id="9" name="Text 7"/>
          <p:cNvSpPr txBox="1"/>
          <p:nvPr/>
        </p:nvSpPr>
        <p:spPr>
          <a:xfrm>
            <a:off x="1417320" y="2148840"/>
            <a:ext cx="1737360" cy="45720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COSTO</a:t>
            </a:r>
            <a:endParaRPr lang="en-US" sz="1500" dirty="0"/>
          </a:p>
        </p:txBody>
      </p:sp>
      <p:sp>
        <p:nvSpPr>
          <p:cNvPr id="10" name="Text 8"/>
          <p:cNvSpPr txBox="1"/>
          <p:nvPr/>
        </p:nvSpPr>
        <p:spPr>
          <a:xfrm>
            <a:off x="731520" y="2788920"/>
            <a:ext cx="2331720" cy="100584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Sobrecostos directos: material, mano de obra, equipos, penalidades.</a:t>
            </a:r>
            <a:endParaRPr lang="en-US" sz="1250" dirty="0"/>
          </a:p>
        </p:txBody>
      </p:sp>
      <p:sp>
        <p:nvSpPr>
          <p:cNvPr id="11" name="Text 9"/>
          <p:cNvSpPr txBox="1"/>
          <p:nvPr/>
        </p:nvSpPr>
        <p:spPr>
          <a:xfrm>
            <a:off x="731520" y="3840480"/>
            <a:ext cx="2331720" cy="502920"/>
          </a:xfrm>
          <a:prstGeom prst="rect">
            <a:avLst/>
          </a:prstGeom>
          <a:noFill/>
          <a:ln/>
        </p:spPr>
        <p:txBody>
          <a:bodyPr wrap="square" lIns="0" tIns="0" rIns="0" bIns="0" rtlCol="0" anchor="t"/>
          <a:lstStyle/>
          <a:p>
            <a:pPr indent="0" marL="0">
              <a:buNone/>
            </a:pPr>
            <a:r>
              <a:rPr lang="en-US" sz="1200" b="1" dirty="0">
                <a:solidFill>
                  <a:srgbClr val="333333"/>
                </a:solidFill>
                <a:latin typeface="Arial" pitchFamily="34" charset="0"/>
                <a:ea typeface="Arial" pitchFamily="34" charset="-122"/>
                <a:cs typeface="Arial" pitchFamily="34" charset="-120"/>
              </a:rPr>
              <a:t>R-01 Consumo de contingencia</a:t>
            </a:r>
            <a:endParaRPr lang="en-US" sz="1200" dirty="0"/>
          </a:p>
        </p:txBody>
      </p:sp>
      <p:sp>
        <p:nvSpPr>
          <p:cNvPr id="12" name="Text 10"/>
          <p:cNvSpPr txBox="1"/>
          <p:nvPr/>
        </p:nvSpPr>
        <p:spPr>
          <a:xfrm>
            <a:off x="731520" y="4389120"/>
            <a:ext cx="2331720" cy="777240"/>
          </a:xfrm>
          <a:prstGeom prst="rect">
            <a:avLst/>
          </a:prstGeom>
          <a:noFill/>
          <a:ln/>
        </p:spPr>
        <p:txBody>
          <a:bodyPr wrap="square" lIns="0" tIns="0" rIns="0" bIns="0" rtlCol="0" anchor="t"/>
          <a:lstStyle/>
          <a:p>
            <a:pPr indent="0" marL="0">
              <a:buNone/>
            </a:pPr>
            <a:r>
              <a:rPr lang="en-US" sz="1250" b="1" dirty="0">
                <a:solidFill>
                  <a:srgbClr val="CC7A00"/>
                </a:solidFill>
                <a:latin typeface="Arial" pitchFamily="34" charset="0"/>
                <a:ea typeface="Arial" pitchFamily="34" charset="-122"/>
                <a:cs typeface="Arial" pitchFamily="34" charset="-120"/>
              </a:rPr>
              <a:t>PERT 1 500 000 / 4 000 000 / 9 000 000</a:t>
            </a:r>
            <a:endParaRPr lang="en-US" sz="1250" dirty="0"/>
          </a:p>
        </p:txBody>
      </p:sp>
      <p:sp>
        <p:nvSpPr>
          <p:cNvPr id="13" name="Shape 11"/>
          <p:cNvSpPr/>
          <p:nvPr/>
        </p:nvSpPr>
        <p:spPr>
          <a:xfrm>
            <a:off x="3355848" y="1965960"/>
            <a:ext cx="2651760" cy="3291840"/>
          </a:xfrm>
          <a:prstGeom prst="roundRect">
            <a:avLst>
              <a:gd name="adj" fmla="val 2759"/>
            </a:avLst>
          </a:prstGeom>
          <a:solidFill>
            <a:srgbClr val="FFF7EB"/>
          </a:solidFill>
          <a:ln w="12700">
            <a:solidFill>
              <a:srgbClr val="FFF7EB"/>
            </a:solidFill>
            <a:prstDash val="solid"/>
          </a:ln>
        </p:spPr>
      </p:sp>
      <p:sp>
        <p:nvSpPr>
          <p:cNvPr id="14" name="Shape 12"/>
          <p:cNvSpPr/>
          <p:nvPr/>
        </p:nvSpPr>
        <p:spPr>
          <a:xfrm>
            <a:off x="3538728" y="2103120"/>
            <a:ext cx="548640" cy="548640"/>
          </a:xfrm>
          <a:prstGeom prst="ellipse">
            <a:avLst/>
          </a:prstGeom>
          <a:solidFill>
            <a:srgbClr val="0068FF"/>
          </a:solidFill>
          <a:ln w="12700">
            <a:solidFill>
              <a:srgbClr val="0068FF"/>
            </a:solidFill>
            <a:prstDash val="solid"/>
          </a:ln>
        </p:spPr>
      </p:sp>
      <p:sp>
        <p:nvSpPr>
          <p:cNvPr id="15" name="Text 13"/>
          <p:cNvSpPr txBox="1"/>
          <p:nvPr/>
        </p:nvSpPr>
        <p:spPr>
          <a:xfrm>
            <a:off x="3538728" y="210312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días</a:t>
            </a:r>
            <a:endParaRPr lang="en-US" sz="1300" dirty="0"/>
          </a:p>
        </p:txBody>
      </p:sp>
      <p:sp>
        <p:nvSpPr>
          <p:cNvPr id="16" name="Text 14"/>
          <p:cNvSpPr txBox="1"/>
          <p:nvPr/>
        </p:nvSpPr>
        <p:spPr>
          <a:xfrm>
            <a:off x="4224528" y="2148840"/>
            <a:ext cx="1737360" cy="45720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PLAZO</a:t>
            </a:r>
            <a:endParaRPr lang="en-US" sz="1500" dirty="0"/>
          </a:p>
        </p:txBody>
      </p:sp>
      <p:sp>
        <p:nvSpPr>
          <p:cNvPr id="17" name="Text 15"/>
          <p:cNvSpPr txBox="1"/>
          <p:nvPr/>
        </p:nvSpPr>
        <p:spPr>
          <a:xfrm>
            <a:off x="3538728" y="2788920"/>
            <a:ext cx="2331720" cy="100584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Días de retraso. La macro los SUMA entre riesgos: supuesto conservador.</a:t>
            </a:r>
            <a:endParaRPr lang="en-US" sz="1250" dirty="0"/>
          </a:p>
        </p:txBody>
      </p:sp>
      <p:sp>
        <p:nvSpPr>
          <p:cNvPr id="18" name="Text 16"/>
          <p:cNvSpPr txBox="1"/>
          <p:nvPr/>
        </p:nvSpPr>
        <p:spPr>
          <a:xfrm>
            <a:off x="3538728" y="3840480"/>
            <a:ext cx="2331720" cy="502920"/>
          </a:xfrm>
          <a:prstGeom prst="rect">
            <a:avLst/>
          </a:prstGeom>
          <a:noFill/>
          <a:ln/>
        </p:spPr>
        <p:txBody>
          <a:bodyPr wrap="square" lIns="0" tIns="0" rIns="0" bIns="0" rtlCol="0" anchor="t"/>
          <a:lstStyle/>
          <a:p>
            <a:pPr indent="0" marL="0">
              <a:buNone/>
            </a:pPr>
            <a:r>
              <a:rPr lang="en-US" sz="1200" b="1" dirty="0">
                <a:solidFill>
                  <a:srgbClr val="333333"/>
                </a:solidFill>
                <a:latin typeface="Arial" pitchFamily="34" charset="0"/>
                <a:ea typeface="Arial" pitchFamily="34" charset="-122"/>
                <a:cs typeface="Arial" pitchFamily="34" charset="-120"/>
              </a:rPr>
              <a:t>R-05 Demora aprobación UMAS</a:t>
            </a:r>
            <a:endParaRPr lang="en-US" sz="1200" dirty="0"/>
          </a:p>
        </p:txBody>
      </p:sp>
      <p:sp>
        <p:nvSpPr>
          <p:cNvPr id="19" name="Text 17"/>
          <p:cNvSpPr txBox="1"/>
          <p:nvPr/>
        </p:nvSpPr>
        <p:spPr>
          <a:xfrm>
            <a:off x="3538728" y="4389120"/>
            <a:ext cx="2331720" cy="777240"/>
          </a:xfrm>
          <a:prstGeom prst="rect">
            <a:avLst/>
          </a:prstGeom>
          <a:noFill/>
          <a:ln/>
        </p:spPr>
        <p:txBody>
          <a:bodyPr wrap="square" lIns="0" tIns="0" rIns="0" bIns="0" rtlCol="0" anchor="t"/>
          <a:lstStyle/>
          <a:p>
            <a:pPr indent="0" marL="0">
              <a:buNone/>
            </a:pPr>
            <a:r>
              <a:rPr lang="en-US" sz="1250" b="1" dirty="0">
                <a:solidFill>
                  <a:srgbClr val="CC7A00"/>
                </a:solidFill>
                <a:latin typeface="Arial" pitchFamily="34" charset="0"/>
                <a:ea typeface="Arial" pitchFamily="34" charset="-122"/>
                <a:cs typeface="Arial" pitchFamily="34" charset="-120"/>
              </a:rPr>
              <a:t>TRIANGULAR 15 / 30 / 60</a:t>
            </a:r>
            <a:endParaRPr lang="en-US" sz="1250" dirty="0"/>
          </a:p>
        </p:txBody>
      </p:sp>
      <p:sp>
        <p:nvSpPr>
          <p:cNvPr id="20" name="Shape 18"/>
          <p:cNvSpPr/>
          <p:nvPr/>
        </p:nvSpPr>
        <p:spPr>
          <a:xfrm>
            <a:off x="6163056" y="1965960"/>
            <a:ext cx="2651760" cy="3291840"/>
          </a:xfrm>
          <a:prstGeom prst="roundRect">
            <a:avLst>
              <a:gd name="adj" fmla="val 2759"/>
            </a:avLst>
          </a:prstGeom>
          <a:solidFill>
            <a:srgbClr val="FFF7EB"/>
          </a:solidFill>
          <a:ln w="12700">
            <a:solidFill>
              <a:srgbClr val="FFF7EB"/>
            </a:solidFill>
            <a:prstDash val="solid"/>
          </a:ln>
        </p:spPr>
      </p:sp>
      <p:sp>
        <p:nvSpPr>
          <p:cNvPr id="21" name="Shape 19"/>
          <p:cNvSpPr/>
          <p:nvPr/>
        </p:nvSpPr>
        <p:spPr>
          <a:xfrm>
            <a:off x="6345936" y="2103120"/>
            <a:ext cx="548640" cy="548640"/>
          </a:xfrm>
          <a:prstGeom prst="ellipse">
            <a:avLst/>
          </a:prstGeom>
          <a:solidFill>
            <a:srgbClr val="CC7A00"/>
          </a:solidFill>
          <a:ln w="12700">
            <a:solidFill>
              <a:srgbClr val="CC7A00"/>
            </a:solidFill>
            <a:prstDash val="solid"/>
          </a:ln>
        </p:spPr>
      </p:sp>
      <p:sp>
        <p:nvSpPr>
          <p:cNvPr id="22" name="Text 20"/>
          <p:cNvSpPr txBox="1"/>
          <p:nvPr/>
        </p:nvSpPr>
        <p:spPr>
          <a:xfrm>
            <a:off x="6345936" y="210312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HH</a:t>
            </a:r>
            <a:endParaRPr lang="en-US" sz="1300" dirty="0"/>
          </a:p>
        </p:txBody>
      </p:sp>
      <p:sp>
        <p:nvSpPr>
          <p:cNvPr id="23" name="Text 21"/>
          <p:cNvSpPr txBox="1"/>
          <p:nvPr/>
        </p:nvSpPr>
        <p:spPr>
          <a:xfrm>
            <a:off x="7031736" y="2148840"/>
            <a:ext cx="1737360" cy="45720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ING_DISENO</a:t>
            </a:r>
            <a:endParaRPr lang="en-US" sz="1500" dirty="0"/>
          </a:p>
        </p:txBody>
      </p:sp>
      <p:sp>
        <p:nvSpPr>
          <p:cNvPr id="24" name="Text 22"/>
          <p:cNvSpPr txBox="1"/>
          <p:nvPr/>
        </p:nvSpPr>
        <p:spPr>
          <a:xfrm>
            <a:off x="6345936" y="2788920"/>
            <a:ext cx="2331720" cy="100584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Horas hombre adicionales de diseño: rediseños, RFI, revisiones.</a:t>
            </a:r>
            <a:endParaRPr lang="en-US" sz="1250" dirty="0"/>
          </a:p>
        </p:txBody>
      </p:sp>
      <p:sp>
        <p:nvSpPr>
          <p:cNvPr id="25" name="Text 23"/>
          <p:cNvSpPr txBox="1"/>
          <p:nvPr/>
        </p:nvSpPr>
        <p:spPr>
          <a:xfrm>
            <a:off x="6345936" y="3840480"/>
            <a:ext cx="2331720" cy="502920"/>
          </a:xfrm>
          <a:prstGeom prst="rect">
            <a:avLst/>
          </a:prstGeom>
          <a:noFill/>
          <a:ln/>
        </p:spPr>
        <p:txBody>
          <a:bodyPr wrap="square" lIns="0" tIns="0" rIns="0" bIns="0" rtlCol="0" anchor="t"/>
          <a:lstStyle/>
          <a:p>
            <a:pPr indent="0" marL="0">
              <a:buNone/>
            </a:pPr>
            <a:r>
              <a:rPr lang="en-US" sz="1200" b="1" dirty="0">
                <a:solidFill>
                  <a:srgbClr val="333333"/>
                </a:solidFill>
                <a:latin typeface="Arial" pitchFamily="34" charset="0"/>
                <a:ea typeface="Arial" pitchFamily="34" charset="-122"/>
                <a:cs typeface="Arial" pitchFamily="34" charset="-120"/>
              </a:rPr>
              <a:t>R-05 Demora aprobación UMAS</a:t>
            </a:r>
            <a:endParaRPr lang="en-US" sz="1200" dirty="0"/>
          </a:p>
        </p:txBody>
      </p:sp>
      <p:sp>
        <p:nvSpPr>
          <p:cNvPr id="26" name="Text 24"/>
          <p:cNvSpPr txBox="1"/>
          <p:nvPr/>
        </p:nvSpPr>
        <p:spPr>
          <a:xfrm>
            <a:off x="6345936" y="4389120"/>
            <a:ext cx="2331720" cy="777240"/>
          </a:xfrm>
          <a:prstGeom prst="rect">
            <a:avLst/>
          </a:prstGeom>
          <a:noFill/>
          <a:ln/>
        </p:spPr>
        <p:txBody>
          <a:bodyPr wrap="square" lIns="0" tIns="0" rIns="0" bIns="0" rtlCol="0" anchor="t"/>
          <a:lstStyle/>
          <a:p>
            <a:pPr indent="0" marL="0">
              <a:buNone/>
            </a:pPr>
            <a:r>
              <a:rPr lang="en-US" sz="1250" b="1" dirty="0">
                <a:solidFill>
                  <a:srgbClr val="CC7A00"/>
                </a:solidFill>
                <a:latin typeface="Arial" pitchFamily="34" charset="0"/>
                <a:ea typeface="Arial" pitchFamily="34" charset="-122"/>
                <a:cs typeface="Arial" pitchFamily="34" charset="-120"/>
              </a:rPr>
              <a:t>TRIANGULAR 120 / 300 / 600</a:t>
            </a:r>
            <a:endParaRPr lang="en-US" sz="1250" dirty="0"/>
          </a:p>
        </p:txBody>
      </p:sp>
      <p:sp>
        <p:nvSpPr>
          <p:cNvPr id="27" name="Shape 25"/>
          <p:cNvSpPr/>
          <p:nvPr/>
        </p:nvSpPr>
        <p:spPr>
          <a:xfrm>
            <a:off x="8970264" y="1965960"/>
            <a:ext cx="2651760" cy="3291840"/>
          </a:xfrm>
          <a:prstGeom prst="roundRect">
            <a:avLst>
              <a:gd name="adj" fmla="val 2759"/>
            </a:avLst>
          </a:prstGeom>
          <a:solidFill>
            <a:srgbClr val="FFF7EB"/>
          </a:solidFill>
          <a:ln w="12700">
            <a:solidFill>
              <a:srgbClr val="FFF7EB"/>
            </a:solidFill>
            <a:prstDash val="solid"/>
          </a:ln>
        </p:spPr>
      </p:sp>
      <p:sp>
        <p:nvSpPr>
          <p:cNvPr id="28" name="Shape 26"/>
          <p:cNvSpPr/>
          <p:nvPr/>
        </p:nvSpPr>
        <p:spPr>
          <a:xfrm>
            <a:off x="9153144" y="2103120"/>
            <a:ext cx="548640" cy="548640"/>
          </a:xfrm>
          <a:prstGeom prst="ellipse">
            <a:avLst/>
          </a:prstGeom>
          <a:solidFill>
            <a:srgbClr val="2A2A2A"/>
          </a:solidFill>
          <a:ln w="12700">
            <a:solidFill>
              <a:srgbClr val="2A2A2A"/>
            </a:solidFill>
            <a:prstDash val="solid"/>
          </a:ln>
        </p:spPr>
      </p:sp>
      <p:sp>
        <p:nvSpPr>
          <p:cNvPr id="29" name="Text 27"/>
          <p:cNvSpPr txBox="1"/>
          <p:nvPr/>
        </p:nvSpPr>
        <p:spPr>
          <a:xfrm>
            <a:off x="9153144" y="210312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HH</a:t>
            </a:r>
            <a:endParaRPr lang="en-US" sz="1300" dirty="0"/>
          </a:p>
        </p:txBody>
      </p:sp>
      <p:sp>
        <p:nvSpPr>
          <p:cNvPr id="30" name="Text 28"/>
          <p:cNvSpPr txBox="1"/>
          <p:nvPr/>
        </p:nvSpPr>
        <p:spPr>
          <a:xfrm>
            <a:off x="9838944" y="2148840"/>
            <a:ext cx="1737360" cy="45720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ING_CAMPO</a:t>
            </a:r>
            <a:endParaRPr lang="en-US" sz="1500" dirty="0"/>
          </a:p>
        </p:txBody>
      </p:sp>
      <p:sp>
        <p:nvSpPr>
          <p:cNvPr id="31" name="Text 29"/>
          <p:cNvSpPr txBox="1"/>
          <p:nvPr/>
        </p:nvSpPr>
        <p:spPr>
          <a:xfrm>
            <a:off x="9153144" y="2788920"/>
            <a:ext cx="2331720" cy="1005840"/>
          </a:xfrm>
          <a:prstGeom prst="rect">
            <a:avLst/>
          </a:prstGeom>
          <a:noFill/>
          <a:ln/>
        </p:spPr>
        <p:txBody>
          <a:bodyPr wrap="square" lIns="0" tIns="0" rIns="0" bIns="0" rtlCol="0" anchor="t"/>
          <a:lstStyle/>
          <a:p>
            <a:pPr indent="0" marL="0">
              <a:buNone/>
            </a:pPr>
            <a:r>
              <a:rPr lang="en-US" sz="1250" dirty="0">
                <a:solidFill>
                  <a:srgbClr val="000000"/>
                </a:solidFill>
                <a:latin typeface="Arial" pitchFamily="34" charset="0"/>
                <a:ea typeface="Arial" pitchFamily="34" charset="-122"/>
                <a:cs typeface="Arial" pitchFamily="34" charset="-120"/>
              </a:rPr>
              <a:t>Horas hombre de ingeniería de campo: supervisión, reprocesos, control.</a:t>
            </a:r>
            <a:endParaRPr lang="en-US" sz="1250" dirty="0"/>
          </a:p>
        </p:txBody>
      </p:sp>
      <p:sp>
        <p:nvSpPr>
          <p:cNvPr id="32" name="Text 30"/>
          <p:cNvSpPr txBox="1"/>
          <p:nvPr/>
        </p:nvSpPr>
        <p:spPr>
          <a:xfrm>
            <a:off x="9153144" y="3840480"/>
            <a:ext cx="2331720" cy="502920"/>
          </a:xfrm>
          <a:prstGeom prst="rect">
            <a:avLst/>
          </a:prstGeom>
          <a:noFill/>
          <a:ln/>
        </p:spPr>
        <p:txBody>
          <a:bodyPr wrap="square" lIns="0" tIns="0" rIns="0" bIns="0" rtlCol="0" anchor="t"/>
          <a:lstStyle/>
          <a:p>
            <a:pPr indent="0" marL="0">
              <a:buNone/>
            </a:pPr>
            <a:r>
              <a:rPr lang="en-US" sz="1200" b="1" dirty="0">
                <a:solidFill>
                  <a:srgbClr val="333333"/>
                </a:solidFill>
                <a:latin typeface="Arial" pitchFamily="34" charset="0"/>
                <a:ea typeface="Arial" pitchFamily="34" charset="-122"/>
                <a:cs typeface="Arial" pitchFamily="34" charset="-120"/>
              </a:rPr>
              <a:t>R-06 NC en tarrajeo y solaqueo</a:t>
            </a:r>
            <a:endParaRPr lang="en-US" sz="1200" dirty="0"/>
          </a:p>
        </p:txBody>
      </p:sp>
      <p:sp>
        <p:nvSpPr>
          <p:cNvPr id="33" name="Text 31"/>
          <p:cNvSpPr txBox="1"/>
          <p:nvPr/>
        </p:nvSpPr>
        <p:spPr>
          <a:xfrm>
            <a:off x="9153144" y="4389120"/>
            <a:ext cx="2331720" cy="777240"/>
          </a:xfrm>
          <a:prstGeom prst="rect">
            <a:avLst/>
          </a:prstGeom>
          <a:noFill/>
          <a:ln/>
        </p:spPr>
        <p:txBody>
          <a:bodyPr wrap="square" lIns="0" tIns="0" rIns="0" bIns="0" rtlCol="0" anchor="t"/>
          <a:lstStyle/>
          <a:p>
            <a:pPr indent="0" marL="0">
              <a:buNone/>
            </a:pPr>
            <a:r>
              <a:rPr lang="en-US" sz="1250" b="1" dirty="0">
                <a:solidFill>
                  <a:srgbClr val="CC7A00"/>
                </a:solidFill>
                <a:latin typeface="Arial" pitchFamily="34" charset="0"/>
                <a:ea typeface="Arial" pitchFamily="34" charset="-122"/>
                <a:cs typeface="Arial" pitchFamily="34" charset="-120"/>
              </a:rPr>
              <a:t>TRIANGULAR 200 / 500 / 1 200</a:t>
            </a:r>
            <a:endParaRPr lang="en-US" sz="1250" dirty="0"/>
          </a:p>
        </p:txBody>
      </p:sp>
      <p:sp>
        <p:nvSpPr>
          <p:cNvPr id="34" name="Shape 32"/>
          <p:cNvSpPr/>
          <p:nvPr/>
        </p:nvSpPr>
        <p:spPr>
          <a:xfrm>
            <a:off x="548640" y="5440680"/>
            <a:ext cx="11094415" cy="868680"/>
          </a:xfrm>
          <a:prstGeom prst="roundRect">
            <a:avLst>
              <a:gd name="adj" fmla="val 8421"/>
            </a:avLst>
          </a:prstGeom>
          <a:solidFill>
            <a:srgbClr val="FFF0D6"/>
          </a:solidFill>
          <a:ln w="12700">
            <a:solidFill>
              <a:srgbClr val="FFF0D6"/>
            </a:solidFill>
            <a:prstDash val="solid"/>
          </a:ln>
        </p:spPr>
      </p:sp>
      <p:sp>
        <p:nvSpPr>
          <p:cNvPr id="35" name="Text 33"/>
          <p:cNvSpPr txBox="1"/>
          <p:nvPr/>
        </p:nvSpPr>
        <p:spPr>
          <a:xfrm>
            <a:off x="777240" y="5486400"/>
            <a:ext cx="10637215" cy="77724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No duplicar: si las HH ya están valorizadas dentro del COSTO del riesgo, no las ingrese además en ING_DISENO / ING_CAMPO, o hágalo sabiendo que son indicadores de carga, no de dinero. Revise unidades: soles (no miles), días calendario, HH (no días hombre).</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6 · OPORTUNIDADES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Oportunidades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Riesgos con efecto positivo: reducen el costo o el plazo si ocurren.</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61</a:t>
            </a:r>
            <a:endParaRPr lang="en-US" sz="1000" dirty="0"/>
          </a:p>
        </p:txBody>
      </p:sp>
      <p:sp>
        <p:nvSpPr>
          <p:cNvPr id="6" name="Shape 4"/>
          <p:cNvSpPr/>
          <p:nvPr/>
        </p:nvSpPr>
        <p:spPr>
          <a:xfrm>
            <a:off x="548640" y="1965960"/>
            <a:ext cx="5394960" cy="4206240"/>
          </a:xfrm>
          <a:prstGeom prst="roundRect">
            <a:avLst>
              <a:gd name="adj" fmla="val 1739"/>
            </a:avLst>
          </a:prstGeom>
          <a:solidFill>
            <a:srgbClr val="FFF0D6"/>
          </a:solidFill>
          <a:ln w="12700">
            <a:solidFill>
              <a:srgbClr val="FFF0D6"/>
            </a:solidFill>
            <a:prstDash val="solid"/>
          </a:ln>
        </p:spPr>
      </p:sp>
      <p:sp>
        <p:nvSpPr>
          <p:cNvPr id="7" name="Text 5"/>
          <p:cNvSpPr txBox="1"/>
          <p:nvPr/>
        </p:nvSpPr>
        <p:spPr>
          <a:xfrm>
            <a:off x="731520" y="209397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Cómo se ingresan</a:t>
            </a:r>
            <a:endParaRPr lang="en-US" sz="1500" dirty="0"/>
          </a:p>
        </p:txBody>
      </p:sp>
      <p:sp>
        <p:nvSpPr>
          <p:cNvPr id="8" name="Text 6"/>
          <p:cNvSpPr txBox="1"/>
          <p:nvPr/>
        </p:nvSpPr>
        <p:spPr>
          <a:xfrm>
            <a:off x="731520" y="2468880"/>
            <a:ext cx="5029200" cy="3611880"/>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1. TIPO = OPORTUNIDAD.</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2. PROBABILIDAD como cualquier riesgo.</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3. La distribución con parámetros POSITIVOS: el ahorro de 100 000 a 300 000 se escribe PERT 100 000 / 180 000 / 300 000.</a:t>
            </a: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4. La macro les aplica signo negativo: restan del total en cada iteración en que ocurren.</a:t>
            </a:r>
            <a:endParaRPr lang="en-US" sz="1400" dirty="0"/>
          </a:p>
        </p:txBody>
      </p:sp>
      <p:sp>
        <p:nvSpPr>
          <p:cNvPr id="9" name="Shape 7"/>
          <p:cNvSpPr/>
          <p:nvPr/>
        </p:nvSpPr>
        <p:spPr>
          <a:xfrm>
            <a:off x="6172200" y="1965960"/>
            <a:ext cx="5394960" cy="4206240"/>
          </a:xfrm>
          <a:prstGeom prst="roundRect">
            <a:avLst>
              <a:gd name="adj" fmla="val 1739"/>
            </a:avLst>
          </a:prstGeom>
          <a:solidFill>
            <a:srgbClr val="FFF7EB"/>
          </a:solidFill>
          <a:ln w="12700">
            <a:solidFill>
              <a:srgbClr val="FFF7EB"/>
            </a:solidFill>
            <a:prstDash val="solid"/>
          </a:ln>
        </p:spPr>
      </p:sp>
      <p:sp>
        <p:nvSpPr>
          <p:cNvPr id="10" name="Text 8"/>
          <p:cNvSpPr txBox="1"/>
          <p:nvPr/>
        </p:nvSpPr>
        <p:spPr>
          <a:xfrm>
            <a:off x="6355080" y="2093976"/>
            <a:ext cx="50292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Ejemplo y efecto</a:t>
            </a:r>
            <a:endParaRPr lang="en-US" sz="1500" dirty="0"/>
          </a:p>
        </p:txBody>
      </p:sp>
      <p:sp>
        <p:nvSpPr>
          <p:cNvPr id="11" name="Text 9"/>
          <p:cNvSpPr txBox="1"/>
          <p:nvPr/>
        </p:nvSpPr>
        <p:spPr>
          <a:xfrm>
            <a:off x="6355080" y="2468880"/>
            <a:ext cx="5029200" cy="3611880"/>
          </a:xfrm>
          <a:prstGeom prst="rect">
            <a:avLst/>
          </a:prstGeom>
          <a:noFill/>
          <a:ln/>
        </p:spPr>
        <p:txBody>
          <a:bodyPr wrap="square" lIns="0" tIns="0" rIns="0" bIns="0" rtlCol="0" anchor="t"/>
          <a:lstStyle/>
          <a:p>
            <a:pPr indent="0" marL="0">
              <a:buNone/>
            </a:pPr>
            <a:r>
              <a:rPr lang="en-US" sz="1400" dirty="0">
                <a:solidFill>
                  <a:srgbClr val="333333"/>
                </a:solidFill>
                <a:latin typeface="Arial" pitchFamily="34" charset="0"/>
                <a:ea typeface="Arial" pitchFamily="34" charset="-122"/>
                <a:cs typeface="Arial" pitchFamily="34" charset="-120"/>
              </a:rPr>
              <a:t>Proveedor adelanta la entrega de acero: probabilidad 0,30; PLAZO TRIANGULAR 3 / 5 / 10 días de ahorro.</a:t>
            </a:r>
            <a:endParaRPr lang="en-US" sz="1400" dirty="0"/>
          </a:p>
          <a:p>
            <a:pPr indent="0" marL="0">
              <a:buNone/>
            </a:pP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En el 30 % de las iteraciones el plazo total baja entre 3 y 10 días. VME = −1,8 días.</a:t>
            </a:r>
            <a:endParaRPr lang="en-US" sz="1400" dirty="0"/>
          </a:p>
          <a:p>
            <a:pPr indent="0" marL="0">
              <a:buNone/>
            </a:pPr>
            <a:endParaRPr lang="en-US" sz="1400" dirty="0"/>
          </a:p>
          <a:p>
            <a:pPr indent="0" marL="0">
              <a:buNone/>
            </a:pPr>
            <a:r>
              <a:rPr lang="en-US" sz="1400" dirty="0">
                <a:solidFill>
                  <a:srgbClr val="333333"/>
                </a:solidFill>
                <a:latin typeface="Arial" pitchFamily="34" charset="0"/>
                <a:ea typeface="Arial" pitchFamily="34" charset="-122"/>
                <a:cs typeface="Arial" pitchFamily="34" charset="-120"/>
              </a:rPr>
              <a:t>Se marcan en verde en TORNADO, RANGOS y MATRIZ_PI. Aparecen con barras hacia la izquierda en el tornado.</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6 · RESPUESTAS</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Respuestas y riesgo residual</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herramienta simula dos escenarios con los mismos números aleatorios: antes y después de las respuestas.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62</a:t>
            </a:r>
            <a:endParaRPr lang="en-US" sz="1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743200"/>
                <a:gridCol w="6035040"/>
                <a:gridCol w="2313432"/>
              </a:tblGrid>
              <a:tr h="502920">
                <a:tc>
                  <a:txBody>
                    <a:bodyPr/>
                    <a:lstStyle/>
                    <a:p>
                      <a:pPr indent="0" marL="0">
                        <a:buNone/>
                      </a:pPr>
                      <a:r>
                        <a:rPr lang="en-US" sz="1200" b="1" dirty="0">
                          <a:solidFill>
                            <a:srgbClr val="FFA028"/>
                          </a:solidFill>
                          <a:latin typeface="Arial" pitchFamily="34" charset="0"/>
                          <a:ea typeface="Arial" pitchFamily="34" charset="-122"/>
                          <a:cs typeface="Arial" pitchFamily="34" charset="-120"/>
                        </a:rPr>
                        <a:t>Columna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Qué significa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Ejemplo R-14</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5029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ESTRATEGIA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Evitar, mitigar, transferir, aceptar (amenazas); explotar, mejorar, compartir (oportunidades)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MITIGAR</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PROB_RESIDUAL</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Probabilidad después de la respuesta (vacía = igual)</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0,20 (antes 0,40)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5029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FACTOR_IMPACTO_RESIDUAL</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Multiplica el impacto: 0,5 = la mitad (vacío = 1)</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COSTO_RESPUESTA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Lo que cuesta implementar la respuesta, en 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300 000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7" name="Text 4"/>
          <p:cNvSpPr txBox="1"/>
          <p:nvPr/>
        </p:nvSpPr>
        <p:spPr>
          <a:xfrm>
            <a:off x="548640" y="4754880"/>
            <a:ext cx="11094415" cy="15544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La distribución NO se reescribe: el factor la escala proporcionalmente.</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Con números aleatorios comunes, la diferencia entre antes y después se debe solo a la respuesta, no al azar.</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La respuesta conviene si la reducción del P80 (o de la media) supera su costo. COMPARACION muestra ese beneficio neto.</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6 · CORRELACIÓN</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Riesgos que se mueven juntos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Si una misma causa agrava varios riesgos, deben simularse correlacionados.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63</a:t>
            </a:r>
            <a:endParaRPr lang="en-US" sz="1000" dirty="0"/>
          </a:p>
        </p:txBody>
      </p:sp>
      <p:sp>
        <p:nvSpPr>
          <p:cNvPr id="6" name="Text 4"/>
          <p:cNvSpPr txBox="1"/>
          <p:nvPr/>
        </p:nvSpPr>
        <p:spPr>
          <a:xfrm>
            <a:off x="548640" y="2011680"/>
            <a:ext cx="6217920" cy="42062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GRUPO_CORRELACION: el mismo nombre en los riesgos relacionados (APROBACIONES, CALIDAD, CONTRACTUAL…).</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RHO_GRUPO: intensidad entre 0 y 1. Guía: 0,3 débil · 0,5 moderada · 0,7 fuerte.</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Efecto: cuando uno sale alto, los otros del grupo tienden a salir altos. La media no cambia, pero el P80 y el P90 suben.</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Ignorar una correlación real subestima la contingencia.</a:t>
            </a:r>
            <a:endParaRPr lang="en-US" sz="1400" dirty="0"/>
          </a:p>
          <a:p>
            <a:pPr marL="342900" indent="-342900">
              <a:spcAft>
                <a:spcPts val="700"/>
              </a:spcAft>
              <a:buSzPct val="100000"/>
              <a:buChar char="•"/>
            </a:pPr>
            <a:r>
              <a:rPr lang="en-US" sz="1400" dirty="0">
                <a:solidFill>
                  <a:srgbClr val="000000"/>
                </a:solidFill>
                <a:latin typeface="Arial" pitchFamily="34" charset="0"/>
                <a:ea typeface="Arial" pitchFamily="34" charset="-122"/>
                <a:cs typeface="Arial" pitchFamily="34" charset="-120"/>
              </a:rPr>
              <a:t>La correlación lograda es menor que la objetivo porque en muchas iteraciones algún riesgo no ocurre (vale 0).</a:t>
            </a:r>
            <a:endParaRPr lang="en-US" sz="14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7223760" y="2057400"/>
          <a:ext cx="4389120" cy="914400"/>
        </p:xfrm>
        <a:graphic>
          <a:graphicData uri="http://schemas.openxmlformats.org/drawingml/2006/table">
            <a:tbl>
              <a:tblPr/>
              <a:tblGrid>
                <a:gridCol w="2011680"/>
                <a:gridCol w="1188720"/>
                <a:gridCol w="1188720"/>
              </a:tblGrid>
              <a:tr h="411480">
                <a:tc>
                  <a:txBody>
                    <a:bodyPr/>
                    <a:lstStyle/>
                    <a:p>
                      <a:pPr indent="0" marL="0">
                        <a:buNone/>
                      </a:pPr>
                      <a:r>
                        <a:rPr lang="en-US" sz="1200" b="1" dirty="0">
                          <a:solidFill>
                            <a:srgbClr val="FFA028"/>
                          </a:solidFill>
                          <a:latin typeface="Arial" pitchFamily="34" charset="0"/>
                          <a:ea typeface="Arial" pitchFamily="34" charset="-122"/>
                          <a:cs typeface="Arial" pitchFamily="34" charset="-120"/>
                        </a:rPr>
                        <a:t>Grupo</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ρ objetivo</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ρ lograda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CONTRACTUAL</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0,50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0,41</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SOBRECONSUMO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0,40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0,34</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APROBACIONES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0,50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0,45</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CALIDAD</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0,40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0,30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INGENIERIA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0,50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0,44</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000000"/>
                          </a:solidFill>
                          <a:latin typeface="Arial" pitchFamily="34" charset="0"/>
                          <a:ea typeface="Arial" pitchFamily="34" charset="-122"/>
                          <a:cs typeface="Arial" pitchFamily="34" charset="-120"/>
                        </a:rPr>
                        <a:t>EXTENSION_PLAZO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0,60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0,50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bl>
          </a:graphicData>
        </a:graphic>
      </p:graphicFrame>
      <p:sp>
        <p:nvSpPr>
          <p:cNvPr id="8" name="Text 5"/>
          <p:cNvSpPr txBox="1"/>
          <p:nvPr/>
        </p:nvSpPr>
        <p:spPr>
          <a:xfrm>
            <a:off x="548640" y="6400800"/>
            <a:ext cx="10362895" cy="320040"/>
          </a:xfrm>
          <a:prstGeom prst="rect">
            <a:avLst/>
          </a:prstGeom>
          <a:noFill/>
          <a:ln/>
        </p:spPr>
        <p:txBody>
          <a:bodyPr wrap="square" lIns="0" tIns="0" rIns="0" bIns="0" rtlCol="0" anchor="t"/>
          <a:lstStyle/>
          <a:p>
            <a:pPr indent="0" marL="0">
              <a:buNone/>
            </a:pPr>
            <a:r>
              <a:rPr lang="en-US" sz="1000" i="1" dirty="0">
                <a:solidFill>
                  <a:srgbClr val="6B6B6B"/>
                </a:solidFill>
                <a:latin typeface="Arial" pitchFamily="34" charset="0"/>
                <a:ea typeface="Arial" pitchFamily="34" charset="-122"/>
                <a:cs typeface="Arial" pitchFamily="34" charset="-120"/>
              </a:rPr>
              <a:t>Método Iman–Conover con un factor común por grupo (Vose 13.2). Valores de una corrida de prueba con las estimaciones preliminares.</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6 · CHECKLIST</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Errores frecuentes al llenar distribuciones</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validación detecta errores de forma; los de concepto dependen de quien llena el registro.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64</a:t>
            </a:r>
            <a:endParaRPr lang="en-US" sz="1000" dirty="0"/>
          </a:p>
        </p:txBody>
      </p:sp>
      <p:sp>
        <p:nvSpPr>
          <p:cNvPr id="6" name="Shape 4"/>
          <p:cNvSpPr/>
          <p:nvPr/>
        </p:nvSpPr>
        <p:spPr>
          <a:xfrm>
            <a:off x="548640" y="1965960"/>
            <a:ext cx="5440680" cy="960120"/>
          </a:xfrm>
          <a:prstGeom prst="roundRect">
            <a:avLst>
              <a:gd name="adj" fmla="val 7619"/>
            </a:avLst>
          </a:prstGeom>
          <a:solidFill>
            <a:srgbClr val="FFF7EB"/>
          </a:solidFill>
          <a:ln w="12700">
            <a:solidFill>
              <a:srgbClr val="FFF7EB"/>
            </a:solidFill>
            <a:prstDash val="solid"/>
          </a:ln>
        </p:spPr>
      </p:sp>
      <p:sp>
        <p:nvSpPr>
          <p:cNvPr id="7" name="Shape 5"/>
          <p:cNvSpPr/>
          <p:nvPr/>
        </p:nvSpPr>
        <p:spPr>
          <a:xfrm>
            <a:off x="713232" y="2194560"/>
            <a:ext cx="457200" cy="457200"/>
          </a:xfrm>
          <a:prstGeom prst="ellipse">
            <a:avLst/>
          </a:prstGeom>
          <a:solidFill>
            <a:srgbClr val="FF433D"/>
          </a:solidFill>
          <a:ln w="12700">
            <a:solidFill>
              <a:srgbClr val="FF433D"/>
            </a:solidFill>
            <a:prstDash val="solid"/>
          </a:ln>
        </p:spPr>
      </p:sp>
      <p:sp>
        <p:nvSpPr>
          <p:cNvPr id="8" name="Text 6"/>
          <p:cNvSpPr txBox="1"/>
          <p:nvPr/>
        </p:nvSpPr>
        <p:spPr>
          <a:xfrm>
            <a:off x="713232" y="2194560"/>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a:t>
            </a:r>
            <a:endParaRPr lang="en-US" sz="1300" dirty="0"/>
          </a:p>
        </p:txBody>
      </p:sp>
      <p:sp>
        <p:nvSpPr>
          <p:cNvPr id="9" name="Text 7"/>
          <p:cNvSpPr txBox="1"/>
          <p:nvPr/>
        </p:nvSpPr>
        <p:spPr>
          <a:xfrm>
            <a:off x="1325880" y="2057400"/>
            <a:ext cx="4572000" cy="34747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Probabilidad dentro del impacto</a:t>
            </a:r>
            <a:endParaRPr lang="en-US" sz="1400" dirty="0"/>
          </a:p>
        </p:txBody>
      </p:sp>
      <p:sp>
        <p:nvSpPr>
          <p:cNvPr id="10" name="Text 8"/>
          <p:cNvSpPr txBox="1"/>
          <p:nvPr/>
        </p:nvSpPr>
        <p:spPr>
          <a:xfrm>
            <a:off x="1325880" y="2423160"/>
            <a:ext cx="4572000" cy="457200"/>
          </a:xfrm>
          <a:prstGeom prst="rect">
            <a:avLst/>
          </a:prstGeom>
          <a:noFill/>
          <a:ln/>
        </p:spPr>
        <p:txBody>
          <a:bodyPr wrap="square" lIns="0" tIns="0" rIns="0" bIns="0" rtlCol="0" anchor="t"/>
          <a:lstStyle/>
          <a:p>
            <a:pPr indent="0" marL="0">
              <a:buNone/>
            </a:pPr>
            <a:r>
              <a:rPr lang="en-US" sz="1250" dirty="0">
                <a:solidFill>
                  <a:srgbClr val="333333"/>
                </a:solidFill>
                <a:latin typeface="Arial" pitchFamily="34" charset="0"/>
                <a:ea typeface="Arial" pitchFamily="34" charset="-122"/>
                <a:cs typeface="Arial" pitchFamily="34" charset="-120"/>
              </a:rPr>
              <a:t>Poner el 30 % del costo como impacto. La probabilidad va SOLO en PROBABILIDAD.</a:t>
            </a:r>
            <a:endParaRPr lang="en-US" sz="1250" dirty="0"/>
          </a:p>
        </p:txBody>
      </p:sp>
      <p:sp>
        <p:nvSpPr>
          <p:cNvPr id="11" name="Shape 9"/>
          <p:cNvSpPr/>
          <p:nvPr/>
        </p:nvSpPr>
        <p:spPr>
          <a:xfrm>
            <a:off x="6172200" y="1965960"/>
            <a:ext cx="5440680" cy="960120"/>
          </a:xfrm>
          <a:prstGeom prst="roundRect">
            <a:avLst>
              <a:gd name="adj" fmla="val 7619"/>
            </a:avLst>
          </a:prstGeom>
          <a:solidFill>
            <a:srgbClr val="FFF7EB"/>
          </a:solidFill>
          <a:ln w="12700">
            <a:solidFill>
              <a:srgbClr val="FFF7EB"/>
            </a:solidFill>
            <a:prstDash val="solid"/>
          </a:ln>
        </p:spPr>
      </p:sp>
      <p:sp>
        <p:nvSpPr>
          <p:cNvPr id="12" name="Shape 10"/>
          <p:cNvSpPr/>
          <p:nvPr/>
        </p:nvSpPr>
        <p:spPr>
          <a:xfrm>
            <a:off x="6336792" y="2194560"/>
            <a:ext cx="457200" cy="457200"/>
          </a:xfrm>
          <a:prstGeom prst="ellipse">
            <a:avLst/>
          </a:prstGeom>
          <a:solidFill>
            <a:srgbClr val="FF433D"/>
          </a:solidFill>
          <a:ln w="12700">
            <a:solidFill>
              <a:srgbClr val="FF433D"/>
            </a:solidFill>
            <a:prstDash val="solid"/>
          </a:ln>
        </p:spPr>
      </p:sp>
      <p:sp>
        <p:nvSpPr>
          <p:cNvPr id="13" name="Text 11"/>
          <p:cNvSpPr txBox="1"/>
          <p:nvPr/>
        </p:nvSpPr>
        <p:spPr>
          <a:xfrm>
            <a:off x="6336792" y="2194560"/>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a:t>
            </a:r>
            <a:endParaRPr lang="en-US" sz="1300" dirty="0"/>
          </a:p>
        </p:txBody>
      </p:sp>
      <p:sp>
        <p:nvSpPr>
          <p:cNvPr id="14" name="Text 12"/>
          <p:cNvSpPr txBox="1"/>
          <p:nvPr/>
        </p:nvSpPr>
        <p:spPr>
          <a:xfrm>
            <a:off x="6949440" y="2057400"/>
            <a:ext cx="4572000" cy="34747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Peor caso como moda</a:t>
            </a:r>
            <a:endParaRPr lang="en-US" sz="1400" dirty="0"/>
          </a:p>
        </p:txBody>
      </p:sp>
      <p:sp>
        <p:nvSpPr>
          <p:cNvPr id="15" name="Text 13"/>
          <p:cNvSpPr txBox="1"/>
          <p:nvPr/>
        </p:nvSpPr>
        <p:spPr>
          <a:xfrm>
            <a:off x="6949440" y="2423160"/>
            <a:ext cx="4572000" cy="457200"/>
          </a:xfrm>
          <a:prstGeom prst="rect">
            <a:avLst/>
          </a:prstGeom>
          <a:noFill/>
          <a:ln/>
        </p:spPr>
        <p:txBody>
          <a:bodyPr wrap="square" lIns="0" tIns="0" rIns="0" bIns="0" rtlCol="0" anchor="t"/>
          <a:lstStyle/>
          <a:p>
            <a:pPr indent="0" marL="0">
              <a:buNone/>
            </a:pPr>
            <a:r>
              <a:rPr lang="en-US" sz="1250" dirty="0">
                <a:solidFill>
                  <a:srgbClr val="333333"/>
                </a:solidFill>
                <a:latin typeface="Arial" pitchFamily="34" charset="0"/>
                <a:ea typeface="Arial" pitchFamily="34" charset="-122"/>
                <a:cs typeface="Arial" pitchFamily="34" charset="-120"/>
              </a:rPr>
              <a:t>La moda es lo más frecuente, no lo más temido.</a:t>
            </a:r>
            <a:endParaRPr lang="en-US" sz="1250" dirty="0"/>
          </a:p>
        </p:txBody>
      </p:sp>
      <p:sp>
        <p:nvSpPr>
          <p:cNvPr id="16" name="Shape 14"/>
          <p:cNvSpPr/>
          <p:nvPr/>
        </p:nvSpPr>
        <p:spPr>
          <a:xfrm>
            <a:off x="548640" y="3044952"/>
            <a:ext cx="5440680" cy="960120"/>
          </a:xfrm>
          <a:prstGeom prst="roundRect">
            <a:avLst>
              <a:gd name="adj" fmla="val 7619"/>
            </a:avLst>
          </a:prstGeom>
          <a:solidFill>
            <a:srgbClr val="FFF7EB"/>
          </a:solidFill>
          <a:ln w="12700">
            <a:solidFill>
              <a:srgbClr val="FFF7EB"/>
            </a:solidFill>
            <a:prstDash val="solid"/>
          </a:ln>
        </p:spPr>
      </p:sp>
      <p:sp>
        <p:nvSpPr>
          <p:cNvPr id="17" name="Shape 15"/>
          <p:cNvSpPr/>
          <p:nvPr/>
        </p:nvSpPr>
        <p:spPr>
          <a:xfrm>
            <a:off x="713232" y="3273552"/>
            <a:ext cx="457200" cy="457200"/>
          </a:xfrm>
          <a:prstGeom prst="ellipse">
            <a:avLst/>
          </a:prstGeom>
          <a:solidFill>
            <a:srgbClr val="FF433D"/>
          </a:solidFill>
          <a:ln w="12700">
            <a:solidFill>
              <a:srgbClr val="FF433D"/>
            </a:solidFill>
            <a:prstDash val="solid"/>
          </a:ln>
        </p:spPr>
      </p:sp>
      <p:sp>
        <p:nvSpPr>
          <p:cNvPr id="18" name="Text 16"/>
          <p:cNvSpPr txBox="1"/>
          <p:nvPr/>
        </p:nvSpPr>
        <p:spPr>
          <a:xfrm>
            <a:off x="713232" y="3273552"/>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a:t>
            </a:r>
            <a:endParaRPr lang="en-US" sz="1300" dirty="0"/>
          </a:p>
        </p:txBody>
      </p:sp>
      <p:sp>
        <p:nvSpPr>
          <p:cNvPr id="19" name="Text 17"/>
          <p:cNvSpPr txBox="1"/>
          <p:nvPr/>
        </p:nvSpPr>
        <p:spPr>
          <a:xfrm>
            <a:off x="1325880" y="3136392"/>
            <a:ext cx="4572000" cy="34747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Mezclar unidades</a:t>
            </a:r>
            <a:endParaRPr lang="en-US" sz="1400" dirty="0"/>
          </a:p>
        </p:txBody>
      </p:sp>
      <p:sp>
        <p:nvSpPr>
          <p:cNvPr id="20" name="Text 18"/>
          <p:cNvSpPr txBox="1"/>
          <p:nvPr/>
        </p:nvSpPr>
        <p:spPr>
          <a:xfrm>
            <a:off x="1325880" y="3502152"/>
            <a:ext cx="4572000" cy="457200"/>
          </a:xfrm>
          <a:prstGeom prst="rect">
            <a:avLst/>
          </a:prstGeom>
          <a:noFill/>
          <a:ln/>
        </p:spPr>
        <p:txBody>
          <a:bodyPr wrap="square" lIns="0" tIns="0" rIns="0" bIns="0" rtlCol="0" anchor="t"/>
          <a:lstStyle/>
          <a:p>
            <a:pPr indent="0" marL="0">
              <a:buNone/>
            </a:pPr>
            <a:r>
              <a:rPr lang="en-US" sz="1250" dirty="0">
                <a:solidFill>
                  <a:srgbClr val="333333"/>
                </a:solidFill>
                <a:latin typeface="Arial" pitchFamily="34" charset="0"/>
                <a:ea typeface="Arial" pitchFamily="34" charset="-122"/>
                <a:cs typeface="Arial" pitchFamily="34" charset="-120"/>
              </a:rPr>
              <a:t>Soles vs. miles; días hábiles vs. calendario; HH vs. días hombre.</a:t>
            </a:r>
            <a:endParaRPr lang="en-US" sz="1250" dirty="0"/>
          </a:p>
        </p:txBody>
      </p:sp>
      <p:sp>
        <p:nvSpPr>
          <p:cNvPr id="21" name="Shape 19"/>
          <p:cNvSpPr/>
          <p:nvPr/>
        </p:nvSpPr>
        <p:spPr>
          <a:xfrm>
            <a:off x="6172200" y="3044952"/>
            <a:ext cx="5440680" cy="960120"/>
          </a:xfrm>
          <a:prstGeom prst="roundRect">
            <a:avLst>
              <a:gd name="adj" fmla="val 7619"/>
            </a:avLst>
          </a:prstGeom>
          <a:solidFill>
            <a:srgbClr val="FFF7EB"/>
          </a:solidFill>
          <a:ln w="12700">
            <a:solidFill>
              <a:srgbClr val="FFF7EB"/>
            </a:solidFill>
            <a:prstDash val="solid"/>
          </a:ln>
        </p:spPr>
      </p:sp>
      <p:sp>
        <p:nvSpPr>
          <p:cNvPr id="22" name="Shape 20"/>
          <p:cNvSpPr/>
          <p:nvPr/>
        </p:nvSpPr>
        <p:spPr>
          <a:xfrm>
            <a:off x="6336792" y="3273552"/>
            <a:ext cx="457200" cy="457200"/>
          </a:xfrm>
          <a:prstGeom prst="ellipse">
            <a:avLst/>
          </a:prstGeom>
          <a:solidFill>
            <a:srgbClr val="FF433D"/>
          </a:solidFill>
          <a:ln w="12700">
            <a:solidFill>
              <a:srgbClr val="FF433D"/>
            </a:solidFill>
            <a:prstDash val="solid"/>
          </a:ln>
        </p:spPr>
      </p:sp>
      <p:sp>
        <p:nvSpPr>
          <p:cNvPr id="23" name="Text 21"/>
          <p:cNvSpPr txBox="1"/>
          <p:nvPr/>
        </p:nvSpPr>
        <p:spPr>
          <a:xfrm>
            <a:off x="6336792" y="3273552"/>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a:t>
            </a:r>
            <a:endParaRPr lang="en-US" sz="1300" dirty="0"/>
          </a:p>
        </p:txBody>
      </p:sp>
      <p:sp>
        <p:nvSpPr>
          <p:cNvPr id="24" name="Text 22"/>
          <p:cNvSpPr txBox="1"/>
          <p:nvPr/>
        </p:nvSpPr>
        <p:spPr>
          <a:xfrm>
            <a:off x="6949440" y="3136392"/>
            <a:ext cx="4572000" cy="34747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Duplicar impactos</a:t>
            </a:r>
            <a:endParaRPr lang="en-US" sz="1400" dirty="0"/>
          </a:p>
        </p:txBody>
      </p:sp>
      <p:sp>
        <p:nvSpPr>
          <p:cNvPr id="25" name="Text 23"/>
          <p:cNvSpPr txBox="1"/>
          <p:nvPr/>
        </p:nvSpPr>
        <p:spPr>
          <a:xfrm>
            <a:off x="6949440" y="3502152"/>
            <a:ext cx="4572000" cy="457200"/>
          </a:xfrm>
          <a:prstGeom prst="rect">
            <a:avLst/>
          </a:prstGeom>
          <a:noFill/>
          <a:ln/>
        </p:spPr>
        <p:txBody>
          <a:bodyPr wrap="square" lIns="0" tIns="0" rIns="0" bIns="0" rtlCol="0" anchor="t"/>
          <a:lstStyle/>
          <a:p>
            <a:pPr indent="0" marL="0">
              <a:buNone/>
            </a:pPr>
            <a:r>
              <a:rPr lang="en-US" sz="1250" dirty="0">
                <a:solidFill>
                  <a:srgbClr val="333333"/>
                </a:solidFill>
                <a:latin typeface="Arial" pitchFamily="34" charset="0"/>
                <a:ea typeface="Arial" pitchFamily="34" charset="-122"/>
                <a:cs typeface="Arial" pitchFamily="34" charset="-120"/>
              </a:rPr>
              <a:t>El mismo efecto en dos riesgos o en dos dimensiones.</a:t>
            </a:r>
            <a:endParaRPr lang="en-US" sz="1250" dirty="0"/>
          </a:p>
        </p:txBody>
      </p:sp>
      <p:sp>
        <p:nvSpPr>
          <p:cNvPr id="26" name="Shape 24"/>
          <p:cNvSpPr/>
          <p:nvPr/>
        </p:nvSpPr>
        <p:spPr>
          <a:xfrm>
            <a:off x="548640" y="4123944"/>
            <a:ext cx="5440680" cy="960120"/>
          </a:xfrm>
          <a:prstGeom prst="roundRect">
            <a:avLst>
              <a:gd name="adj" fmla="val 7619"/>
            </a:avLst>
          </a:prstGeom>
          <a:solidFill>
            <a:srgbClr val="FFF7EB"/>
          </a:solidFill>
          <a:ln w="12700">
            <a:solidFill>
              <a:srgbClr val="FFF7EB"/>
            </a:solidFill>
            <a:prstDash val="solid"/>
          </a:ln>
        </p:spPr>
      </p:sp>
      <p:sp>
        <p:nvSpPr>
          <p:cNvPr id="27" name="Shape 25"/>
          <p:cNvSpPr/>
          <p:nvPr/>
        </p:nvSpPr>
        <p:spPr>
          <a:xfrm>
            <a:off x="713232" y="4352544"/>
            <a:ext cx="457200" cy="457200"/>
          </a:xfrm>
          <a:prstGeom prst="ellipse">
            <a:avLst/>
          </a:prstGeom>
          <a:solidFill>
            <a:srgbClr val="FF433D"/>
          </a:solidFill>
          <a:ln w="12700">
            <a:solidFill>
              <a:srgbClr val="FF433D"/>
            </a:solidFill>
            <a:prstDash val="solid"/>
          </a:ln>
        </p:spPr>
      </p:sp>
      <p:sp>
        <p:nvSpPr>
          <p:cNvPr id="28" name="Text 26"/>
          <p:cNvSpPr txBox="1"/>
          <p:nvPr/>
        </p:nvSpPr>
        <p:spPr>
          <a:xfrm>
            <a:off x="713232" y="4352544"/>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a:t>
            </a:r>
            <a:endParaRPr lang="en-US" sz="1300" dirty="0"/>
          </a:p>
        </p:txBody>
      </p:sp>
      <p:sp>
        <p:nvSpPr>
          <p:cNvPr id="29" name="Text 27"/>
          <p:cNvSpPr txBox="1"/>
          <p:nvPr/>
        </p:nvSpPr>
        <p:spPr>
          <a:xfrm>
            <a:off x="1325880" y="4215384"/>
            <a:ext cx="4572000" cy="34747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Orden incoherente</a:t>
            </a:r>
            <a:endParaRPr lang="en-US" sz="1400" dirty="0"/>
          </a:p>
        </p:txBody>
      </p:sp>
      <p:sp>
        <p:nvSpPr>
          <p:cNvPr id="30" name="Text 28"/>
          <p:cNvSpPr txBox="1"/>
          <p:nvPr/>
        </p:nvSpPr>
        <p:spPr>
          <a:xfrm>
            <a:off x="1325880" y="4581144"/>
            <a:ext cx="4572000" cy="457200"/>
          </a:xfrm>
          <a:prstGeom prst="rect">
            <a:avLst/>
          </a:prstGeom>
          <a:noFill/>
          <a:ln/>
        </p:spPr>
        <p:txBody>
          <a:bodyPr wrap="square" lIns="0" tIns="0" rIns="0" bIns="0" rtlCol="0" anchor="t"/>
          <a:lstStyle/>
          <a:p>
            <a:pPr indent="0" marL="0">
              <a:buNone/>
            </a:pPr>
            <a:r>
              <a:rPr lang="en-US" sz="1250" dirty="0">
                <a:solidFill>
                  <a:srgbClr val="333333"/>
                </a:solidFill>
                <a:latin typeface="Arial" pitchFamily="34" charset="0"/>
                <a:ea typeface="Arial" pitchFamily="34" charset="-122"/>
                <a:cs typeface="Arial" pitchFamily="34" charset="-120"/>
              </a:rPr>
              <a:t>Mínimo &gt; moda o moda &gt; máximo: la validación lo marca en rojo.</a:t>
            </a:r>
            <a:endParaRPr lang="en-US" sz="1250" dirty="0"/>
          </a:p>
        </p:txBody>
      </p:sp>
      <p:sp>
        <p:nvSpPr>
          <p:cNvPr id="31" name="Shape 29"/>
          <p:cNvSpPr/>
          <p:nvPr/>
        </p:nvSpPr>
        <p:spPr>
          <a:xfrm>
            <a:off x="6172200" y="4123944"/>
            <a:ext cx="5440680" cy="960120"/>
          </a:xfrm>
          <a:prstGeom prst="roundRect">
            <a:avLst>
              <a:gd name="adj" fmla="val 7619"/>
            </a:avLst>
          </a:prstGeom>
          <a:solidFill>
            <a:srgbClr val="FFF7EB"/>
          </a:solidFill>
          <a:ln w="12700">
            <a:solidFill>
              <a:srgbClr val="FFF7EB"/>
            </a:solidFill>
            <a:prstDash val="solid"/>
          </a:ln>
        </p:spPr>
      </p:sp>
      <p:sp>
        <p:nvSpPr>
          <p:cNvPr id="32" name="Shape 30"/>
          <p:cNvSpPr/>
          <p:nvPr/>
        </p:nvSpPr>
        <p:spPr>
          <a:xfrm>
            <a:off x="6336792" y="4352544"/>
            <a:ext cx="457200" cy="457200"/>
          </a:xfrm>
          <a:prstGeom prst="ellipse">
            <a:avLst/>
          </a:prstGeom>
          <a:solidFill>
            <a:srgbClr val="FF433D"/>
          </a:solidFill>
          <a:ln w="12700">
            <a:solidFill>
              <a:srgbClr val="FF433D"/>
            </a:solidFill>
            <a:prstDash val="solid"/>
          </a:ln>
        </p:spPr>
      </p:sp>
      <p:sp>
        <p:nvSpPr>
          <p:cNvPr id="33" name="Text 31"/>
          <p:cNvSpPr txBox="1"/>
          <p:nvPr/>
        </p:nvSpPr>
        <p:spPr>
          <a:xfrm>
            <a:off x="6336792" y="4352544"/>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a:t>
            </a:r>
            <a:endParaRPr lang="en-US" sz="1300" dirty="0"/>
          </a:p>
        </p:txBody>
      </p:sp>
      <p:sp>
        <p:nvSpPr>
          <p:cNvPr id="34" name="Text 32"/>
          <p:cNvSpPr txBox="1"/>
          <p:nvPr/>
        </p:nvSpPr>
        <p:spPr>
          <a:xfrm>
            <a:off x="6949440" y="4215384"/>
            <a:ext cx="4572000" cy="34747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Probabilidad mal usada</a:t>
            </a:r>
            <a:endParaRPr lang="en-US" sz="1400" dirty="0"/>
          </a:p>
        </p:txBody>
      </p:sp>
      <p:sp>
        <p:nvSpPr>
          <p:cNvPr id="35" name="Text 33"/>
          <p:cNvSpPr txBox="1"/>
          <p:nvPr/>
        </p:nvSpPr>
        <p:spPr>
          <a:xfrm>
            <a:off x="6949440" y="4581144"/>
            <a:ext cx="4572000" cy="457200"/>
          </a:xfrm>
          <a:prstGeom prst="rect">
            <a:avLst/>
          </a:prstGeom>
          <a:noFill/>
          <a:ln/>
        </p:spPr>
        <p:txBody>
          <a:bodyPr wrap="square" lIns="0" tIns="0" rIns="0" bIns="0" rtlCol="0" anchor="t"/>
          <a:lstStyle/>
          <a:p>
            <a:pPr indent="0" marL="0">
              <a:buNone/>
            </a:pPr>
            <a:r>
              <a:rPr lang="en-US" sz="1250" dirty="0">
                <a:solidFill>
                  <a:srgbClr val="333333"/>
                </a:solidFill>
                <a:latin typeface="Arial" pitchFamily="34" charset="0"/>
                <a:ea typeface="Arial" pitchFamily="34" charset="-122"/>
                <a:cs typeface="Arial" pitchFamily="34" charset="-120"/>
              </a:rPr>
              <a:t>1 a algo que puede no ocurrir; &gt; 0,5 a algo casi seguro (mejor en la línea base).</a:t>
            </a:r>
            <a:endParaRPr lang="en-US" sz="1250" dirty="0"/>
          </a:p>
        </p:txBody>
      </p:sp>
      <p:sp>
        <p:nvSpPr>
          <p:cNvPr id="36" name="Shape 34"/>
          <p:cNvSpPr/>
          <p:nvPr/>
        </p:nvSpPr>
        <p:spPr>
          <a:xfrm>
            <a:off x="548640" y="5202936"/>
            <a:ext cx="5440680" cy="960120"/>
          </a:xfrm>
          <a:prstGeom prst="roundRect">
            <a:avLst>
              <a:gd name="adj" fmla="val 7619"/>
            </a:avLst>
          </a:prstGeom>
          <a:solidFill>
            <a:srgbClr val="FFF7EB"/>
          </a:solidFill>
          <a:ln w="12700">
            <a:solidFill>
              <a:srgbClr val="FFF7EB"/>
            </a:solidFill>
            <a:prstDash val="solid"/>
          </a:ln>
        </p:spPr>
      </p:sp>
      <p:sp>
        <p:nvSpPr>
          <p:cNvPr id="37" name="Shape 35"/>
          <p:cNvSpPr/>
          <p:nvPr/>
        </p:nvSpPr>
        <p:spPr>
          <a:xfrm>
            <a:off x="713232" y="5431536"/>
            <a:ext cx="457200" cy="457200"/>
          </a:xfrm>
          <a:prstGeom prst="ellipse">
            <a:avLst/>
          </a:prstGeom>
          <a:solidFill>
            <a:srgbClr val="FF433D"/>
          </a:solidFill>
          <a:ln w="12700">
            <a:solidFill>
              <a:srgbClr val="FF433D"/>
            </a:solidFill>
            <a:prstDash val="solid"/>
          </a:ln>
        </p:spPr>
      </p:sp>
      <p:sp>
        <p:nvSpPr>
          <p:cNvPr id="38" name="Text 36"/>
          <p:cNvSpPr txBox="1"/>
          <p:nvPr/>
        </p:nvSpPr>
        <p:spPr>
          <a:xfrm>
            <a:off x="713232" y="5431536"/>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a:t>
            </a:r>
            <a:endParaRPr lang="en-US" sz="1300" dirty="0"/>
          </a:p>
        </p:txBody>
      </p:sp>
      <p:sp>
        <p:nvSpPr>
          <p:cNvPr id="39" name="Text 37"/>
          <p:cNvSpPr txBox="1"/>
          <p:nvPr/>
        </p:nvSpPr>
        <p:spPr>
          <a:xfrm>
            <a:off x="1325880" y="5294376"/>
            <a:ext cx="4572000" cy="34747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Rangos demasiado estrechos</a:t>
            </a:r>
            <a:endParaRPr lang="en-US" sz="1400" dirty="0"/>
          </a:p>
        </p:txBody>
      </p:sp>
      <p:sp>
        <p:nvSpPr>
          <p:cNvPr id="40" name="Text 38"/>
          <p:cNvSpPr txBox="1"/>
          <p:nvPr/>
        </p:nvSpPr>
        <p:spPr>
          <a:xfrm>
            <a:off x="1325880" y="5660136"/>
            <a:ext cx="4572000" cy="457200"/>
          </a:xfrm>
          <a:prstGeom prst="rect">
            <a:avLst/>
          </a:prstGeom>
          <a:noFill/>
          <a:ln/>
        </p:spPr>
        <p:txBody>
          <a:bodyPr wrap="square" lIns="0" tIns="0" rIns="0" bIns="0" rtlCol="0" anchor="t"/>
          <a:lstStyle/>
          <a:p>
            <a:pPr indent="0" marL="0">
              <a:buNone/>
            </a:pPr>
            <a:r>
              <a:rPr lang="en-US" sz="1250" dirty="0">
                <a:solidFill>
                  <a:srgbClr val="333333"/>
                </a:solidFill>
                <a:latin typeface="Arial" pitchFamily="34" charset="0"/>
                <a:ea typeface="Arial" pitchFamily="34" charset="-122"/>
                <a:cs typeface="Arial" pitchFamily="34" charset="-120"/>
              </a:rPr>
              <a:t>Exceso de confianza: amplíe o use TRIGEN.</a:t>
            </a:r>
            <a:endParaRPr lang="en-US" sz="1250" dirty="0"/>
          </a:p>
        </p:txBody>
      </p:sp>
      <p:sp>
        <p:nvSpPr>
          <p:cNvPr id="41" name="Shape 39"/>
          <p:cNvSpPr/>
          <p:nvPr/>
        </p:nvSpPr>
        <p:spPr>
          <a:xfrm>
            <a:off x="6172200" y="5202936"/>
            <a:ext cx="5440680" cy="960120"/>
          </a:xfrm>
          <a:prstGeom prst="roundRect">
            <a:avLst>
              <a:gd name="adj" fmla="val 7619"/>
            </a:avLst>
          </a:prstGeom>
          <a:solidFill>
            <a:srgbClr val="FFF7EB"/>
          </a:solidFill>
          <a:ln w="12700">
            <a:solidFill>
              <a:srgbClr val="FFF7EB"/>
            </a:solidFill>
            <a:prstDash val="solid"/>
          </a:ln>
        </p:spPr>
      </p:sp>
      <p:sp>
        <p:nvSpPr>
          <p:cNvPr id="42" name="Shape 40"/>
          <p:cNvSpPr/>
          <p:nvPr/>
        </p:nvSpPr>
        <p:spPr>
          <a:xfrm>
            <a:off x="6336792" y="5431536"/>
            <a:ext cx="457200" cy="457200"/>
          </a:xfrm>
          <a:prstGeom prst="ellipse">
            <a:avLst/>
          </a:prstGeom>
          <a:solidFill>
            <a:srgbClr val="FF433D"/>
          </a:solidFill>
          <a:ln w="12700">
            <a:solidFill>
              <a:srgbClr val="FF433D"/>
            </a:solidFill>
            <a:prstDash val="solid"/>
          </a:ln>
        </p:spPr>
      </p:sp>
      <p:sp>
        <p:nvSpPr>
          <p:cNvPr id="43" name="Text 41"/>
          <p:cNvSpPr txBox="1"/>
          <p:nvPr/>
        </p:nvSpPr>
        <p:spPr>
          <a:xfrm>
            <a:off x="6336792" y="5431536"/>
            <a:ext cx="457200" cy="457200"/>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a:t>
            </a:r>
            <a:endParaRPr lang="en-US" sz="1300" dirty="0"/>
          </a:p>
        </p:txBody>
      </p:sp>
      <p:sp>
        <p:nvSpPr>
          <p:cNvPr id="44" name="Text 42"/>
          <p:cNvSpPr txBox="1"/>
          <p:nvPr/>
        </p:nvSpPr>
        <p:spPr>
          <a:xfrm>
            <a:off x="6949440" y="5294376"/>
            <a:ext cx="4572000" cy="347472"/>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Parámetro equivocado</a:t>
            </a:r>
            <a:endParaRPr lang="en-US" sz="1400" dirty="0"/>
          </a:p>
        </p:txBody>
      </p:sp>
      <p:sp>
        <p:nvSpPr>
          <p:cNvPr id="45" name="Text 43"/>
          <p:cNvSpPr txBox="1"/>
          <p:nvPr/>
        </p:nvSpPr>
        <p:spPr>
          <a:xfrm>
            <a:off x="6949440" y="5660136"/>
            <a:ext cx="4572000" cy="457200"/>
          </a:xfrm>
          <a:prstGeom prst="rect">
            <a:avLst/>
          </a:prstGeom>
          <a:noFill/>
          <a:ln/>
        </p:spPr>
        <p:txBody>
          <a:bodyPr wrap="square" lIns="0" tIns="0" rIns="0" bIns="0" rtlCol="0" anchor="t"/>
          <a:lstStyle/>
          <a:p>
            <a:pPr indent="0" marL="0">
              <a:buNone/>
            </a:pPr>
            <a:r>
              <a:rPr lang="en-US" sz="1250" dirty="0">
                <a:solidFill>
                  <a:srgbClr val="333333"/>
                </a:solidFill>
                <a:latin typeface="Arial" pitchFamily="34" charset="0"/>
                <a:ea typeface="Arial" pitchFamily="34" charset="-122"/>
                <a:cs typeface="Arial" pitchFamily="34" charset="-120"/>
              </a:rPr>
              <a:t>Escala en vez de desviación (LOGISTICA); tasa en vez de media (EXPONENCIAL).</a:t>
            </a:r>
            <a:endParaRPr lang="en-US" sz="12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65</a:t>
            </a:r>
            <a:endParaRPr lang="en-US" sz="1000" dirty="0"/>
          </a:p>
        </p:txBody>
      </p:sp>
      <p:sp>
        <p:nvSpPr>
          <p:cNvPr id="3"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400" b="1" spc="300" kern="0" dirty="0">
                <a:solidFill>
                  <a:srgbClr val="FFA028"/>
                </a:solidFill>
                <a:latin typeface="Arial" pitchFamily="34" charset="0"/>
                <a:ea typeface="Arial" pitchFamily="34" charset="-122"/>
                <a:cs typeface="Arial" pitchFamily="34" charset="-120"/>
              </a:rPr>
              <a:t>PARTE 7</a:t>
            </a:r>
            <a:endParaRPr lang="en-US" sz="1400" dirty="0"/>
          </a:p>
        </p:txBody>
      </p:sp>
      <p:sp>
        <p:nvSpPr>
          <p:cNvPr id="4" name="Text 2"/>
          <p:cNvSpPr txBox="1"/>
          <p:nvPr/>
        </p:nvSpPr>
        <p:spPr>
          <a:xfrm>
            <a:off x="548640" y="187452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Ejecutar e interpretar</a:t>
            </a:r>
            <a:endParaRPr lang="en-US" sz="3800" dirty="0"/>
          </a:p>
        </p:txBody>
      </p:sp>
      <p:sp>
        <p:nvSpPr>
          <p:cNvPr id="5" name="Text 3"/>
          <p:cNvSpPr txBox="1"/>
          <p:nvPr/>
        </p:nvSpPr>
        <p:spPr>
          <a:xfrm>
            <a:off x="548640" y="2743200"/>
            <a:ext cx="10515600" cy="731520"/>
          </a:xfrm>
          <a:prstGeom prst="rect">
            <a:avLst/>
          </a:prstGeom>
          <a:noFill/>
          <a:ln/>
        </p:spPr>
        <p:txBody>
          <a:bodyPr wrap="square" lIns="0" tIns="0" rIns="0" bIns="0" rtlCol="0" anchor="t"/>
          <a:lstStyle/>
          <a:p>
            <a:pPr indent="0" marL="0">
              <a:buNone/>
            </a:pPr>
            <a:r>
              <a:rPr lang="en-US" sz="1700" dirty="0">
                <a:solidFill>
                  <a:srgbClr val="EDEDED"/>
                </a:solidFill>
                <a:latin typeface="Arial" pitchFamily="34" charset="0"/>
                <a:ea typeface="Arial" pitchFamily="34" charset="-122"/>
                <a:cs typeface="Arial" pitchFamily="34" charset="-120"/>
              </a:rPr>
              <a:t>Validación, corrida y lectura de resultados para proponer la contingencia.</a:t>
            </a:r>
            <a:endParaRPr lang="en-US" sz="1700" dirty="0"/>
          </a:p>
        </p:txBody>
      </p:sp>
      <p:sp>
        <p:nvSpPr>
          <p:cNvPr id="6" name="Shape 4"/>
          <p:cNvSpPr/>
          <p:nvPr/>
        </p:nvSpPr>
        <p:spPr>
          <a:xfrm>
            <a:off x="548640" y="3749040"/>
            <a:ext cx="329184" cy="329184"/>
          </a:xfrm>
          <a:prstGeom prst="ellipse">
            <a:avLst/>
          </a:prstGeom>
          <a:solidFill>
            <a:srgbClr val="FFA028"/>
          </a:solidFill>
          <a:ln w="12700">
            <a:solidFill>
              <a:srgbClr val="FFA028"/>
            </a:solidFill>
            <a:prstDash val="solid"/>
          </a:ln>
        </p:spPr>
      </p:sp>
      <p:sp>
        <p:nvSpPr>
          <p:cNvPr id="7" name="Text 5"/>
          <p:cNvSpPr txBox="1"/>
          <p:nvPr/>
        </p:nvSpPr>
        <p:spPr>
          <a:xfrm>
            <a:off x="548640" y="3749040"/>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1051560" y="3749040"/>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Validar y correr</a:t>
            </a:r>
            <a:endParaRPr lang="en-US" sz="1400" dirty="0"/>
          </a:p>
        </p:txBody>
      </p:sp>
      <p:sp>
        <p:nvSpPr>
          <p:cNvPr id="9" name="Shape 7"/>
          <p:cNvSpPr/>
          <p:nvPr/>
        </p:nvSpPr>
        <p:spPr>
          <a:xfrm>
            <a:off x="548640" y="4224528"/>
            <a:ext cx="329184" cy="329184"/>
          </a:xfrm>
          <a:prstGeom prst="ellipse">
            <a:avLst/>
          </a:prstGeom>
          <a:solidFill>
            <a:srgbClr val="FFA028"/>
          </a:solidFill>
          <a:ln w="12700">
            <a:solidFill>
              <a:srgbClr val="FFA028"/>
            </a:solidFill>
            <a:prstDash val="solid"/>
          </a:ln>
        </p:spPr>
      </p:sp>
      <p:sp>
        <p:nvSpPr>
          <p:cNvPr id="10" name="Text 8"/>
          <p:cNvSpPr txBox="1"/>
          <p:nvPr/>
        </p:nvSpPr>
        <p:spPr>
          <a:xfrm>
            <a:off x="548640" y="4224528"/>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2</a:t>
            </a:r>
            <a:endParaRPr lang="en-US" sz="1100" dirty="0"/>
          </a:p>
        </p:txBody>
      </p:sp>
      <p:sp>
        <p:nvSpPr>
          <p:cNvPr id="11" name="Text 9"/>
          <p:cNvSpPr txBox="1"/>
          <p:nvPr/>
        </p:nvSpPr>
        <p:spPr>
          <a:xfrm>
            <a:off x="1051560" y="4224528"/>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RESULTADOS: reservas y precisión</a:t>
            </a:r>
            <a:endParaRPr lang="en-US" sz="1400" dirty="0"/>
          </a:p>
        </p:txBody>
      </p:sp>
      <p:sp>
        <p:nvSpPr>
          <p:cNvPr id="12" name="Shape 10"/>
          <p:cNvSpPr/>
          <p:nvPr/>
        </p:nvSpPr>
        <p:spPr>
          <a:xfrm>
            <a:off x="548640" y="4700016"/>
            <a:ext cx="329184" cy="329184"/>
          </a:xfrm>
          <a:prstGeom prst="ellipse">
            <a:avLst/>
          </a:prstGeom>
          <a:solidFill>
            <a:srgbClr val="FFA028"/>
          </a:solidFill>
          <a:ln w="12700">
            <a:solidFill>
              <a:srgbClr val="FFA028"/>
            </a:solidFill>
            <a:prstDash val="solid"/>
          </a:ln>
        </p:spPr>
      </p:sp>
      <p:sp>
        <p:nvSpPr>
          <p:cNvPr id="13" name="Text 11"/>
          <p:cNvSpPr txBox="1"/>
          <p:nvPr/>
        </p:nvSpPr>
        <p:spPr>
          <a:xfrm>
            <a:off x="548640" y="4700016"/>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3</a:t>
            </a:r>
            <a:endParaRPr lang="en-US" sz="1100" dirty="0"/>
          </a:p>
        </p:txBody>
      </p:sp>
      <p:sp>
        <p:nvSpPr>
          <p:cNvPr id="14" name="Text 12"/>
          <p:cNvSpPr txBox="1"/>
          <p:nvPr/>
        </p:nvSpPr>
        <p:spPr>
          <a:xfrm>
            <a:off x="1051560" y="4700016"/>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Curva S y contingencia</a:t>
            </a:r>
            <a:endParaRPr lang="en-US" sz="1400" dirty="0"/>
          </a:p>
        </p:txBody>
      </p:sp>
      <p:sp>
        <p:nvSpPr>
          <p:cNvPr id="15" name="Shape 13"/>
          <p:cNvSpPr/>
          <p:nvPr/>
        </p:nvSpPr>
        <p:spPr>
          <a:xfrm>
            <a:off x="548640" y="5175504"/>
            <a:ext cx="329184" cy="329184"/>
          </a:xfrm>
          <a:prstGeom prst="ellipse">
            <a:avLst/>
          </a:prstGeom>
          <a:solidFill>
            <a:srgbClr val="FFA028"/>
          </a:solidFill>
          <a:ln w="12700">
            <a:solidFill>
              <a:srgbClr val="FFA028"/>
            </a:solidFill>
            <a:prstDash val="solid"/>
          </a:ln>
        </p:spPr>
      </p:sp>
      <p:sp>
        <p:nvSpPr>
          <p:cNvPr id="16" name="Text 14"/>
          <p:cNvSpPr txBox="1"/>
          <p:nvPr/>
        </p:nvSpPr>
        <p:spPr>
          <a:xfrm>
            <a:off x="548640" y="5175504"/>
            <a:ext cx="329184" cy="329184"/>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4</a:t>
            </a:r>
            <a:endParaRPr lang="en-US" sz="1100" dirty="0"/>
          </a:p>
        </p:txBody>
      </p:sp>
      <p:sp>
        <p:nvSpPr>
          <p:cNvPr id="17" name="Text 15"/>
          <p:cNvSpPr txBox="1"/>
          <p:nvPr/>
        </p:nvSpPr>
        <p:spPr>
          <a:xfrm>
            <a:off x="1051560" y="5175504"/>
            <a:ext cx="10058400" cy="329184"/>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Tornado, rangos, matriz y comparación</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7 · EJECUTAR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Validar y correr la simulación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Cuatro botones en PARAMETROS. Habilite las macros al abrir el archivo.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66</a:t>
            </a:r>
            <a:endParaRPr lang="en-US" sz="1000" dirty="0"/>
          </a:p>
        </p:txBody>
      </p:sp>
      <p:sp>
        <p:nvSpPr>
          <p:cNvPr id="6" name="Shape 4"/>
          <p:cNvSpPr/>
          <p:nvPr/>
        </p:nvSpPr>
        <p:spPr>
          <a:xfrm>
            <a:off x="548640" y="1920240"/>
            <a:ext cx="3291840" cy="685800"/>
          </a:xfrm>
          <a:prstGeom prst="roundRect">
            <a:avLst>
              <a:gd name="adj" fmla="val 13333"/>
            </a:avLst>
          </a:prstGeom>
          <a:solidFill>
            <a:srgbClr val="000000"/>
          </a:solidFill>
          <a:ln w="12700">
            <a:solidFill>
              <a:srgbClr val="000000"/>
            </a:solidFill>
            <a:prstDash val="solid"/>
          </a:ln>
        </p:spPr>
      </p:sp>
      <p:sp>
        <p:nvSpPr>
          <p:cNvPr id="7" name="Text 5"/>
          <p:cNvSpPr txBox="1"/>
          <p:nvPr/>
        </p:nvSpPr>
        <p:spPr>
          <a:xfrm>
            <a:off x="548640" y="1920240"/>
            <a:ext cx="3291840" cy="685800"/>
          </a:xfrm>
          <a:prstGeom prst="rect">
            <a:avLst/>
          </a:prstGeom>
          <a:noFill/>
          <a:ln/>
        </p:spPr>
        <p:txBody>
          <a:bodyPr wrap="square" lIns="0" tIns="0" rIns="0" bIns="0" rtlCol="0" anchor="ctr"/>
          <a:lstStyle/>
          <a:p>
            <a:pPr algn="ctr" indent="0" marL="0">
              <a:buNone/>
            </a:pPr>
            <a:r>
              <a:rPr lang="en-US" sz="1400" b="1" dirty="0">
                <a:solidFill>
                  <a:srgbClr val="FFA028"/>
                </a:solidFill>
                <a:latin typeface="Arial" pitchFamily="34" charset="0"/>
                <a:ea typeface="Arial" pitchFamily="34" charset="-122"/>
                <a:cs typeface="Arial" pitchFamily="34" charset="-120"/>
              </a:rPr>
              <a:t>▶ CORRER SIMULACIÓN</a:t>
            </a:r>
            <a:endParaRPr lang="en-US" sz="1400" dirty="0"/>
          </a:p>
        </p:txBody>
      </p:sp>
      <p:sp>
        <p:nvSpPr>
          <p:cNvPr id="8" name="Text 6"/>
          <p:cNvSpPr txBox="1"/>
          <p:nvPr/>
        </p:nvSpPr>
        <p:spPr>
          <a:xfrm>
            <a:off x="4069080" y="1920240"/>
            <a:ext cx="3657600" cy="68580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Valida, simula y escribe todas las hojas de resultados.</a:t>
            </a:r>
            <a:endParaRPr lang="en-US" sz="1300" dirty="0"/>
          </a:p>
        </p:txBody>
      </p:sp>
      <p:sp>
        <p:nvSpPr>
          <p:cNvPr id="9" name="Shape 7"/>
          <p:cNvSpPr/>
          <p:nvPr/>
        </p:nvSpPr>
        <p:spPr>
          <a:xfrm>
            <a:off x="548640" y="2834640"/>
            <a:ext cx="3291840" cy="685800"/>
          </a:xfrm>
          <a:prstGeom prst="roundRect">
            <a:avLst>
              <a:gd name="adj" fmla="val 13333"/>
            </a:avLst>
          </a:prstGeom>
          <a:solidFill>
            <a:srgbClr val="000000"/>
          </a:solidFill>
          <a:ln w="12700">
            <a:solidFill>
              <a:srgbClr val="000000"/>
            </a:solidFill>
            <a:prstDash val="solid"/>
          </a:ln>
        </p:spPr>
      </p:sp>
      <p:sp>
        <p:nvSpPr>
          <p:cNvPr id="10" name="Text 8"/>
          <p:cNvSpPr txBox="1"/>
          <p:nvPr/>
        </p:nvSpPr>
        <p:spPr>
          <a:xfrm>
            <a:off x="548640" y="2834640"/>
            <a:ext cx="3291840" cy="685800"/>
          </a:xfrm>
          <a:prstGeom prst="rect">
            <a:avLst/>
          </a:prstGeom>
          <a:noFill/>
          <a:ln/>
        </p:spPr>
        <p:txBody>
          <a:bodyPr wrap="square" lIns="0" tIns="0" rIns="0" bIns="0" rtlCol="0" anchor="ctr"/>
          <a:lstStyle/>
          <a:p>
            <a:pPr algn="ctr" indent="0" marL="0">
              <a:buNone/>
            </a:pPr>
            <a:r>
              <a:rPr lang="en-US" sz="1400" b="1" dirty="0">
                <a:solidFill>
                  <a:srgbClr val="FFA028"/>
                </a:solidFill>
                <a:latin typeface="Arial" pitchFamily="34" charset="0"/>
                <a:ea typeface="Arial" pitchFamily="34" charset="-122"/>
                <a:cs typeface="Arial" pitchFamily="34" charset="-120"/>
              </a:rPr>
              <a:t>✔ VALIDAR DATOS</a:t>
            </a:r>
            <a:endParaRPr lang="en-US" sz="1400" dirty="0"/>
          </a:p>
        </p:txBody>
      </p:sp>
      <p:sp>
        <p:nvSpPr>
          <p:cNvPr id="11" name="Text 9"/>
          <p:cNvSpPr txBox="1"/>
          <p:nvPr/>
        </p:nvSpPr>
        <p:spPr>
          <a:xfrm>
            <a:off x="4069080" y="2834640"/>
            <a:ext cx="3657600" cy="68580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Revisa el registro sin simular y marca las celdas con problemas.</a:t>
            </a:r>
            <a:endParaRPr lang="en-US" sz="1300" dirty="0"/>
          </a:p>
        </p:txBody>
      </p:sp>
      <p:sp>
        <p:nvSpPr>
          <p:cNvPr id="12" name="Shape 10"/>
          <p:cNvSpPr/>
          <p:nvPr/>
        </p:nvSpPr>
        <p:spPr>
          <a:xfrm>
            <a:off x="548640" y="3749040"/>
            <a:ext cx="3291840" cy="685800"/>
          </a:xfrm>
          <a:prstGeom prst="roundRect">
            <a:avLst>
              <a:gd name="adj" fmla="val 13333"/>
            </a:avLst>
          </a:prstGeom>
          <a:solidFill>
            <a:srgbClr val="000000"/>
          </a:solidFill>
          <a:ln w="12700">
            <a:solidFill>
              <a:srgbClr val="000000"/>
            </a:solidFill>
            <a:prstDash val="solid"/>
          </a:ln>
        </p:spPr>
      </p:sp>
      <p:sp>
        <p:nvSpPr>
          <p:cNvPr id="13" name="Text 11"/>
          <p:cNvSpPr txBox="1"/>
          <p:nvPr/>
        </p:nvSpPr>
        <p:spPr>
          <a:xfrm>
            <a:off x="548640" y="3749040"/>
            <a:ext cx="3291840" cy="685800"/>
          </a:xfrm>
          <a:prstGeom prst="rect">
            <a:avLst/>
          </a:prstGeom>
          <a:noFill/>
          <a:ln/>
        </p:spPr>
        <p:txBody>
          <a:bodyPr wrap="square" lIns="0" tIns="0" rIns="0" bIns="0" rtlCol="0" anchor="ctr"/>
          <a:lstStyle/>
          <a:p>
            <a:pPr algn="ctr" indent="0" marL="0">
              <a:buNone/>
            </a:pPr>
            <a:r>
              <a:rPr lang="en-US" sz="1400" b="1" dirty="0">
                <a:solidFill>
                  <a:srgbClr val="FFA028"/>
                </a:solidFill>
                <a:latin typeface="Arial" pitchFamily="34" charset="0"/>
                <a:ea typeface="Arial" pitchFamily="34" charset="-122"/>
                <a:cs typeface="Arial" pitchFamily="34" charset="-120"/>
              </a:rPr>
              <a:t>✕ LIMPIAR RESULTADOS</a:t>
            </a:r>
            <a:endParaRPr lang="en-US" sz="1400" dirty="0"/>
          </a:p>
        </p:txBody>
      </p:sp>
      <p:sp>
        <p:nvSpPr>
          <p:cNvPr id="14" name="Text 12"/>
          <p:cNvSpPr txBox="1"/>
          <p:nvPr/>
        </p:nvSpPr>
        <p:spPr>
          <a:xfrm>
            <a:off x="4069080" y="3749040"/>
            <a:ext cx="3657600" cy="68580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Borra las hojas de salida (no toca PARAMETROS).</a:t>
            </a:r>
            <a:endParaRPr lang="en-US" sz="1300" dirty="0"/>
          </a:p>
        </p:txBody>
      </p:sp>
      <p:sp>
        <p:nvSpPr>
          <p:cNvPr id="15" name="Shape 13"/>
          <p:cNvSpPr/>
          <p:nvPr/>
        </p:nvSpPr>
        <p:spPr>
          <a:xfrm>
            <a:off x="548640" y="4663440"/>
            <a:ext cx="3291840" cy="685800"/>
          </a:xfrm>
          <a:prstGeom prst="roundRect">
            <a:avLst>
              <a:gd name="adj" fmla="val 13333"/>
            </a:avLst>
          </a:prstGeom>
          <a:solidFill>
            <a:srgbClr val="000000"/>
          </a:solidFill>
          <a:ln w="12700">
            <a:solidFill>
              <a:srgbClr val="000000"/>
            </a:solidFill>
            <a:prstDash val="solid"/>
          </a:ln>
        </p:spPr>
      </p:sp>
      <p:sp>
        <p:nvSpPr>
          <p:cNvPr id="16" name="Text 14"/>
          <p:cNvSpPr txBox="1"/>
          <p:nvPr/>
        </p:nvSpPr>
        <p:spPr>
          <a:xfrm>
            <a:off x="548640" y="4663440"/>
            <a:ext cx="3291840" cy="685800"/>
          </a:xfrm>
          <a:prstGeom prst="rect">
            <a:avLst/>
          </a:prstGeom>
          <a:noFill/>
          <a:ln/>
        </p:spPr>
        <p:txBody>
          <a:bodyPr wrap="square" lIns="0" tIns="0" rIns="0" bIns="0" rtlCol="0" anchor="ctr"/>
          <a:lstStyle/>
          <a:p>
            <a:pPr algn="ctr" indent="0" marL="0">
              <a:buNone/>
            </a:pPr>
            <a:r>
              <a:rPr lang="en-US" sz="1400" b="1" dirty="0">
                <a:solidFill>
                  <a:srgbClr val="FFA028"/>
                </a:solidFill>
                <a:latin typeface="Arial" pitchFamily="34" charset="0"/>
                <a:ea typeface="Arial" pitchFamily="34" charset="-122"/>
                <a:cs typeface="Arial" pitchFamily="34" charset="-120"/>
              </a:rPr>
              <a:t>＋ AGREGAR DIMENSIÓN</a:t>
            </a:r>
            <a:endParaRPr lang="en-US" sz="1400" dirty="0"/>
          </a:p>
        </p:txBody>
      </p:sp>
      <p:sp>
        <p:nvSpPr>
          <p:cNvPr id="17" name="Text 15"/>
          <p:cNvSpPr txBox="1"/>
          <p:nvPr/>
        </p:nvSpPr>
        <p:spPr>
          <a:xfrm>
            <a:off x="4069080" y="4663440"/>
            <a:ext cx="3657600" cy="68580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Crea una dimensión nueva con todas sus columnas.</a:t>
            </a:r>
            <a:endParaRPr lang="en-US" sz="1300" dirty="0"/>
          </a:p>
        </p:txBody>
      </p:sp>
      <p:sp>
        <p:nvSpPr>
          <p:cNvPr id="18" name="Shape 16"/>
          <p:cNvSpPr/>
          <p:nvPr/>
        </p:nvSpPr>
        <p:spPr>
          <a:xfrm>
            <a:off x="8046720" y="1920240"/>
            <a:ext cx="3566160" cy="1783080"/>
          </a:xfrm>
          <a:prstGeom prst="roundRect">
            <a:avLst>
              <a:gd name="adj" fmla="val 4103"/>
            </a:avLst>
          </a:prstGeom>
          <a:solidFill>
            <a:srgbClr val="FF433D"/>
          </a:solidFill>
          <a:ln w="12700">
            <a:solidFill>
              <a:srgbClr val="FF433D"/>
            </a:solidFill>
            <a:prstDash val="solid"/>
          </a:ln>
        </p:spPr>
      </p:sp>
      <p:sp>
        <p:nvSpPr>
          <p:cNvPr id="19" name="Text 17"/>
          <p:cNvSpPr txBox="1"/>
          <p:nvPr/>
        </p:nvSpPr>
        <p:spPr>
          <a:xfrm>
            <a:off x="8229600" y="2048256"/>
            <a:ext cx="32004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ROJO = error</a:t>
            </a:r>
            <a:endParaRPr lang="en-US" sz="1500" dirty="0"/>
          </a:p>
        </p:txBody>
      </p:sp>
      <p:sp>
        <p:nvSpPr>
          <p:cNvPr id="20" name="Text 18"/>
          <p:cNvSpPr txBox="1"/>
          <p:nvPr/>
        </p:nvSpPr>
        <p:spPr>
          <a:xfrm>
            <a:off x="8229600" y="2423160"/>
            <a:ext cx="3200400" cy="11887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Impide correr: parámetro faltante, mínimo &gt; moda, probabilidad fuera de 0–1, texto en vez de número.</a:t>
            </a:r>
            <a:endParaRPr lang="en-US" sz="1300" dirty="0"/>
          </a:p>
        </p:txBody>
      </p:sp>
      <p:sp>
        <p:nvSpPr>
          <p:cNvPr id="21" name="Shape 19"/>
          <p:cNvSpPr/>
          <p:nvPr/>
        </p:nvSpPr>
        <p:spPr>
          <a:xfrm>
            <a:off x="8046720" y="3840480"/>
            <a:ext cx="3566160" cy="1783080"/>
          </a:xfrm>
          <a:prstGeom prst="roundRect">
            <a:avLst>
              <a:gd name="adj" fmla="val 4103"/>
            </a:avLst>
          </a:prstGeom>
          <a:solidFill>
            <a:srgbClr val="FFB020"/>
          </a:solidFill>
          <a:ln w="12700">
            <a:solidFill>
              <a:srgbClr val="FFB020"/>
            </a:solidFill>
            <a:prstDash val="solid"/>
          </a:ln>
        </p:spPr>
      </p:sp>
      <p:sp>
        <p:nvSpPr>
          <p:cNvPr id="22" name="Text 20"/>
          <p:cNvSpPr txBox="1"/>
          <p:nvPr/>
        </p:nvSpPr>
        <p:spPr>
          <a:xfrm>
            <a:off x="8229600" y="3968496"/>
            <a:ext cx="3200400" cy="347472"/>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ÁMBAR = advertencia</a:t>
            </a:r>
            <a:endParaRPr lang="en-US" sz="1500" dirty="0"/>
          </a:p>
        </p:txBody>
      </p:sp>
      <p:sp>
        <p:nvSpPr>
          <p:cNvPr id="23" name="Text 21"/>
          <p:cNvSpPr txBox="1"/>
          <p:nvPr/>
        </p:nvSpPr>
        <p:spPr>
          <a:xfrm>
            <a:off x="8229600" y="4343400"/>
            <a:ext cx="3200400" cy="1188720"/>
          </a:xfrm>
          <a:prstGeom prst="rect">
            <a:avLst/>
          </a:prstGeom>
          <a:noFill/>
          <a:ln/>
        </p:spPr>
        <p:txBody>
          <a:bodyPr wrap="square" lIns="0" tIns="0" rIns="0" bIns="0" rtlCol="0" anchor="t"/>
          <a:lstStyle/>
          <a:p>
            <a:pPr indent="0" marL="0">
              <a:buNone/>
            </a:pPr>
            <a:r>
              <a:rPr lang="en-US" sz="1300" dirty="0">
                <a:solidFill>
                  <a:srgbClr val="000000"/>
                </a:solidFill>
                <a:latin typeface="Arial" pitchFamily="34" charset="0"/>
                <a:ea typeface="Arial" pitchFamily="34" charset="-122"/>
                <a:cs typeface="Arial" pitchFamily="34" charset="-120"/>
              </a:rPr>
              <a:t>Permite correr, pero revise: probabilidad &gt; 0,5, riesgo sin impacto, estimado por validar.</a:t>
            </a:r>
            <a:endParaRPr lang="en-US" sz="1300" dirty="0"/>
          </a:p>
        </p:txBody>
      </p:sp>
      <p:sp>
        <p:nvSpPr>
          <p:cNvPr id="24" name="Text 22"/>
          <p:cNvSpPr txBox="1"/>
          <p:nvPr/>
        </p:nvSpPr>
        <p:spPr>
          <a:xfrm>
            <a:off x="548640" y="5715000"/>
            <a:ext cx="11094415" cy="594360"/>
          </a:xfrm>
          <a:prstGeom prst="rect">
            <a:avLst/>
          </a:prstGeom>
          <a:noFill/>
          <a:ln/>
        </p:spPr>
        <p:txBody>
          <a:bodyPr wrap="square" lIns="0" tIns="0" rIns="0" bIns="0" rtlCol="0" anchor="t"/>
          <a:lstStyle/>
          <a:p>
            <a:pPr indent="0" marL="0">
              <a:buNone/>
            </a:pPr>
            <a:r>
              <a:rPr lang="en-US" sz="1300" i="1" dirty="0">
                <a:solidFill>
                  <a:srgbClr val="333333"/>
                </a:solidFill>
                <a:latin typeface="Arial" pitchFamily="34" charset="0"/>
                <a:ea typeface="Arial" pitchFamily="34" charset="-122"/>
                <a:cs typeface="Arial" pitchFamily="34" charset="-120"/>
              </a:rPr>
              <a:t>Al terminar, un mensaje resume iteraciones, riesgos activos, semilla, tiempo y el P50 y P80 de cada dimensión. Si un gráfico no se crea, queda un aviso ámbar: los números siguen siendo válidos.</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7 · INTERPRETAR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RESULTADOS: reservas y precisión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Un bloque por dimensión. Así se lee el de COSTO (corrida de prueba con estimaciones preliminares).</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67</a:t>
            </a:r>
            <a:endParaRPr lang="en-US" sz="10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4023360"/>
                <a:gridCol w="1828800"/>
                <a:gridCol w="5239512"/>
              </a:tblGrid>
              <a:tr h="475488">
                <a:tc>
                  <a:txBody>
                    <a:bodyPr/>
                    <a:lstStyle/>
                    <a:p>
                      <a:pPr indent="0" marL="0">
                        <a:buNone/>
                      </a:pPr>
                      <a:r>
                        <a:rPr lang="en-US" sz="1200" b="1" dirty="0">
                          <a:solidFill>
                            <a:srgbClr val="FFA028"/>
                          </a:solidFill>
                          <a:latin typeface="Arial" pitchFamily="34" charset="0"/>
                          <a:ea typeface="Arial" pitchFamily="34" charset="-122"/>
                          <a:cs typeface="Arial" pitchFamily="34" charset="-120"/>
                        </a:rPr>
                        <a:t>Fila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Valor</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indent="0" marL="0">
                        <a:buNone/>
                      </a:pPr>
                      <a:r>
                        <a:rPr lang="en-US" sz="1200" b="1" dirty="0">
                          <a:solidFill>
                            <a:srgbClr val="FFA028"/>
                          </a:solidFill>
                          <a:latin typeface="Arial" pitchFamily="34" charset="0"/>
                          <a:ea typeface="Arial" pitchFamily="34" charset="-122"/>
                          <a:cs typeface="Arial" pitchFamily="34" charset="-120"/>
                        </a:rPr>
                        <a:t>Qué significa</a:t>
                      </a:r>
                      <a:endParaRPr lang="en-US" sz="12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Media (valor esperado)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 S/ 16,2 M</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Promedio del impacto de los riesgos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VME total</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16,3 M</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Σ probabilidad × impacto medio; debe parecerse a la media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a) Reserva para contingencias (P80)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21,3 M</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La contingencia al nivel elegido (10,7 % de la base)</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b) Contingencia sobre la media (P80 − media)</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 S/ 5,1 M</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Variante de Vose: el colchón por encima del promedio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c) Reserva de gestión</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0</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 × base (hoy 0 %)</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d) Presupuesto recomendado</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 221,3 M</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Base + a + c</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7EB"/>
                    </a:solidFill>
                  </a:tcPr>
                </a:tc>
              </a:tr>
              <a:tr h="475488">
                <a:tc>
                  <a:txBody>
                    <a:bodyPr/>
                    <a:lstStyle/>
                    <a:p>
                      <a:pPr indent="0" marL="0">
                        <a:buNone/>
                      </a:pPr>
                      <a:r>
                        <a:rPr lang="en-US" sz="1300" b="1" dirty="0">
                          <a:solidFill>
                            <a:srgbClr val="000000"/>
                          </a:solidFill>
                          <a:latin typeface="Arial" pitchFamily="34" charset="0"/>
                          <a:ea typeface="Arial" pitchFamily="34" charset="-122"/>
                          <a:cs typeface="Arial" pitchFamily="34" charset="-120"/>
                        </a:rPr>
                        <a:t>IC 95 % del P80 / precisión</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 ≈ 1 %</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«Suficiente»: no hace falta subir iteraciones</a:t>
                      </a:r>
                      <a:endParaRPr lang="en-US" sz="1300" dirty="0">
                        <a:latin typeface="Arial" charset="0"/>
                        <a:ea typeface="Arial" charset="0"/>
                        <a:cs typeface="Arial" charset="0"/>
                      </a:endParaRPr>
                    </a:p>
                  </a:txBody>
                  <a:tcPr marL="76200" marR="762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7 · INTERPRETAR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Curva S y contingencia</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 reserva para contingencias es el P(nivel) del impacto TOTAL de los riesgos. Con nivel 80 %: el P80.</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68</a:t>
            </a:r>
            <a:endParaRPr lang="en-US" sz="1000" dirty="0"/>
          </a:p>
        </p:txBody>
      </p:sp>
      <p:graphicFrame>
        <p:nvGraphicFramePr>
          <p:cNvPr id="6" name="Chart 0" descr=""/>
          <p:cNvGraphicFramePr/>
          <p:nvPr/>
        </p:nvGraphicFramePr>
        <p:xfrm>
          <a:off x="548640" y="192024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223760" y="1920240"/>
            <a:ext cx="4389120" cy="1005840"/>
          </a:xfrm>
          <a:prstGeom prst="roundRect">
            <a:avLst>
              <a:gd name="adj" fmla="val 7273"/>
            </a:avLst>
          </a:prstGeom>
          <a:solidFill>
            <a:srgbClr val="FFF7EB"/>
          </a:solidFill>
          <a:ln w="12700">
            <a:solidFill>
              <a:srgbClr val="FFF7EB"/>
            </a:solidFill>
            <a:prstDash val="solid"/>
          </a:ln>
        </p:spPr>
      </p:sp>
      <p:sp>
        <p:nvSpPr>
          <p:cNvPr id="8" name="Text 5"/>
          <p:cNvSpPr txBox="1"/>
          <p:nvPr/>
        </p:nvSpPr>
        <p:spPr>
          <a:xfrm>
            <a:off x="7406640" y="2011680"/>
            <a:ext cx="914400" cy="8229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P50</a:t>
            </a:r>
            <a:endParaRPr lang="en-US" sz="1800" dirty="0"/>
          </a:p>
        </p:txBody>
      </p:sp>
      <p:sp>
        <p:nvSpPr>
          <p:cNvPr id="9" name="Text 6"/>
          <p:cNvSpPr txBox="1"/>
          <p:nvPr/>
        </p:nvSpPr>
        <p:spPr>
          <a:xfrm>
            <a:off x="8229600" y="1965960"/>
            <a:ext cx="3200400" cy="502920"/>
          </a:xfrm>
          <a:prstGeom prst="rect">
            <a:avLst/>
          </a:prstGeom>
          <a:noFill/>
          <a:ln/>
        </p:spPr>
        <p:txBody>
          <a:bodyPr wrap="square" lIns="0" tIns="0" rIns="0" bIns="0" rtlCol="0" anchor="t"/>
          <a:lstStyle/>
          <a:p>
            <a:pPr indent="0" marL="0">
              <a:buNone/>
            </a:pPr>
            <a:r>
              <a:rPr lang="en-US" sz="2400" b="1" dirty="0">
                <a:solidFill>
                  <a:srgbClr val="000000"/>
                </a:solidFill>
                <a:latin typeface="Arial" pitchFamily="34" charset="0"/>
                <a:ea typeface="Arial" pitchFamily="34" charset="-122"/>
                <a:cs typeface="Arial" pitchFamily="34" charset="-120"/>
              </a:rPr>
              <a:t>S/ 15,7 M</a:t>
            </a:r>
            <a:endParaRPr lang="en-US" sz="2400" dirty="0"/>
          </a:p>
        </p:txBody>
      </p:sp>
      <p:sp>
        <p:nvSpPr>
          <p:cNvPr id="10" name="Text 7"/>
          <p:cNvSpPr txBox="1"/>
          <p:nvPr/>
        </p:nvSpPr>
        <p:spPr>
          <a:xfrm>
            <a:off x="8229600" y="2487168"/>
            <a:ext cx="3291840" cy="36576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Mitad de los escenarios por debajo</a:t>
            </a:r>
            <a:endParaRPr lang="en-US" sz="1200" dirty="0"/>
          </a:p>
        </p:txBody>
      </p:sp>
      <p:sp>
        <p:nvSpPr>
          <p:cNvPr id="11" name="Shape 8"/>
          <p:cNvSpPr/>
          <p:nvPr/>
        </p:nvSpPr>
        <p:spPr>
          <a:xfrm>
            <a:off x="7223760" y="3063240"/>
            <a:ext cx="4389120" cy="1005840"/>
          </a:xfrm>
          <a:prstGeom prst="roundRect">
            <a:avLst>
              <a:gd name="adj" fmla="val 7273"/>
            </a:avLst>
          </a:prstGeom>
          <a:solidFill>
            <a:srgbClr val="FFA028"/>
          </a:solidFill>
          <a:ln w="12700">
            <a:solidFill>
              <a:srgbClr val="FFA028"/>
            </a:solidFill>
            <a:prstDash val="solid"/>
          </a:ln>
        </p:spPr>
      </p:sp>
      <p:sp>
        <p:nvSpPr>
          <p:cNvPr id="12" name="Text 9"/>
          <p:cNvSpPr txBox="1"/>
          <p:nvPr/>
        </p:nvSpPr>
        <p:spPr>
          <a:xfrm>
            <a:off x="7406640" y="3154680"/>
            <a:ext cx="914400" cy="8229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P80</a:t>
            </a:r>
            <a:endParaRPr lang="en-US" sz="1800" dirty="0"/>
          </a:p>
        </p:txBody>
      </p:sp>
      <p:sp>
        <p:nvSpPr>
          <p:cNvPr id="13" name="Text 10"/>
          <p:cNvSpPr txBox="1"/>
          <p:nvPr/>
        </p:nvSpPr>
        <p:spPr>
          <a:xfrm>
            <a:off x="8229600" y="3108960"/>
            <a:ext cx="3200400" cy="502920"/>
          </a:xfrm>
          <a:prstGeom prst="rect">
            <a:avLst/>
          </a:prstGeom>
          <a:noFill/>
          <a:ln/>
        </p:spPr>
        <p:txBody>
          <a:bodyPr wrap="square" lIns="0" tIns="0" rIns="0" bIns="0" rtlCol="0" anchor="t"/>
          <a:lstStyle/>
          <a:p>
            <a:pPr indent="0" marL="0">
              <a:buNone/>
            </a:pPr>
            <a:r>
              <a:rPr lang="en-US" sz="2400" b="1" dirty="0">
                <a:solidFill>
                  <a:srgbClr val="000000"/>
                </a:solidFill>
                <a:latin typeface="Arial" pitchFamily="34" charset="0"/>
                <a:ea typeface="Arial" pitchFamily="34" charset="-122"/>
                <a:cs typeface="Arial" pitchFamily="34" charset="-120"/>
              </a:rPr>
              <a:t>S/ 21,3 M</a:t>
            </a:r>
            <a:endParaRPr lang="en-US" sz="2400" dirty="0"/>
          </a:p>
        </p:txBody>
      </p:sp>
      <p:sp>
        <p:nvSpPr>
          <p:cNvPr id="14" name="Text 11"/>
          <p:cNvSpPr txBox="1"/>
          <p:nvPr/>
        </p:nvSpPr>
        <p:spPr>
          <a:xfrm>
            <a:off x="8229600" y="3630168"/>
            <a:ext cx="3291840" cy="36576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Reserva para contingencias</a:t>
            </a:r>
            <a:endParaRPr lang="en-US" sz="1200" dirty="0"/>
          </a:p>
        </p:txBody>
      </p:sp>
      <p:sp>
        <p:nvSpPr>
          <p:cNvPr id="15" name="Shape 12"/>
          <p:cNvSpPr/>
          <p:nvPr/>
        </p:nvSpPr>
        <p:spPr>
          <a:xfrm>
            <a:off x="7223760" y="4206240"/>
            <a:ext cx="4389120" cy="1005840"/>
          </a:xfrm>
          <a:prstGeom prst="roundRect">
            <a:avLst>
              <a:gd name="adj" fmla="val 7273"/>
            </a:avLst>
          </a:prstGeom>
          <a:solidFill>
            <a:srgbClr val="FFF7EB"/>
          </a:solidFill>
          <a:ln w="12700">
            <a:solidFill>
              <a:srgbClr val="FFF7EB"/>
            </a:solidFill>
            <a:prstDash val="solid"/>
          </a:ln>
        </p:spPr>
      </p:sp>
      <p:sp>
        <p:nvSpPr>
          <p:cNvPr id="16" name="Text 13"/>
          <p:cNvSpPr txBox="1"/>
          <p:nvPr/>
        </p:nvSpPr>
        <p:spPr>
          <a:xfrm>
            <a:off x="7406640" y="4297680"/>
            <a:ext cx="914400" cy="8229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P90</a:t>
            </a:r>
            <a:endParaRPr lang="en-US" sz="1800" dirty="0"/>
          </a:p>
        </p:txBody>
      </p:sp>
      <p:sp>
        <p:nvSpPr>
          <p:cNvPr id="17" name="Text 14"/>
          <p:cNvSpPr txBox="1"/>
          <p:nvPr/>
        </p:nvSpPr>
        <p:spPr>
          <a:xfrm>
            <a:off x="8229600" y="4251960"/>
            <a:ext cx="3200400" cy="502920"/>
          </a:xfrm>
          <a:prstGeom prst="rect">
            <a:avLst/>
          </a:prstGeom>
          <a:noFill/>
          <a:ln/>
        </p:spPr>
        <p:txBody>
          <a:bodyPr wrap="square" lIns="0" tIns="0" rIns="0" bIns="0" rtlCol="0" anchor="t"/>
          <a:lstStyle/>
          <a:p>
            <a:pPr indent="0" marL="0">
              <a:buNone/>
            </a:pPr>
            <a:r>
              <a:rPr lang="en-US" sz="2400" b="1" dirty="0">
                <a:solidFill>
                  <a:srgbClr val="000000"/>
                </a:solidFill>
                <a:latin typeface="Arial" pitchFamily="34" charset="0"/>
                <a:ea typeface="Arial" pitchFamily="34" charset="-122"/>
                <a:cs typeface="Arial" pitchFamily="34" charset="-120"/>
              </a:rPr>
              <a:t>S/ 24,7 M</a:t>
            </a:r>
            <a:endParaRPr lang="en-US" sz="2400" dirty="0"/>
          </a:p>
        </p:txBody>
      </p:sp>
      <p:sp>
        <p:nvSpPr>
          <p:cNvPr id="18" name="Text 15"/>
          <p:cNvSpPr txBox="1"/>
          <p:nvPr/>
        </p:nvSpPr>
        <p:spPr>
          <a:xfrm>
            <a:off x="8229600" y="4773168"/>
            <a:ext cx="3291840" cy="365760"/>
          </a:xfrm>
          <a:prstGeom prst="rect">
            <a:avLst/>
          </a:prstGeom>
          <a:noFill/>
          <a:ln/>
        </p:spPr>
        <p:txBody>
          <a:bodyPr wrap="square" lIns="0" tIns="0" rIns="0" bIns="0" rtlCol="0" anchor="t"/>
          <a:lstStyle/>
          <a:p>
            <a:pPr indent="0" marL="0">
              <a:buNone/>
            </a:pPr>
            <a:r>
              <a:rPr lang="en-US" sz="1200" dirty="0">
                <a:solidFill>
                  <a:srgbClr val="333333"/>
                </a:solidFill>
                <a:latin typeface="Arial" pitchFamily="34" charset="0"/>
                <a:ea typeface="Arial" pitchFamily="34" charset="-122"/>
                <a:cs typeface="Arial" pitchFamily="34" charset="-120"/>
              </a:rPr>
              <a:t>Nivel exigente: +3,3 M</a:t>
            </a:r>
            <a:endParaRPr lang="en-US" sz="1200" dirty="0"/>
          </a:p>
        </p:txBody>
      </p:sp>
      <p:sp>
        <p:nvSpPr>
          <p:cNvPr id="19" name="Text 16"/>
          <p:cNvSpPr txBox="1"/>
          <p:nvPr/>
        </p:nvSpPr>
        <p:spPr>
          <a:xfrm>
            <a:off x="7223760" y="5440680"/>
            <a:ext cx="4389120" cy="868680"/>
          </a:xfrm>
          <a:prstGeom prst="rect">
            <a:avLst/>
          </a:prstGeom>
          <a:noFill/>
          <a:ln/>
        </p:spPr>
        <p:txBody>
          <a:bodyPr wrap="square" lIns="0" tIns="0" rIns="0" bIns="0" rtlCol="0" anchor="t"/>
          <a:lstStyle/>
          <a:p>
            <a:pPr indent="0" marL="0">
              <a:buNone/>
            </a:pPr>
            <a:r>
              <a:rPr lang="en-US" sz="1250" b="1" dirty="0">
                <a:solidFill>
                  <a:srgbClr val="000000"/>
                </a:solidFill>
                <a:latin typeface="Arial" pitchFamily="34" charset="0"/>
                <a:ea typeface="Arial" pitchFamily="34" charset="-122"/>
                <a:cs typeface="Arial" pitchFamily="34" charset="-120"/>
              </a:rPr>
              <a:t>No sume los P80 de cada riesgo: la contingencia es el P80 del TOTAL. Plazo: P80 ≈ 122 días (suma de retrasos: supuesto conservador; contrastar con el cronograma).</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100" b="1" spc="200" kern="0" dirty="0">
                <a:solidFill>
                  <a:srgbClr val="CC7A00"/>
                </a:solidFill>
                <a:latin typeface="Arial" pitchFamily="34" charset="0"/>
                <a:ea typeface="Arial" pitchFamily="34" charset="-122"/>
                <a:cs typeface="Arial" pitchFamily="34" charset="-120"/>
              </a:rPr>
              <a:t>7 · INTERPRETAR</a:t>
            </a:r>
            <a:endParaRPr lang="en-US" sz="1100" dirty="0"/>
          </a:p>
        </p:txBody>
      </p:sp>
      <p:sp>
        <p:nvSpPr>
          <p:cNvPr id="3" name="Text 1"/>
          <p:cNvSpPr txBox="1"/>
          <p:nvPr/>
        </p:nvSpPr>
        <p:spPr>
          <a:xfrm>
            <a:off x="548640" y="566928"/>
            <a:ext cx="11094415" cy="65836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Tornado, rangos, matriz y comparación</a:t>
            </a:r>
            <a:endParaRPr lang="en-US" sz="2800" dirty="0"/>
          </a:p>
        </p:txBody>
      </p:sp>
      <p:sp>
        <p:nvSpPr>
          <p:cNvPr id="4" name="Text 2"/>
          <p:cNvSpPr txBox="1"/>
          <p:nvPr/>
        </p:nvSpPr>
        <p:spPr>
          <a:xfrm>
            <a:off x="548640" y="1243584"/>
            <a:ext cx="11094415" cy="566928"/>
          </a:xfrm>
          <a:prstGeom prst="rect">
            <a:avLst/>
          </a:prstGeom>
          <a:noFill/>
          <a:ln/>
        </p:spPr>
        <p:txBody>
          <a:bodyPr wrap="square" lIns="0" tIns="0" rIns="0" bIns="0" rtlCol="0" anchor="t"/>
          <a:lstStyle/>
          <a:p>
            <a:pPr indent="0" marL="0">
              <a:buNone/>
            </a:pPr>
            <a:r>
              <a:rPr lang="en-US" sz="1450" dirty="0">
                <a:solidFill>
                  <a:srgbClr val="333333"/>
                </a:solidFill>
                <a:latin typeface="Arial" pitchFamily="34" charset="0"/>
                <a:ea typeface="Arial" pitchFamily="34" charset="-122"/>
                <a:cs typeface="Arial" pitchFamily="34" charset="-120"/>
              </a:rPr>
              <a:t>Las demás hojas responden preguntas de gestión, no solo de presupuesto.</a:t>
            </a:r>
            <a:endParaRPr lang="en-US" sz="1450" dirty="0"/>
          </a:p>
        </p:txBody>
      </p:sp>
      <p:sp>
        <p:nvSpPr>
          <p:cNvPr id="5" name="Text 3"/>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69</a:t>
            </a:r>
            <a:endParaRPr lang="en-US" sz="1000" dirty="0"/>
          </a:p>
        </p:txBody>
      </p:sp>
      <p:sp>
        <p:nvSpPr>
          <p:cNvPr id="6" name="Shape 4"/>
          <p:cNvSpPr/>
          <p:nvPr/>
        </p:nvSpPr>
        <p:spPr>
          <a:xfrm>
            <a:off x="548640" y="1920240"/>
            <a:ext cx="5440680" cy="2011680"/>
          </a:xfrm>
          <a:prstGeom prst="roundRect">
            <a:avLst>
              <a:gd name="adj" fmla="val 3636"/>
            </a:avLst>
          </a:prstGeom>
          <a:solidFill>
            <a:srgbClr val="FFF7EB"/>
          </a:solidFill>
          <a:ln w="12700">
            <a:solidFill>
              <a:srgbClr val="FFF7EB"/>
            </a:solidFill>
            <a:prstDash val="solid"/>
          </a:ln>
        </p:spPr>
      </p:sp>
      <p:sp>
        <p:nvSpPr>
          <p:cNvPr id="7" name="Shape 5"/>
          <p:cNvSpPr/>
          <p:nvPr/>
        </p:nvSpPr>
        <p:spPr>
          <a:xfrm>
            <a:off x="731520" y="2103120"/>
            <a:ext cx="2011680" cy="457200"/>
          </a:xfrm>
          <a:prstGeom prst="roundRect">
            <a:avLst>
              <a:gd name="adj" fmla="val 16000"/>
            </a:avLst>
          </a:prstGeom>
          <a:solidFill>
            <a:srgbClr val="000000"/>
          </a:solidFill>
          <a:ln w="12700">
            <a:solidFill>
              <a:srgbClr val="000000"/>
            </a:solidFill>
            <a:prstDash val="solid"/>
          </a:ln>
        </p:spPr>
      </p:sp>
      <p:sp>
        <p:nvSpPr>
          <p:cNvPr id="8" name="Text 6"/>
          <p:cNvSpPr txBox="1"/>
          <p:nvPr/>
        </p:nvSpPr>
        <p:spPr>
          <a:xfrm>
            <a:off x="731520" y="2103120"/>
            <a:ext cx="2011680" cy="457200"/>
          </a:xfrm>
          <a:prstGeom prst="rect">
            <a:avLst/>
          </a:prstGeom>
          <a:noFill/>
          <a:ln/>
        </p:spPr>
        <p:txBody>
          <a:bodyPr wrap="square" lIns="0" tIns="0" rIns="0" bIns="0" rtlCol="0" anchor="ctr"/>
          <a:lstStyle/>
          <a:p>
            <a:pPr algn="ctr" indent="0" marL="0">
              <a:buNone/>
            </a:pPr>
            <a:r>
              <a:rPr lang="en-US" sz="1350" b="1" dirty="0">
                <a:solidFill>
                  <a:srgbClr val="FFA028"/>
                </a:solidFill>
                <a:latin typeface="Arial" pitchFamily="34" charset="0"/>
                <a:ea typeface="Arial" pitchFamily="34" charset="-122"/>
                <a:cs typeface="Arial" pitchFamily="34" charset="-120"/>
              </a:rPr>
              <a:t>TORNADO</a:t>
            </a:r>
            <a:endParaRPr lang="en-US" sz="1350" dirty="0"/>
          </a:p>
        </p:txBody>
      </p:sp>
      <p:sp>
        <p:nvSpPr>
          <p:cNvPr id="9" name="Text 7"/>
          <p:cNvSpPr txBox="1"/>
          <p:nvPr/>
        </p:nvSpPr>
        <p:spPr>
          <a:xfrm>
            <a:off x="2880360" y="2103120"/>
            <a:ext cx="3017520" cy="457200"/>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¿Qué riesgos mueven más el total?</a:t>
            </a:r>
            <a:endParaRPr lang="en-US" sz="1350" dirty="0"/>
          </a:p>
        </p:txBody>
      </p:sp>
      <p:sp>
        <p:nvSpPr>
          <p:cNvPr id="10" name="Text 8"/>
          <p:cNvSpPr txBox="1"/>
          <p:nvPr/>
        </p:nvSpPr>
        <p:spPr>
          <a:xfrm>
            <a:off x="731520" y="2697480"/>
            <a:ext cx="5074920" cy="11887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Ordena por «swing»: cuánto cambia el total cuando el riesgo está en su 10 % alto frente a su 10 % bajo. Los primeros son donde conviene invertir en respuestas.</a:t>
            </a:r>
            <a:endParaRPr lang="en-US" sz="1300" dirty="0"/>
          </a:p>
        </p:txBody>
      </p:sp>
      <p:sp>
        <p:nvSpPr>
          <p:cNvPr id="11" name="Shape 9"/>
          <p:cNvSpPr/>
          <p:nvPr/>
        </p:nvSpPr>
        <p:spPr>
          <a:xfrm>
            <a:off x="6172200" y="1920240"/>
            <a:ext cx="5440680" cy="2011680"/>
          </a:xfrm>
          <a:prstGeom prst="roundRect">
            <a:avLst>
              <a:gd name="adj" fmla="val 3636"/>
            </a:avLst>
          </a:prstGeom>
          <a:solidFill>
            <a:srgbClr val="FFF7EB"/>
          </a:solidFill>
          <a:ln w="12700">
            <a:solidFill>
              <a:srgbClr val="FFF7EB"/>
            </a:solidFill>
            <a:prstDash val="solid"/>
          </a:ln>
        </p:spPr>
      </p:sp>
      <p:sp>
        <p:nvSpPr>
          <p:cNvPr id="12" name="Shape 10"/>
          <p:cNvSpPr/>
          <p:nvPr/>
        </p:nvSpPr>
        <p:spPr>
          <a:xfrm>
            <a:off x="6355080" y="2103120"/>
            <a:ext cx="2011680" cy="457200"/>
          </a:xfrm>
          <a:prstGeom prst="roundRect">
            <a:avLst>
              <a:gd name="adj" fmla="val 16000"/>
            </a:avLst>
          </a:prstGeom>
          <a:solidFill>
            <a:srgbClr val="000000"/>
          </a:solidFill>
          <a:ln w="12700">
            <a:solidFill>
              <a:srgbClr val="000000"/>
            </a:solidFill>
            <a:prstDash val="solid"/>
          </a:ln>
        </p:spPr>
      </p:sp>
      <p:sp>
        <p:nvSpPr>
          <p:cNvPr id="13" name="Text 11"/>
          <p:cNvSpPr txBox="1"/>
          <p:nvPr/>
        </p:nvSpPr>
        <p:spPr>
          <a:xfrm>
            <a:off x="6355080" y="2103120"/>
            <a:ext cx="2011680" cy="457200"/>
          </a:xfrm>
          <a:prstGeom prst="rect">
            <a:avLst/>
          </a:prstGeom>
          <a:noFill/>
          <a:ln/>
        </p:spPr>
        <p:txBody>
          <a:bodyPr wrap="square" lIns="0" tIns="0" rIns="0" bIns="0" rtlCol="0" anchor="ctr"/>
          <a:lstStyle/>
          <a:p>
            <a:pPr algn="ctr" indent="0" marL="0">
              <a:buNone/>
            </a:pPr>
            <a:r>
              <a:rPr lang="en-US" sz="1350" b="1" dirty="0">
                <a:solidFill>
                  <a:srgbClr val="FFA028"/>
                </a:solidFill>
                <a:latin typeface="Arial" pitchFamily="34" charset="0"/>
                <a:ea typeface="Arial" pitchFamily="34" charset="-122"/>
                <a:cs typeface="Arial" pitchFamily="34" charset="-120"/>
              </a:rPr>
              <a:t>RANGOS</a:t>
            </a:r>
            <a:endParaRPr lang="en-US" sz="1350" dirty="0"/>
          </a:p>
        </p:txBody>
      </p:sp>
      <p:sp>
        <p:nvSpPr>
          <p:cNvPr id="14" name="Text 12"/>
          <p:cNvSpPr txBox="1"/>
          <p:nvPr/>
        </p:nvSpPr>
        <p:spPr>
          <a:xfrm>
            <a:off x="8503920" y="2103120"/>
            <a:ext cx="3017520" cy="457200"/>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¿Cuánto aporta cada riesgo?</a:t>
            </a:r>
            <a:endParaRPr lang="en-US" sz="1350" dirty="0"/>
          </a:p>
        </p:txBody>
      </p:sp>
      <p:sp>
        <p:nvSpPr>
          <p:cNvPr id="15" name="Text 13"/>
          <p:cNvSpPr txBox="1"/>
          <p:nvPr/>
        </p:nvSpPr>
        <p:spPr>
          <a:xfrm>
            <a:off x="6355080" y="2697480"/>
            <a:ext cx="5074920" cy="11887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Mínimo, P10…P90, máximo, promedio y VME de cada riesgo en cada dimensión, incluidos los escenarios en que no ocurre.</a:t>
            </a:r>
            <a:endParaRPr lang="en-US" sz="1300" dirty="0"/>
          </a:p>
        </p:txBody>
      </p:sp>
      <p:sp>
        <p:nvSpPr>
          <p:cNvPr id="16" name="Shape 14"/>
          <p:cNvSpPr/>
          <p:nvPr/>
        </p:nvSpPr>
        <p:spPr>
          <a:xfrm>
            <a:off x="548640" y="4114800"/>
            <a:ext cx="5440680" cy="2011680"/>
          </a:xfrm>
          <a:prstGeom prst="roundRect">
            <a:avLst>
              <a:gd name="adj" fmla="val 3636"/>
            </a:avLst>
          </a:prstGeom>
          <a:solidFill>
            <a:srgbClr val="FFF7EB"/>
          </a:solidFill>
          <a:ln w="12700">
            <a:solidFill>
              <a:srgbClr val="FFF7EB"/>
            </a:solidFill>
            <a:prstDash val="solid"/>
          </a:ln>
        </p:spPr>
      </p:sp>
      <p:sp>
        <p:nvSpPr>
          <p:cNvPr id="17" name="Shape 15"/>
          <p:cNvSpPr/>
          <p:nvPr/>
        </p:nvSpPr>
        <p:spPr>
          <a:xfrm>
            <a:off x="731520" y="4297680"/>
            <a:ext cx="2011680" cy="457200"/>
          </a:xfrm>
          <a:prstGeom prst="roundRect">
            <a:avLst>
              <a:gd name="adj" fmla="val 16000"/>
            </a:avLst>
          </a:prstGeom>
          <a:solidFill>
            <a:srgbClr val="000000"/>
          </a:solidFill>
          <a:ln w="12700">
            <a:solidFill>
              <a:srgbClr val="000000"/>
            </a:solidFill>
            <a:prstDash val="solid"/>
          </a:ln>
        </p:spPr>
      </p:sp>
      <p:sp>
        <p:nvSpPr>
          <p:cNvPr id="18" name="Text 16"/>
          <p:cNvSpPr txBox="1"/>
          <p:nvPr/>
        </p:nvSpPr>
        <p:spPr>
          <a:xfrm>
            <a:off x="731520" y="4297680"/>
            <a:ext cx="2011680" cy="457200"/>
          </a:xfrm>
          <a:prstGeom prst="rect">
            <a:avLst/>
          </a:prstGeom>
          <a:noFill/>
          <a:ln/>
        </p:spPr>
        <p:txBody>
          <a:bodyPr wrap="square" lIns="0" tIns="0" rIns="0" bIns="0" rtlCol="0" anchor="ctr"/>
          <a:lstStyle/>
          <a:p>
            <a:pPr algn="ctr" indent="0" marL="0">
              <a:buNone/>
            </a:pPr>
            <a:r>
              <a:rPr lang="en-US" sz="1350" b="1" dirty="0">
                <a:solidFill>
                  <a:srgbClr val="FFA028"/>
                </a:solidFill>
                <a:latin typeface="Arial" pitchFamily="34" charset="0"/>
                <a:ea typeface="Arial" pitchFamily="34" charset="-122"/>
                <a:cs typeface="Arial" pitchFamily="34" charset="-120"/>
              </a:rPr>
              <a:t>MATRIZ_PI</a:t>
            </a:r>
            <a:endParaRPr lang="en-US" sz="1350" dirty="0"/>
          </a:p>
        </p:txBody>
      </p:sp>
      <p:sp>
        <p:nvSpPr>
          <p:cNvPr id="19" name="Text 17"/>
          <p:cNvSpPr txBox="1"/>
          <p:nvPr/>
        </p:nvSpPr>
        <p:spPr>
          <a:xfrm>
            <a:off x="2880360" y="4297680"/>
            <a:ext cx="3017520" cy="457200"/>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¿Cómo se ve el registro en la matriz?</a:t>
            </a:r>
            <a:endParaRPr lang="en-US" sz="1350" dirty="0"/>
          </a:p>
        </p:txBody>
      </p:sp>
      <p:sp>
        <p:nvSpPr>
          <p:cNvPr id="20" name="Text 18"/>
          <p:cNvSpPr txBox="1"/>
          <p:nvPr/>
        </p:nvSpPr>
        <p:spPr>
          <a:xfrm>
            <a:off x="731520" y="4892040"/>
            <a:ext cx="5074920" cy="11887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Ubica cada riesgo en la matriz probabilidad–impacto 5×5 con las escalas de tblEscalas: útil para reportes cualitativos.</a:t>
            </a:r>
            <a:endParaRPr lang="en-US" sz="1300" dirty="0"/>
          </a:p>
        </p:txBody>
      </p:sp>
      <p:sp>
        <p:nvSpPr>
          <p:cNvPr id="21" name="Shape 19"/>
          <p:cNvSpPr/>
          <p:nvPr/>
        </p:nvSpPr>
        <p:spPr>
          <a:xfrm>
            <a:off x="6172200" y="4114800"/>
            <a:ext cx="5440680" cy="2011680"/>
          </a:xfrm>
          <a:prstGeom prst="roundRect">
            <a:avLst>
              <a:gd name="adj" fmla="val 3636"/>
            </a:avLst>
          </a:prstGeom>
          <a:solidFill>
            <a:srgbClr val="FFF7EB"/>
          </a:solidFill>
          <a:ln w="12700">
            <a:solidFill>
              <a:srgbClr val="FFF7EB"/>
            </a:solidFill>
            <a:prstDash val="solid"/>
          </a:ln>
        </p:spPr>
      </p:sp>
      <p:sp>
        <p:nvSpPr>
          <p:cNvPr id="22" name="Shape 20"/>
          <p:cNvSpPr/>
          <p:nvPr/>
        </p:nvSpPr>
        <p:spPr>
          <a:xfrm>
            <a:off x="6355080" y="4297680"/>
            <a:ext cx="2011680" cy="457200"/>
          </a:xfrm>
          <a:prstGeom prst="roundRect">
            <a:avLst>
              <a:gd name="adj" fmla="val 16000"/>
            </a:avLst>
          </a:prstGeom>
          <a:solidFill>
            <a:srgbClr val="000000"/>
          </a:solidFill>
          <a:ln w="12700">
            <a:solidFill>
              <a:srgbClr val="000000"/>
            </a:solidFill>
            <a:prstDash val="solid"/>
          </a:ln>
        </p:spPr>
      </p:sp>
      <p:sp>
        <p:nvSpPr>
          <p:cNvPr id="23" name="Text 21"/>
          <p:cNvSpPr txBox="1"/>
          <p:nvPr/>
        </p:nvSpPr>
        <p:spPr>
          <a:xfrm>
            <a:off x="6355080" y="4297680"/>
            <a:ext cx="2011680" cy="457200"/>
          </a:xfrm>
          <a:prstGeom prst="rect">
            <a:avLst/>
          </a:prstGeom>
          <a:noFill/>
          <a:ln/>
        </p:spPr>
        <p:txBody>
          <a:bodyPr wrap="square" lIns="0" tIns="0" rIns="0" bIns="0" rtlCol="0" anchor="ctr"/>
          <a:lstStyle/>
          <a:p>
            <a:pPr algn="ctr" indent="0" marL="0">
              <a:buNone/>
            </a:pPr>
            <a:r>
              <a:rPr lang="en-US" sz="1350" b="1" dirty="0">
                <a:solidFill>
                  <a:srgbClr val="FFA028"/>
                </a:solidFill>
                <a:latin typeface="Arial" pitchFamily="34" charset="0"/>
                <a:ea typeface="Arial" pitchFamily="34" charset="-122"/>
                <a:cs typeface="Arial" pitchFamily="34" charset="-120"/>
              </a:rPr>
              <a:t>COMPARACION</a:t>
            </a:r>
            <a:endParaRPr lang="en-US" sz="1350" dirty="0"/>
          </a:p>
        </p:txBody>
      </p:sp>
      <p:sp>
        <p:nvSpPr>
          <p:cNvPr id="24" name="Text 22"/>
          <p:cNvSpPr txBox="1"/>
          <p:nvPr/>
        </p:nvSpPr>
        <p:spPr>
          <a:xfrm>
            <a:off x="8503920" y="4297680"/>
            <a:ext cx="3017520" cy="457200"/>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¿Valen la pena las respuestas?</a:t>
            </a:r>
            <a:endParaRPr lang="en-US" sz="1350" dirty="0"/>
          </a:p>
        </p:txBody>
      </p:sp>
      <p:sp>
        <p:nvSpPr>
          <p:cNvPr id="25" name="Text 23"/>
          <p:cNvSpPr txBox="1"/>
          <p:nvPr/>
        </p:nvSpPr>
        <p:spPr>
          <a:xfrm>
            <a:off x="6355080" y="4892040"/>
            <a:ext cx="5074920" cy="1188720"/>
          </a:xfrm>
          <a:prstGeom prst="rect">
            <a:avLst/>
          </a:prstGeom>
          <a:noFill/>
          <a:ln/>
        </p:spPr>
        <p:txBody>
          <a:bodyPr wrap="square" lIns="0" tIns="0" rIns="0" bIns="0" rtlCol="0" anchor="t"/>
          <a:lstStyle/>
          <a:p>
            <a:pPr indent="0" marL="0">
              <a:buNone/>
            </a:pPr>
            <a:r>
              <a:rPr lang="en-US" sz="1300" dirty="0">
                <a:solidFill>
                  <a:srgbClr val="333333"/>
                </a:solidFill>
                <a:latin typeface="Arial" pitchFamily="34" charset="0"/>
                <a:ea typeface="Arial" pitchFamily="34" charset="-122"/>
                <a:cs typeface="Arial" pitchFamily="34" charset="-120"/>
              </a:rPr>
              <a:t>Curvas S antes y después, reducción del P80 y beneficio neto frente al costo de las respuestas.</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185855" y="6446520"/>
            <a:ext cx="548640" cy="274320"/>
          </a:xfrm>
          <a:prstGeom prst="rect">
            <a:avLst/>
          </a:prstGeom>
          <a:noFill/>
          <a:ln/>
        </p:spPr>
        <p:txBody>
          <a:bodyPr wrap="square" lIns="0" tIns="0" rIns="0" bIns="0" rtlCol="0" anchor="t"/>
          <a:lstStyle/>
          <a:p>
            <a:pPr algn="r" indent="0" marL="0">
              <a:buNone/>
            </a:pPr>
            <a:r>
              <a:rPr lang="en-US" sz="1000" dirty="0">
                <a:solidFill>
                  <a:srgbClr val="6B6B6B"/>
                </a:solidFill>
                <a:latin typeface="Arial" pitchFamily="34" charset="0"/>
                <a:ea typeface="Arial" pitchFamily="34" charset="-122"/>
                <a:cs typeface="Arial" pitchFamily="34" charset="-120"/>
              </a:rPr>
              <a:t>70</a:t>
            </a:r>
            <a:endParaRPr lang="en-US" sz="1000" dirty="0"/>
          </a:p>
        </p:txBody>
      </p:sp>
      <p:sp>
        <p:nvSpPr>
          <p:cNvPr id="3" name="Text 1"/>
          <p:cNvSpPr txBox="1"/>
          <p:nvPr/>
        </p:nvSpPr>
        <p:spPr>
          <a:xfrm>
            <a:off x="548640" y="731520"/>
            <a:ext cx="10058400" cy="365760"/>
          </a:xfrm>
          <a:prstGeom prst="rect">
            <a:avLst/>
          </a:prstGeom>
          <a:noFill/>
          <a:ln/>
        </p:spPr>
        <p:txBody>
          <a:bodyPr wrap="square" lIns="0" tIns="0" rIns="0" bIns="0" rtlCol="0" anchor="t"/>
          <a:lstStyle/>
          <a:p>
            <a:pPr indent="0" marL="0">
              <a:buNone/>
            </a:pPr>
            <a:r>
              <a:rPr lang="en-US" sz="1400" b="1" spc="300" kern="0" dirty="0">
                <a:solidFill>
                  <a:srgbClr val="FFA028"/>
                </a:solidFill>
                <a:latin typeface="Arial" pitchFamily="34" charset="0"/>
                <a:ea typeface="Arial" pitchFamily="34" charset="-122"/>
                <a:cs typeface="Arial" pitchFamily="34" charset="-120"/>
              </a:rPr>
              <a:t>ANTES DE PRESENTAR RESULTADOS</a:t>
            </a:r>
            <a:endParaRPr lang="en-US" sz="1400" dirty="0"/>
          </a:p>
        </p:txBody>
      </p:sp>
      <p:sp>
        <p:nvSpPr>
          <p:cNvPr id="4" name="Text 2"/>
          <p:cNvSpPr txBox="1"/>
          <p:nvPr/>
        </p:nvSpPr>
        <p:spPr>
          <a:xfrm>
            <a:off x="548640" y="1143000"/>
            <a:ext cx="10058400" cy="7315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Checklist final</a:t>
            </a:r>
            <a:endParaRPr lang="en-US" sz="3600" dirty="0"/>
          </a:p>
        </p:txBody>
      </p:sp>
      <p:sp>
        <p:nvSpPr>
          <p:cNvPr id="5" name="Shape 3"/>
          <p:cNvSpPr/>
          <p:nvPr/>
        </p:nvSpPr>
        <p:spPr>
          <a:xfrm>
            <a:off x="548640" y="2103120"/>
            <a:ext cx="365760" cy="365760"/>
          </a:xfrm>
          <a:prstGeom prst="ellipse">
            <a:avLst/>
          </a:prstGeom>
          <a:solidFill>
            <a:srgbClr val="FFA028"/>
          </a:solidFill>
          <a:ln w="12700">
            <a:solidFill>
              <a:srgbClr val="FFA028"/>
            </a:solidFill>
            <a:prstDash val="solid"/>
          </a:ln>
        </p:spPr>
      </p:sp>
      <p:sp>
        <p:nvSpPr>
          <p:cNvPr id="6" name="Text 4"/>
          <p:cNvSpPr txBox="1"/>
          <p:nvPr/>
        </p:nvSpPr>
        <p:spPr>
          <a:xfrm>
            <a:off x="548640" y="2103120"/>
            <a:ext cx="365760"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7" name="Text 5"/>
          <p:cNvSpPr txBox="1"/>
          <p:nvPr/>
        </p:nvSpPr>
        <p:spPr>
          <a:xfrm>
            <a:off x="1143000" y="2075688"/>
            <a:ext cx="10515600" cy="420624"/>
          </a:xfrm>
          <a:prstGeom prst="rect">
            <a:avLst/>
          </a:prstGeom>
          <a:noFill/>
          <a:ln/>
        </p:spPr>
        <p:txBody>
          <a:bodyPr wrap="square" lIns="0" tIns="0" rIns="0" bIns="0" rtlCol="0" anchor="ctr"/>
          <a:lstStyle/>
          <a:p>
            <a:pPr indent="0" marL="0">
              <a:buNone/>
            </a:pPr>
            <a:r>
              <a:rPr lang="en-US" sz="1550" dirty="0">
                <a:solidFill>
                  <a:srgbClr val="FFFFFF"/>
                </a:solidFill>
                <a:latin typeface="Arial" pitchFamily="34" charset="0"/>
                <a:ea typeface="Arial" pitchFamily="34" charset="-122"/>
                <a:cs typeface="Arial" pitchFamily="34" charset="-120"/>
              </a:rPr>
              <a:t>Costo base y plazo base reemplazados por los del contrato (hoy son supuestos).</a:t>
            </a:r>
            <a:endParaRPr lang="en-US" sz="1550" dirty="0"/>
          </a:p>
        </p:txBody>
      </p:sp>
      <p:sp>
        <p:nvSpPr>
          <p:cNvPr id="8" name="Shape 6"/>
          <p:cNvSpPr/>
          <p:nvPr/>
        </p:nvSpPr>
        <p:spPr>
          <a:xfrm>
            <a:off x="548640" y="2633472"/>
            <a:ext cx="365760" cy="365760"/>
          </a:xfrm>
          <a:prstGeom prst="ellipse">
            <a:avLst/>
          </a:prstGeom>
          <a:solidFill>
            <a:srgbClr val="FFA028"/>
          </a:solidFill>
          <a:ln w="12700">
            <a:solidFill>
              <a:srgbClr val="FFA028"/>
            </a:solidFill>
            <a:prstDash val="solid"/>
          </a:ln>
        </p:spPr>
      </p:sp>
      <p:sp>
        <p:nvSpPr>
          <p:cNvPr id="9" name="Text 7"/>
          <p:cNvSpPr txBox="1"/>
          <p:nvPr/>
        </p:nvSpPr>
        <p:spPr>
          <a:xfrm>
            <a:off x="548640" y="2633472"/>
            <a:ext cx="365760"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10" name="Text 8"/>
          <p:cNvSpPr txBox="1"/>
          <p:nvPr/>
        </p:nvSpPr>
        <p:spPr>
          <a:xfrm>
            <a:off x="1143000" y="2606040"/>
            <a:ext cx="10515600" cy="420624"/>
          </a:xfrm>
          <a:prstGeom prst="rect">
            <a:avLst/>
          </a:prstGeom>
          <a:noFill/>
          <a:ln/>
        </p:spPr>
        <p:txBody>
          <a:bodyPr wrap="square" lIns="0" tIns="0" rIns="0" bIns="0" rtlCol="0" anchor="ctr"/>
          <a:lstStyle/>
          <a:p>
            <a:pPr indent="0" marL="0">
              <a:buNone/>
            </a:pPr>
            <a:r>
              <a:rPr lang="en-US" sz="1550" dirty="0">
                <a:solidFill>
                  <a:srgbClr val="FFFFFF"/>
                </a:solidFill>
                <a:latin typeface="Arial" pitchFamily="34" charset="0"/>
                <a:ea typeface="Arial" pitchFamily="34" charset="-122"/>
                <a:cs typeface="Arial" pitchFamily="34" charset="-120"/>
              </a:rPr>
              <a:t>Cada estimación «ESTIMADO – VALIDAR» revisada con el dueño del riesgo; fuente anotada en NOTAS.</a:t>
            </a:r>
            <a:endParaRPr lang="en-US" sz="1550" dirty="0"/>
          </a:p>
        </p:txBody>
      </p:sp>
      <p:sp>
        <p:nvSpPr>
          <p:cNvPr id="11" name="Shape 9"/>
          <p:cNvSpPr/>
          <p:nvPr/>
        </p:nvSpPr>
        <p:spPr>
          <a:xfrm>
            <a:off x="548640" y="3163824"/>
            <a:ext cx="365760" cy="365760"/>
          </a:xfrm>
          <a:prstGeom prst="ellipse">
            <a:avLst/>
          </a:prstGeom>
          <a:solidFill>
            <a:srgbClr val="FFA028"/>
          </a:solidFill>
          <a:ln w="12700">
            <a:solidFill>
              <a:srgbClr val="FFA028"/>
            </a:solidFill>
            <a:prstDash val="solid"/>
          </a:ln>
        </p:spPr>
      </p:sp>
      <p:sp>
        <p:nvSpPr>
          <p:cNvPr id="12" name="Text 10"/>
          <p:cNvSpPr txBox="1"/>
          <p:nvPr/>
        </p:nvSpPr>
        <p:spPr>
          <a:xfrm>
            <a:off x="548640" y="3163824"/>
            <a:ext cx="365760"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13" name="Text 11"/>
          <p:cNvSpPr txBox="1"/>
          <p:nvPr/>
        </p:nvSpPr>
        <p:spPr>
          <a:xfrm>
            <a:off x="1143000" y="3136392"/>
            <a:ext cx="10515600" cy="420624"/>
          </a:xfrm>
          <a:prstGeom prst="rect">
            <a:avLst/>
          </a:prstGeom>
          <a:noFill/>
          <a:ln/>
        </p:spPr>
        <p:txBody>
          <a:bodyPr wrap="square" lIns="0" tIns="0" rIns="0" bIns="0" rtlCol="0" anchor="ctr"/>
          <a:lstStyle/>
          <a:p>
            <a:pPr indent="0" marL="0">
              <a:buNone/>
            </a:pPr>
            <a:r>
              <a:rPr lang="en-US" sz="1550" dirty="0">
                <a:solidFill>
                  <a:srgbClr val="FFFFFF"/>
                </a:solidFill>
                <a:latin typeface="Arial" pitchFamily="34" charset="0"/>
                <a:ea typeface="Arial" pitchFamily="34" charset="-122"/>
                <a:cs typeface="Arial" pitchFamily="34" charset="-120"/>
              </a:rPr>
              <a:t>Distribución elegida según lo que se sabe (árbol de decisión); PERT por defecto.</a:t>
            </a:r>
            <a:endParaRPr lang="en-US" sz="1550" dirty="0"/>
          </a:p>
        </p:txBody>
      </p:sp>
      <p:sp>
        <p:nvSpPr>
          <p:cNvPr id="14" name="Shape 12"/>
          <p:cNvSpPr/>
          <p:nvPr/>
        </p:nvSpPr>
        <p:spPr>
          <a:xfrm>
            <a:off x="548640" y="3694176"/>
            <a:ext cx="365760" cy="365760"/>
          </a:xfrm>
          <a:prstGeom prst="ellipse">
            <a:avLst/>
          </a:prstGeom>
          <a:solidFill>
            <a:srgbClr val="FFA028"/>
          </a:solidFill>
          <a:ln w="12700">
            <a:solidFill>
              <a:srgbClr val="FFA028"/>
            </a:solidFill>
            <a:prstDash val="solid"/>
          </a:ln>
        </p:spPr>
      </p:sp>
      <p:sp>
        <p:nvSpPr>
          <p:cNvPr id="15" name="Text 13"/>
          <p:cNvSpPr txBox="1"/>
          <p:nvPr/>
        </p:nvSpPr>
        <p:spPr>
          <a:xfrm>
            <a:off x="548640" y="3694176"/>
            <a:ext cx="365760"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16" name="Text 14"/>
          <p:cNvSpPr txBox="1"/>
          <p:nvPr/>
        </p:nvSpPr>
        <p:spPr>
          <a:xfrm>
            <a:off x="1143000" y="3666744"/>
            <a:ext cx="10515600" cy="420624"/>
          </a:xfrm>
          <a:prstGeom prst="rect">
            <a:avLst/>
          </a:prstGeom>
          <a:noFill/>
          <a:ln/>
        </p:spPr>
        <p:txBody>
          <a:bodyPr wrap="square" lIns="0" tIns="0" rIns="0" bIns="0" rtlCol="0" anchor="ctr"/>
          <a:lstStyle/>
          <a:p>
            <a:pPr indent="0" marL="0">
              <a:buNone/>
            </a:pPr>
            <a:r>
              <a:rPr lang="en-US" sz="1550" dirty="0">
                <a:solidFill>
                  <a:srgbClr val="FFFFFF"/>
                </a:solidFill>
                <a:latin typeface="Arial" pitchFamily="34" charset="0"/>
                <a:ea typeface="Arial" pitchFamily="34" charset="-122"/>
                <a:cs typeface="Arial" pitchFamily="34" charset="-120"/>
              </a:rPr>
              <a:t>Probabilidad separada del impacto; unidades revisadas; sin impactos duplicados.</a:t>
            </a:r>
            <a:endParaRPr lang="en-US" sz="1550" dirty="0"/>
          </a:p>
        </p:txBody>
      </p:sp>
      <p:sp>
        <p:nvSpPr>
          <p:cNvPr id="17" name="Shape 15"/>
          <p:cNvSpPr/>
          <p:nvPr/>
        </p:nvSpPr>
        <p:spPr>
          <a:xfrm>
            <a:off x="548640" y="4224528"/>
            <a:ext cx="365760" cy="365760"/>
          </a:xfrm>
          <a:prstGeom prst="ellipse">
            <a:avLst/>
          </a:prstGeom>
          <a:solidFill>
            <a:srgbClr val="FFA028"/>
          </a:solidFill>
          <a:ln w="12700">
            <a:solidFill>
              <a:srgbClr val="FFA028"/>
            </a:solidFill>
            <a:prstDash val="solid"/>
          </a:ln>
        </p:spPr>
      </p:sp>
      <p:sp>
        <p:nvSpPr>
          <p:cNvPr id="18" name="Text 16"/>
          <p:cNvSpPr txBox="1"/>
          <p:nvPr/>
        </p:nvSpPr>
        <p:spPr>
          <a:xfrm>
            <a:off x="548640" y="4224528"/>
            <a:ext cx="365760"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19" name="Text 17"/>
          <p:cNvSpPr txBox="1"/>
          <p:nvPr/>
        </p:nvSpPr>
        <p:spPr>
          <a:xfrm>
            <a:off x="1143000" y="4197096"/>
            <a:ext cx="10515600" cy="420624"/>
          </a:xfrm>
          <a:prstGeom prst="rect">
            <a:avLst/>
          </a:prstGeom>
          <a:noFill/>
          <a:ln/>
        </p:spPr>
        <p:txBody>
          <a:bodyPr wrap="square" lIns="0" tIns="0" rIns="0" bIns="0" rtlCol="0" anchor="ctr"/>
          <a:lstStyle/>
          <a:p>
            <a:pPr indent="0" marL="0">
              <a:buNone/>
            </a:pPr>
            <a:r>
              <a:rPr lang="en-US" sz="1550" dirty="0">
                <a:solidFill>
                  <a:srgbClr val="FFFFFF"/>
                </a:solidFill>
                <a:latin typeface="Arial" pitchFamily="34" charset="0"/>
                <a:ea typeface="Arial" pitchFamily="34" charset="-122"/>
                <a:cs typeface="Arial" pitchFamily="34" charset="-120"/>
              </a:rPr>
              <a:t>Oportunidades con parámetros positivos y TIPO = OPORTUNIDAD.</a:t>
            </a:r>
            <a:endParaRPr lang="en-US" sz="1550" dirty="0"/>
          </a:p>
        </p:txBody>
      </p:sp>
      <p:sp>
        <p:nvSpPr>
          <p:cNvPr id="20" name="Shape 18"/>
          <p:cNvSpPr/>
          <p:nvPr/>
        </p:nvSpPr>
        <p:spPr>
          <a:xfrm>
            <a:off x="548640" y="4754880"/>
            <a:ext cx="365760" cy="365760"/>
          </a:xfrm>
          <a:prstGeom prst="ellipse">
            <a:avLst/>
          </a:prstGeom>
          <a:solidFill>
            <a:srgbClr val="FFA028"/>
          </a:solidFill>
          <a:ln w="12700">
            <a:solidFill>
              <a:srgbClr val="FFA028"/>
            </a:solidFill>
            <a:prstDash val="solid"/>
          </a:ln>
        </p:spPr>
      </p:sp>
      <p:sp>
        <p:nvSpPr>
          <p:cNvPr id="21" name="Text 19"/>
          <p:cNvSpPr txBox="1"/>
          <p:nvPr/>
        </p:nvSpPr>
        <p:spPr>
          <a:xfrm>
            <a:off x="548640" y="4754880"/>
            <a:ext cx="365760"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22" name="Text 20"/>
          <p:cNvSpPr txBox="1"/>
          <p:nvPr/>
        </p:nvSpPr>
        <p:spPr>
          <a:xfrm>
            <a:off x="1143000" y="4727448"/>
            <a:ext cx="10515600" cy="420624"/>
          </a:xfrm>
          <a:prstGeom prst="rect">
            <a:avLst/>
          </a:prstGeom>
          <a:noFill/>
          <a:ln/>
        </p:spPr>
        <p:txBody>
          <a:bodyPr wrap="square" lIns="0" tIns="0" rIns="0" bIns="0" rtlCol="0" anchor="ctr"/>
          <a:lstStyle/>
          <a:p>
            <a:pPr indent="0" marL="0">
              <a:buNone/>
            </a:pPr>
            <a:r>
              <a:rPr lang="en-US" sz="1550" dirty="0">
                <a:solidFill>
                  <a:srgbClr val="FFFFFF"/>
                </a:solidFill>
                <a:latin typeface="Arial" pitchFamily="34" charset="0"/>
                <a:ea typeface="Arial" pitchFamily="34" charset="-122"/>
                <a:cs typeface="Arial" pitchFamily="34" charset="-120"/>
              </a:rPr>
              <a:t>Correlación definida para los riesgos con causa común.</a:t>
            </a:r>
            <a:endParaRPr lang="en-US" sz="1550" dirty="0"/>
          </a:p>
        </p:txBody>
      </p:sp>
      <p:sp>
        <p:nvSpPr>
          <p:cNvPr id="23" name="Shape 21"/>
          <p:cNvSpPr/>
          <p:nvPr/>
        </p:nvSpPr>
        <p:spPr>
          <a:xfrm>
            <a:off x="548640" y="5285232"/>
            <a:ext cx="365760" cy="365760"/>
          </a:xfrm>
          <a:prstGeom prst="ellipse">
            <a:avLst/>
          </a:prstGeom>
          <a:solidFill>
            <a:srgbClr val="FFA028"/>
          </a:solidFill>
          <a:ln w="12700">
            <a:solidFill>
              <a:srgbClr val="FFA028"/>
            </a:solidFill>
            <a:prstDash val="solid"/>
          </a:ln>
        </p:spPr>
      </p:sp>
      <p:sp>
        <p:nvSpPr>
          <p:cNvPr id="24" name="Text 22"/>
          <p:cNvSpPr txBox="1"/>
          <p:nvPr/>
        </p:nvSpPr>
        <p:spPr>
          <a:xfrm>
            <a:off x="548640" y="5285232"/>
            <a:ext cx="365760"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25" name="Text 23"/>
          <p:cNvSpPr txBox="1"/>
          <p:nvPr/>
        </p:nvSpPr>
        <p:spPr>
          <a:xfrm>
            <a:off x="1143000" y="5257800"/>
            <a:ext cx="10515600" cy="420624"/>
          </a:xfrm>
          <a:prstGeom prst="rect">
            <a:avLst/>
          </a:prstGeom>
          <a:noFill/>
          <a:ln/>
        </p:spPr>
        <p:txBody>
          <a:bodyPr wrap="square" lIns="0" tIns="0" rIns="0" bIns="0" rtlCol="0" anchor="ctr"/>
          <a:lstStyle/>
          <a:p>
            <a:pPr indent="0" marL="0">
              <a:buNone/>
            </a:pPr>
            <a:r>
              <a:rPr lang="en-US" sz="1550" dirty="0">
                <a:solidFill>
                  <a:srgbClr val="FFFFFF"/>
                </a:solidFill>
                <a:latin typeface="Arial" pitchFamily="34" charset="0"/>
                <a:ea typeface="Arial" pitchFamily="34" charset="-122"/>
                <a:cs typeface="Arial" pitchFamily="34" charset="-120"/>
              </a:rPr>
              <a:t>Validación sin errores rojos; advertencias ámbar revisadas.</a:t>
            </a:r>
            <a:endParaRPr lang="en-US" sz="1550" dirty="0"/>
          </a:p>
        </p:txBody>
      </p:sp>
      <p:sp>
        <p:nvSpPr>
          <p:cNvPr id="26" name="Shape 24"/>
          <p:cNvSpPr/>
          <p:nvPr/>
        </p:nvSpPr>
        <p:spPr>
          <a:xfrm>
            <a:off x="548640" y="5815584"/>
            <a:ext cx="365760" cy="365760"/>
          </a:xfrm>
          <a:prstGeom prst="ellipse">
            <a:avLst/>
          </a:prstGeom>
          <a:solidFill>
            <a:srgbClr val="FFA028"/>
          </a:solidFill>
          <a:ln w="12700">
            <a:solidFill>
              <a:srgbClr val="FFA028"/>
            </a:solidFill>
            <a:prstDash val="solid"/>
          </a:ln>
        </p:spPr>
      </p:sp>
      <p:sp>
        <p:nvSpPr>
          <p:cNvPr id="27" name="Text 25"/>
          <p:cNvSpPr txBox="1"/>
          <p:nvPr/>
        </p:nvSpPr>
        <p:spPr>
          <a:xfrm>
            <a:off x="548640" y="5815584"/>
            <a:ext cx="365760"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28" name="Text 26"/>
          <p:cNvSpPr txBox="1"/>
          <p:nvPr/>
        </p:nvSpPr>
        <p:spPr>
          <a:xfrm>
            <a:off x="1143000" y="5788152"/>
            <a:ext cx="10515600" cy="420624"/>
          </a:xfrm>
          <a:prstGeom prst="rect">
            <a:avLst/>
          </a:prstGeom>
          <a:noFill/>
          <a:ln/>
        </p:spPr>
        <p:txBody>
          <a:bodyPr wrap="square" lIns="0" tIns="0" rIns="0" bIns="0" rtlCol="0" anchor="ctr"/>
          <a:lstStyle/>
          <a:p>
            <a:pPr indent="0" marL="0">
              <a:buNone/>
            </a:pPr>
            <a:r>
              <a:rPr lang="en-US" sz="1550" dirty="0">
                <a:solidFill>
                  <a:srgbClr val="FFFFFF"/>
                </a:solidFill>
                <a:latin typeface="Arial" pitchFamily="34" charset="0"/>
                <a:ea typeface="Arial" pitchFamily="34" charset="-122"/>
                <a:cs typeface="Arial" pitchFamily="34" charset="-120"/>
              </a:rPr>
              <a:t>Precisión «Suficiente»; contingencia leída en el P(nivel) del TOTAL.</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Guía extendida — Simulación Montecarlo de riesgos</dc:title>
  <dc:subject>PptxGenJS Presentation</dc:subject>
  <dc:creator>PptxGenJS</dc:creator>
  <cp:lastModifiedBy>PptxGenJS</cp:lastModifiedBy>
  <cp:revision>1</cp:revision>
  <dcterms:created xsi:type="dcterms:W3CDTF">2026-09-26T17:20:01Z</dcterms:created>
  <dcterms:modified xsi:type="dcterms:W3CDTF">2026-09-26T17:20:01Z</dcterms:modified>
</cp:coreProperties>
</file>