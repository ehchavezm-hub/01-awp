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0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6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Estimado con distribución: PERT 200 000 / 600 000 / 1 400 000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PERT 200 000 / 600 000 / 1 400 000</c:v>
                </c:pt>
              </c:strCache>
            </c:strRef>
          </c:tx>
          <c:spPr>
            <a:solidFill>
              <a:srgbClr val="FF6600"/>
            </a:solidFill>
            <a:ln w="3175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xVal>
            <c:numRef>
              <c:f>Sheet1!$A$2:$A$137</c:f>
              <c:numCache>
                <c:formatCode>General</c:formatCode>
                <c:ptCount val="136"/>
                <c:pt idx="0">
                  <c:v>150</c:v>
                </c:pt>
                <c:pt idx="1">
                  <c:v>160</c:v>
                </c:pt>
                <c:pt idx="2">
                  <c:v>170</c:v>
                </c:pt>
                <c:pt idx="3">
                  <c:v>180</c:v>
                </c:pt>
                <c:pt idx="4">
                  <c:v>190</c:v>
                </c:pt>
                <c:pt idx="5">
                  <c:v>200</c:v>
                </c:pt>
                <c:pt idx="6">
                  <c:v>210</c:v>
                </c:pt>
                <c:pt idx="7">
                  <c:v>220</c:v>
                </c:pt>
                <c:pt idx="8">
                  <c:v>230</c:v>
                </c:pt>
                <c:pt idx="9">
                  <c:v>240</c:v>
                </c:pt>
                <c:pt idx="10">
                  <c:v>250</c:v>
                </c:pt>
                <c:pt idx="11">
                  <c:v>260</c:v>
                </c:pt>
                <c:pt idx="12">
                  <c:v>270</c:v>
                </c:pt>
                <c:pt idx="13">
                  <c:v>280</c:v>
                </c:pt>
                <c:pt idx="14">
                  <c:v>290</c:v>
                </c:pt>
                <c:pt idx="15">
                  <c:v>300</c:v>
                </c:pt>
                <c:pt idx="16">
                  <c:v>310</c:v>
                </c:pt>
                <c:pt idx="17">
                  <c:v>320</c:v>
                </c:pt>
                <c:pt idx="18">
                  <c:v>330</c:v>
                </c:pt>
                <c:pt idx="19">
                  <c:v>340</c:v>
                </c:pt>
                <c:pt idx="20">
                  <c:v>350</c:v>
                </c:pt>
                <c:pt idx="21">
                  <c:v>360</c:v>
                </c:pt>
                <c:pt idx="22">
                  <c:v>370</c:v>
                </c:pt>
                <c:pt idx="23">
                  <c:v>380</c:v>
                </c:pt>
                <c:pt idx="24">
                  <c:v>390</c:v>
                </c:pt>
                <c:pt idx="25">
                  <c:v>400</c:v>
                </c:pt>
                <c:pt idx="26">
                  <c:v>410</c:v>
                </c:pt>
                <c:pt idx="27">
                  <c:v>420</c:v>
                </c:pt>
                <c:pt idx="28">
                  <c:v>430</c:v>
                </c:pt>
                <c:pt idx="29">
                  <c:v>440</c:v>
                </c:pt>
                <c:pt idx="30">
                  <c:v>450</c:v>
                </c:pt>
                <c:pt idx="31">
                  <c:v>460</c:v>
                </c:pt>
                <c:pt idx="32">
                  <c:v>470</c:v>
                </c:pt>
                <c:pt idx="33">
                  <c:v>480</c:v>
                </c:pt>
                <c:pt idx="34">
                  <c:v>490</c:v>
                </c:pt>
                <c:pt idx="35">
                  <c:v>500</c:v>
                </c:pt>
                <c:pt idx="36">
                  <c:v>510</c:v>
                </c:pt>
                <c:pt idx="37">
                  <c:v>520</c:v>
                </c:pt>
                <c:pt idx="38">
                  <c:v>530</c:v>
                </c:pt>
                <c:pt idx="39">
                  <c:v>540</c:v>
                </c:pt>
                <c:pt idx="40">
                  <c:v>550</c:v>
                </c:pt>
                <c:pt idx="41">
                  <c:v>560</c:v>
                </c:pt>
                <c:pt idx="42">
                  <c:v>570</c:v>
                </c:pt>
                <c:pt idx="43">
                  <c:v>580</c:v>
                </c:pt>
                <c:pt idx="44">
                  <c:v>590</c:v>
                </c:pt>
                <c:pt idx="45">
                  <c:v>600</c:v>
                </c:pt>
                <c:pt idx="46">
                  <c:v>610</c:v>
                </c:pt>
                <c:pt idx="47">
                  <c:v>620</c:v>
                </c:pt>
                <c:pt idx="48">
                  <c:v>630</c:v>
                </c:pt>
                <c:pt idx="49">
                  <c:v>640</c:v>
                </c:pt>
                <c:pt idx="50">
                  <c:v>650</c:v>
                </c:pt>
                <c:pt idx="51">
                  <c:v>660</c:v>
                </c:pt>
                <c:pt idx="52">
                  <c:v>670</c:v>
                </c:pt>
                <c:pt idx="53">
                  <c:v>680</c:v>
                </c:pt>
                <c:pt idx="54">
                  <c:v>690</c:v>
                </c:pt>
                <c:pt idx="55">
                  <c:v>700</c:v>
                </c:pt>
                <c:pt idx="56">
                  <c:v>710</c:v>
                </c:pt>
                <c:pt idx="57">
                  <c:v>720</c:v>
                </c:pt>
                <c:pt idx="58">
                  <c:v>730</c:v>
                </c:pt>
                <c:pt idx="59">
                  <c:v>740</c:v>
                </c:pt>
                <c:pt idx="60">
                  <c:v>750</c:v>
                </c:pt>
                <c:pt idx="61">
                  <c:v>760</c:v>
                </c:pt>
                <c:pt idx="62">
                  <c:v>770</c:v>
                </c:pt>
                <c:pt idx="63">
                  <c:v>780</c:v>
                </c:pt>
                <c:pt idx="64">
                  <c:v>790</c:v>
                </c:pt>
                <c:pt idx="65">
                  <c:v>800</c:v>
                </c:pt>
                <c:pt idx="66">
                  <c:v>810</c:v>
                </c:pt>
                <c:pt idx="67">
                  <c:v>820</c:v>
                </c:pt>
                <c:pt idx="68">
                  <c:v>830</c:v>
                </c:pt>
                <c:pt idx="69">
                  <c:v>840</c:v>
                </c:pt>
                <c:pt idx="70">
                  <c:v>850</c:v>
                </c:pt>
                <c:pt idx="71">
                  <c:v>860</c:v>
                </c:pt>
                <c:pt idx="72">
                  <c:v>870</c:v>
                </c:pt>
                <c:pt idx="73">
                  <c:v>880</c:v>
                </c:pt>
                <c:pt idx="74">
                  <c:v>890</c:v>
                </c:pt>
                <c:pt idx="75">
                  <c:v>900</c:v>
                </c:pt>
                <c:pt idx="76">
                  <c:v>910</c:v>
                </c:pt>
                <c:pt idx="77">
                  <c:v>920</c:v>
                </c:pt>
                <c:pt idx="78">
                  <c:v>930</c:v>
                </c:pt>
                <c:pt idx="79">
                  <c:v>940</c:v>
                </c:pt>
                <c:pt idx="80">
                  <c:v>950</c:v>
                </c:pt>
                <c:pt idx="81">
                  <c:v>960</c:v>
                </c:pt>
                <c:pt idx="82">
                  <c:v>970</c:v>
                </c:pt>
                <c:pt idx="83">
                  <c:v>980</c:v>
                </c:pt>
                <c:pt idx="84">
                  <c:v>990</c:v>
                </c:pt>
                <c:pt idx="85">
                  <c:v>1000</c:v>
                </c:pt>
                <c:pt idx="86">
                  <c:v>1010</c:v>
                </c:pt>
                <c:pt idx="87">
                  <c:v>1020</c:v>
                </c:pt>
                <c:pt idx="88">
                  <c:v>1030</c:v>
                </c:pt>
                <c:pt idx="89">
                  <c:v>1040</c:v>
                </c:pt>
                <c:pt idx="90">
                  <c:v>1050</c:v>
                </c:pt>
                <c:pt idx="91">
                  <c:v>1060</c:v>
                </c:pt>
                <c:pt idx="92">
                  <c:v>1070</c:v>
                </c:pt>
                <c:pt idx="93">
                  <c:v>1080</c:v>
                </c:pt>
                <c:pt idx="94">
                  <c:v>1090</c:v>
                </c:pt>
                <c:pt idx="95">
                  <c:v>1100</c:v>
                </c:pt>
                <c:pt idx="96">
                  <c:v>1110</c:v>
                </c:pt>
                <c:pt idx="97">
                  <c:v>1120</c:v>
                </c:pt>
                <c:pt idx="98">
                  <c:v>1130</c:v>
                </c:pt>
                <c:pt idx="99">
                  <c:v>1140</c:v>
                </c:pt>
                <c:pt idx="100">
                  <c:v>1150</c:v>
                </c:pt>
                <c:pt idx="101">
                  <c:v>1160</c:v>
                </c:pt>
                <c:pt idx="102">
                  <c:v>1170</c:v>
                </c:pt>
                <c:pt idx="103">
                  <c:v>1180</c:v>
                </c:pt>
                <c:pt idx="104">
                  <c:v>1190</c:v>
                </c:pt>
                <c:pt idx="105">
                  <c:v>1200</c:v>
                </c:pt>
                <c:pt idx="106">
                  <c:v>1210</c:v>
                </c:pt>
                <c:pt idx="107">
                  <c:v>1220</c:v>
                </c:pt>
                <c:pt idx="108">
                  <c:v>1230</c:v>
                </c:pt>
                <c:pt idx="109">
                  <c:v>1240</c:v>
                </c:pt>
                <c:pt idx="110">
                  <c:v>1250</c:v>
                </c:pt>
                <c:pt idx="111">
                  <c:v>1260</c:v>
                </c:pt>
                <c:pt idx="112">
                  <c:v>1270</c:v>
                </c:pt>
                <c:pt idx="113">
                  <c:v>1280</c:v>
                </c:pt>
                <c:pt idx="114">
                  <c:v>1290</c:v>
                </c:pt>
                <c:pt idx="115">
                  <c:v>1300</c:v>
                </c:pt>
                <c:pt idx="116">
                  <c:v>1310</c:v>
                </c:pt>
                <c:pt idx="117">
                  <c:v>1320</c:v>
                </c:pt>
                <c:pt idx="118">
                  <c:v>1330</c:v>
                </c:pt>
                <c:pt idx="119">
                  <c:v>1340</c:v>
                </c:pt>
                <c:pt idx="120">
                  <c:v>1350</c:v>
                </c:pt>
                <c:pt idx="121">
                  <c:v>1360</c:v>
                </c:pt>
                <c:pt idx="122">
                  <c:v>1370</c:v>
                </c:pt>
                <c:pt idx="123">
                  <c:v>1380</c:v>
                </c:pt>
                <c:pt idx="124">
                  <c:v>1390</c:v>
                </c:pt>
                <c:pt idx="125">
                  <c:v>1400</c:v>
                </c:pt>
                <c:pt idx="126">
                  <c:v>1410</c:v>
                </c:pt>
                <c:pt idx="127">
                  <c:v>1420</c:v>
                </c:pt>
                <c:pt idx="128">
                  <c:v>1430</c:v>
                </c:pt>
                <c:pt idx="129">
                  <c:v>1440</c:v>
                </c:pt>
                <c:pt idx="130">
                  <c:v>1450</c:v>
                </c:pt>
                <c:pt idx="131">
                  <c:v>1460</c:v>
                </c:pt>
                <c:pt idx="132">
                  <c:v>1470</c:v>
                </c:pt>
                <c:pt idx="133">
                  <c:v>1480</c:v>
                </c:pt>
                <c:pt idx="134">
                  <c:v>1490</c:v>
                </c:pt>
                <c:pt idx="135">
                  <c:v>1500</c:v>
                </c:pt>
              </c:numCache>
            </c:numRef>
          </c:xVal>
          <c:yVal>
            <c:numRef>
              <c:f>Sheet1!$B$2:$B$137</c:f>
              <c:numCache>
                <c:formatCode>General</c:formatCode>
                <c:ptCount val="1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0.02108</c:v>
                </c:pt>
                <c:pt idx="7">
                  <c:v>0.05193</c:v>
                </c:pt>
                <c:pt idx="8">
                  <c:v>0.08716</c:v>
                </c:pt>
                <c:pt idx="9">
                  <c:v>0.12502</c:v>
                </c:pt>
                <c:pt idx="10">
                  <c:v>0.1645</c:v>
                </c:pt>
                <c:pt idx="11">
                  <c:v>0.20494</c:v>
                </c:pt>
                <c:pt idx="12">
                  <c:v>0.24586</c:v>
                </c:pt>
                <c:pt idx="13">
                  <c:v>0.28689</c:v>
                </c:pt>
                <c:pt idx="14">
                  <c:v>0.32774</c:v>
                </c:pt>
                <c:pt idx="15">
                  <c:v>0.36818</c:v>
                </c:pt>
                <c:pt idx="16">
                  <c:v>0.40801</c:v>
                </c:pt>
                <c:pt idx="17">
                  <c:v>0.44708</c:v>
                </c:pt>
                <c:pt idx="18">
                  <c:v>0.48525</c:v>
                </c:pt>
                <c:pt idx="19">
                  <c:v>0.5224</c:v>
                </c:pt>
                <c:pt idx="20">
                  <c:v>0.55844</c:v>
                </c:pt>
                <c:pt idx="21">
                  <c:v>0.59328</c:v>
                </c:pt>
                <c:pt idx="22">
                  <c:v>0.62687</c:v>
                </c:pt>
                <c:pt idx="23">
                  <c:v>0.65914</c:v>
                </c:pt>
                <c:pt idx="24">
                  <c:v>0.69004</c:v>
                </c:pt>
                <c:pt idx="25">
                  <c:v>0.71954</c:v>
                </c:pt>
                <c:pt idx="26">
                  <c:v>0.74759</c:v>
                </c:pt>
                <c:pt idx="27">
                  <c:v>0.77419</c:v>
                </c:pt>
                <c:pt idx="28">
                  <c:v>0.7993</c:v>
                </c:pt>
                <c:pt idx="29">
                  <c:v>0.82291</c:v>
                </c:pt>
                <c:pt idx="30">
                  <c:v>0.84501</c:v>
                </c:pt>
                <c:pt idx="31">
                  <c:v>0.8656</c:v>
                </c:pt>
                <c:pt idx="32">
                  <c:v>0.88468</c:v>
                </c:pt>
                <c:pt idx="33">
                  <c:v>0.90225</c:v>
                </c:pt>
                <c:pt idx="34">
                  <c:v>0.91831</c:v>
                </c:pt>
                <c:pt idx="35">
                  <c:v>0.93287</c:v>
                </c:pt>
                <c:pt idx="36">
                  <c:v>0.94595</c:v>
                </c:pt>
                <c:pt idx="37">
                  <c:v>0.95756</c:v>
                </c:pt>
                <c:pt idx="38">
                  <c:v>0.96772</c:v>
                </c:pt>
                <c:pt idx="39">
                  <c:v>0.97645</c:v>
                </c:pt>
                <c:pt idx="40">
                  <c:v>0.98376</c:v>
                </c:pt>
                <c:pt idx="41">
                  <c:v>0.98968</c:v>
                </c:pt>
                <c:pt idx="42">
                  <c:v>0.99424</c:v>
                </c:pt>
                <c:pt idx="43">
                  <c:v>0.99746</c:v>
                </c:pt>
                <c:pt idx="44">
                  <c:v>0.99937</c:v>
                </c:pt>
                <c:pt idx="45">
                  <c:v>1</c:v>
                </c:pt>
                <c:pt idx="46">
                  <c:v>0.99938</c:v>
                </c:pt>
                <c:pt idx="47">
                  <c:v>0.99754</c:v>
                </c:pt>
                <c:pt idx="48">
                  <c:v>0.99452</c:v>
                </c:pt>
                <c:pt idx="49">
                  <c:v>0.99035</c:v>
                </c:pt>
                <c:pt idx="50">
                  <c:v>0.98505</c:v>
                </c:pt>
                <c:pt idx="51">
                  <c:v>0.97868</c:v>
                </c:pt>
                <c:pt idx="52">
                  <c:v>0.97127</c:v>
                </c:pt>
                <c:pt idx="53">
                  <c:v>0.96284</c:v>
                </c:pt>
                <c:pt idx="54">
                  <c:v>0.95345</c:v>
                </c:pt>
                <c:pt idx="55">
                  <c:v>0.94312</c:v>
                </c:pt>
                <c:pt idx="56">
                  <c:v>0.9319</c:v>
                </c:pt>
                <c:pt idx="57">
                  <c:v>0.91983</c:v>
                </c:pt>
                <c:pt idx="58">
                  <c:v>0.90694</c:v>
                </c:pt>
                <c:pt idx="59">
                  <c:v>0.89328</c:v>
                </c:pt>
                <c:pt idx="60">
                  <c:v>0.87889</c:v>
                </c:pt>
                <c:pt idx="61">
                  <c:v>0.86379</c:v>
                </c:pt>
                <c:pt idx="62">
                  <c:v>0.84805</c:v>
                </c:pt>
                <c:pt idx="63">
                  <c:v>0.83169</c:v>
                </c:pt>
                <c:pt idx="64">
                  <c:v>0.81476</c:v>
                </c:pt>
                <c:pt idx="65">
                  <c:v>0.79729</c:v>
                </c:pt>
                <c:pt idx="66">
                  <c:v>0.77934</c:v>
                </c:pt>
                <c:pt idx="67">
                  <c:v>0.76093</c:v>
                </c:pt>
                <c:pt idx="68">
                  <c:v>0.74211</c:v>
                </c:pt>
                <c:pt idx="69">
                  <c:v>0.72292</c:v>
                </c:pt>
                <c:pt idx="70">
                  <c:v>0.70339</c:v>
                </c:pt>
                <c:pt idx="71">
                  <c:v>0.68358</c:v>
                </c:pt>
                <c:pt idx="72">
                  <c:v>0.66351</c:v>
                </c:pt>
                <c:pt idx="73">
                  <c:v>0.64323</c:v>
                </c:pt>
                <c:pt idx="74">
                  <c:v>0.62278</c:v>
                </c:pt>
                <c:pt idx="75">
                  <c:v>0.60219</c:v>
                </c:pt>
                <c:pt idx="76">
                  <c:v>0.5815</c:v>
                </c:pt>
                <c:pt idx="77">
                  <c:v>0.56075</c:v>
                </c:pt>
                <c:pt idx="78">
                  <c:v>0.53997</c:v>
                </c:pt>
                <c:pt idx="79">
                  <c:v>0.51921</c:v>
                </c:pt>
                <c:pt idx="80">
                  <c:v>0.4985</c:v>
                </c:pt>
                <c:pt idx="81">
                  <c:v>0.47787</c:v>
                </c:pt>
                <c:pt idx="82">
                  <c:v>0.45735</c:v>
                </c:pt>
                <c:pt idx="83">
                  <c:v>0.43699</c:v>
                </c:pt>
                <c:pt idx="84">
                  <c:v>0.41681</c:v>
                </c:pt>
                <c:pt idx="85">
                  <c:v>0.39685</c:v>
                </c:pt>
                <c:pt idx="86">
                  <c:v>0.37714</c:v>
                </c:pt>
                <c:pt idx="87">
                  <c:v>0.3577</c:v>
                </c:pt>
                <c:pt idx="88">
                  <c:v>0.33858</c:v>
                </c:pt>
                <c:pt idx="89">
                  <c:v>0.31979</c:v>
                </c:pt>
                <c:pt idx="90">
                  <c:v>0.30136</c:v>
                </c:pt>
                <c:pt idx="91">
                  <c:v>0.28333</c:v>
                </c:pt>
                <c:pt idx="92">
                  <c:v>0.26571</c:v>
                </c:pt>
                <c:pt idx="93">
                  <c:v>0.24854</c:v>
                </c:pt>
                <c:pt idx="94">
                  <c:v>0.23183</c:v>
                </c:pt>
                <c:pt idx="95">
                  <c:v>0.21561</c:v>
                </c:pt>
                <c:pt idx="96">
                  <c:v>0.19989</c:v>
                </c:pt>
                <c:pt idx="97">
                  <c:v>0.18471</c:v>
                </c:pt>
                <c:pt idx="98">
                  <c:v>0.17007</c:v>
                </c:pt>
                <c:pt idx="99">
                  <c:v>0.156</c:v>
                </c:pt>
                <c:pt idx="100">
                  <c:v>0.1425</c:v>
                </c:pt>
                <c:pt idx="101">
                  <c:v>0.1296</c:v>
                </c:pt>
                <c:pt idx="102">
                  <c:v>0.11731</c:v>
                </c:pt>
                <c:pt idx="103">
                  <c:v>0.10563</c:v>
                </c:pt>
                <c:pt idx="104">
                  <c:v>0.09458</c:v>
                </c:pt>
                <c:pt idx="105">
                  <c:v>0.08416</c:v>
                </c:pt>
                <c:pt idx="106">
                  <c:v>0.07438</c:v>
                </c:pt>
                <c:pt idx="107">
                  <c:v>0.06524</c:v>
                </c:pt>
                <c:pt idx="108">
                  <c:v>0.05675</c:v>
                </c:pt>
                <c:pt idx="109">
                  <c:v>0.04891</c:v>
                </c:pt>
                <c:pt idx="110">
                  <c:v>0.0417</c:v>
                </c:pt>
                <c:pt idx="111">
                  <c:v>0.03514</c:v>
                </c:pt>
                <c:pt idx="112">
                  <c:v>0.0292</c:v>
                </c:pt>
                <c:pt idx="113">
                  <c:v>0.02388</c:v>
                </c:pt>
                <c:pt idx="114">
                  <c:v>0.01917</c:v>
                </c:pt>
                <c:pt idx="115">
                  <c:v>0.01505</c:v>
                </c:pt>
                <c:pt idx="116">
                  <c:v>0.0115</c:v>
                </c:pt>
                <c:pt idx="117">
                  <c:v>0.0085</c:v>
                </c:pt>
                <c:pt idx="118">
                  <c:v>0.00603</c:v>
                </c:pt>
                <c:pt idx="119">
                  <c:v>0.00404</c:v>
                </c:pt>
                <c:pt idx="120">
                  <c:v>0.00251</c:v>
                </c:pt>
                <c:pt idx="121">
                  <c:v>0.0014</c:v>
                </c:pt>
                <c:pt idx="122">
                  <c:v>0.00066</c:v>
                </c:pt>
                <c:pt idx="123">
                  <c:v>0.00023</c:v>
                </c:pt>
                <c:pt idx="124">
                  <c:v>0.00004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500"/>
          <c:min val="15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Sobrecosto (miles de S/)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00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Densidad: dónde se concentran los valores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Densidad</c:v>
                </c:pt>
              </c:strCache>
            </c:strRef>
          </c:tx>
          <c:spPr>
            <a:solidFill>
              <a:srgbClr val="FF6600"/>
            </a:solidFill>
            <a:ln w="3175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xVal>
            <c:numRef>
              <c:f>Sheet1!$A$2:$A$137</c:f>
              <c:numCache>
                <c:formatCode>General</c:formatCode>
                <c:ptCount val="136"/>
                <c:pt idx="0">
                  <c:v>150</c:v>
                </c:pt>
                <c:pt idx="1">
                  <c:v>160</c:v>
                </c:pt>
                <c:pt idx="2">
                  <c:v>170</c:v>
                </c:pt>
                <c:pt idx="3">
                  <c:v>180</c:v>
                </c:pt>
                <c:pt idx="4">
                  <c:v>190</c:v>
                </c:pt>
                <c:pt idx="5">
                  <c:v>200</c:v>
                </c:pt>
                <c:pt idx="6">
                  <c:v>210</c:v>
                </c:pt>
                <c:pt idx="7">
                  <c:v>220</c:v>
                </c:pt>
                <c:pt idx="8">
                  <c:v>230</c:v>
                </c:pt>
                <c:pt idx="9">
                  <c:v>240</c:v>
                </c:pt>
                <c:pt idx="10">
                  <c:v>250</c:v>
                </c:pt>
                <c:pt idx="11">
                  <c:v>260</c:v>
                </c:pt>
                <c:pt idx="12">
                  <c:v>270</c:v>
                </c:pt>
                <c:pt idx="13">
                  <c:v>280</c:v>
                </c:pt>
                <c:pt idx="14">
                  <c:v>290</c:v>
                </c:pt>
                <c:pt idx="15">
                  <c:v>300</c:v>
                </c:pt>
                <c:pt idx="16">
                  <c:v>310</c:v>
                </c:pt>
                <c:pt idx="17">
                  <c:v>320</c:v>
                </c:pt>
                <c:pt idx="18">
                  <c:v>330</c:v>
                </c:pt>
                <c:pt idx="19">
                  <c:v>340</c:v>
                </c:pt>
                <c:pt idx="20">
                  <c:v>350</c:v>
                </c:pt>
                <c:pt idx="21">
                  <c:v>360</c:v>
                </c:pt>
                <c:pt idx="22">
                  <c:v>370</c:v>
                </c:pt>
                <c:pt idx="23">
                  <c:v>380</c:v>
                </c:pt>
                <c:pt idx="24">
                  <c:v>390</c:v>
                </c:pt>
                <c:pt idx="25">
                  <c:v>400</c:v>
                </c:pt>
                <c:pt idx="26">
                  <c:v>410</c:v>
                </c:pt>
                <c:pt idx="27">
                  <c:v>420</c:v>
                </c:pt>
                <c:pt idx="28">
                  <c:v>430</c:v>
                </c:pt>
                <c:pt idx="29">
                  <c:v>440</c:v>
                </c:pt>
                <c:pt idx="30">
                  <c:v>450</c:v>
                </c:pt>
                <c:pt idx="31">
                  <c:v>460</c:v>
                </c:pt>
                <c:pt idx="32">
                  <c:v>470</c:v>
                </c:pt>
                <c:pt idx="33">
                  <c:v>480</c:v>
                </c:pt>
                <c:pt idx="34">
                  <c:v>490</c:v>
                </c:pt>
                <c:pt idx="35">
                  <c:v>500</c:v>
                </c:pt>
                <c:pt idx="36">
                  <c:v>510</c:v>
                </c:pt>
                <c:pt idx="37">
                  <c:v>520</c:v>
                </c:pt>
                <c:pt idx="38">
                  <c:v>530</c:v>
                </c:pt>
                <c:pt idx="39">
                  <c:v>540</c:v>
                </c:pt>
                <c:pt idx="40">
                  <c:v>550</c:v>
                </c:pt>
                <c:pt idx="41">
                  <c:v>560</c:v>
                </c:pt>
                <c:pt idx="42">
                  <c:v>570</c:v>
                </c:pt>
                <c:pt idx="43">
                  <c:v>580</c:v>
                </c:pt>
                <c:pt idx="44">
                  <c:v>590</c:v>
                </c:pt>
                <c:pt idx="45">
                  <c:v>600</c:v>
                </c:pt>
                <c:pt idx="46">
                  <c:v>610</c:v>
                </c:pt>
                <c:pt idx="47">
                  <c:v>620</c:v>
                </c:pt>
                <c:pt idx="48">
                  <c:v>630</c:v>
                </c:pt>
                <c:pt idx="49">
                  <c:v>640</c:v>
                </c:pt>
                <c:pt idx="50">
                  <c:v>650</c:v>
                </c:pt>
                <c:pt idx="51">
                  <c:v>660</c:v>
                </c:pt>
                <c:pt idx="52">
                  <c:v>670</c:v>
                </c:pt>
                <c:pt idx="53">
                  <c:v>680</c:v>
                </c:pt>
                <c:pt idx="54">
                  <c:v>690</c:v>
                </c:pt>
                <c:pt idx="55">
                  <c:v>700</c:v>
                </c:pt>
                <c:pt idx="56">
                  <c:v>710</c:v>
                </c:pt>
                <c:pt idx="57">
                  <c:v>720</c:v>
                </c:pt>
                <c:pt idx="58">
                  <c:v>730</c:v>
                </c:pt>
                <c:pt idx="59">
                  <c:v>740</c:v>
                </c:pt>
                <c:pt idx="60">
                  <c:v>750</c:v>
                </c:pt>
                <c:pt idx="61">
                  <c:v>760</c:v>
                </c:pt>
                <c:pt idx="62">
                  <c:v>770</c:v>
                </c:pt>
                <c:pt idx="63">
                  <c:v>780</c:v>
                </c:pt>
                <c:pt idx="64">
                  <c:v>790</c:v>
                </c:pt>
                <c:pt idx="65">
                  <c:v>800</c:v>
                </c:pt>
                <c:pt idx="66">
                  <c:v>810</c:v>
                </c:pt>
                <c:pt idx="67">
                  <c:v>820</c:v>
                </c:pt>
                <c:pt idx="68">
                  <c:v>830</c:v>
                </c:pt>
                <c:pt idx="69">
                  <c:v>840</c:v>
                </c:pt>
                <c:pt idx="70">
                  <c:v>850</c:v>
                </c:pt>
                <c:pt idx="71">
                  <c:v>860</c:v>
                </c:pt>
                <c:pt idx="72">
                  <c:v>870</c:v>
                </c:pt>
                <c:pt idx="73">
                  <c:v>880</c:v>
                </c:pt>
                <c:pt idx="74">
                  <c:v>890</c:v>
                </c:pt>
                <c:pt idx="75">
                  <c:v>900</c:v>
                </c:pt>
                <c:pt idx="76">
                  <c:v>910</c:v>
                </c:pt>
                <c:pt idx="77">
                  <c:v>920</c:v>
                </c:pt>
                <c:pt idx="78">
                  <c:v>930</c:v>
                </c:pt>
                <c:pt idx="79">
                  <c:v>940</c:v>
                </c:pt>
                <c:pt idx="80">
                  <c:v>950</c:v>
                </c:pt>
                <c:pt idx="81">
                  <c:v>960</c:v>
                </c:pt>
                <c:pt idx="82">
                  <c:v>970</c:v>
                </c:pt>
                <c:pt idx="83">
                  <c:v>980</c:v>
                </c:pt>
                <c:pt idx="84">
                  <c:v>990</c:v>
                </c:pt>
                <c:pt idx="85">
                  <c:v>1000</c:v>
                </c:pt>
                <c:pt idx="86">
                  <c:v>1010</c:v>
                </c:pt>
                <c:pt idx="87">
                  <c:v>1020</c:v>
                </c:pt>
                <c:pt idx="88">
                  <c:v>1030</c:v>
                </c:pt>
                <c:pt idx="89">
                  <c:v>1040</c:v>
                </c:pt>
                <c:pt idx="90">
                  <c:v>1050</c:v>
                </c:pt>
                <c:pt idx="91">
                  <c:v>1060</c:v>
                </c:pt>
                <c:pt idx="92">
                  <c:v>1070</c:v>
                </c:pt>
                <c:pt idx="93">
                  <c:v>1080</c:v>
                </c:pt>
                <c:pt idx="94">
                  <c:v>1090</c:v>
                </c:pt>
                <c:pt idx="95">
                  <c:v>1100</c:v>
                </c:pt>
                <c:pt idx="96">
                  <c:v>1110</c:v>
                </c:pt>
                <c:pt idx="97">
                  <c:v>1120</c:v>
                </c:pt>
                <c:pt idx="98">
                  <c:v>1130</c:v>
                </c:pt>
                <c:pt idx="99">
                  <c:v>1140</c:v>
                </c:pt>
                <c:pt idx="100">
                  <c:v>1150</c:v>
                </c:pt>
                <c:pt idx="101">
                  <c:v>1160</c:v>
                </c:pt>
                <c:pt idx="102">
                  <c:v>1170</c:v>
                </c:pt>
                <c:pt idx="103">
                  <c:v>1180</c:v>
                </c:pt>
                <c:pt idx="104">
                  <c:v>1190</c:v>
                </c:pt>
                <c:pt idx="105">
                  <c:v>1200</c:v>
                </c:pt>
                <c:pt idx="106">
                  <c:v>1210</c:v>
                </c:pt>
                <c:pt idx="107">
                  <c:v>1220</c:v>
                </c:pt>
                <c:pt idx="108">
                  <c:v>1230</c:v>
                </c:pt>
                <c:pt idx="109">
                  <c:v>1240</c:v>
                </c:pt>
                <c:pt idx="110">
                  <c:v>1250</c:v>
                </c:pt>
                <c:pt idx="111">
                  <c:v>1260</c:v>
                </c:pt>
                <c:pt idx="112">
                  <c:v>1270</c:v>
                </c:pt>
                <c:pt idx="113">
                  <c:v>1280</c:v>
                </c:pt>
                <c:pt idx="114">
                  <c:v>1290</c:v>
                </c:pt>
                <c:pt idx="115">
                  <c:v>1300</c:v>
                </c:pt>
                <c:pt idx="116">
                  <c:v>1310</c:v>
                </c:pt>
                <c:pt idx="117">
                  <c:v>1320</c:v>
                </c:pt>
                <c:pt idx="118">
                  <c:v>1330</c:v>
                </c:pt>
                <c:pt idx="119">
                  <c:v>1340</c:v>
                </c:pt>
                <c:pt idx="120">
                  <c:v>1350</c:v>
                </c:pt>
                <c:pt idx="121">
                  <c:v>1360</c:v>
                </c:pt>
                <c:pt idx="122">
                  <c:v>1370</c:v>
                </c:pt>
                <c:pt idx="123">
                  <c:v>1380</c:v>
                </c:pt>
                <c:pt idx="124">
                  <c:v>1390</c:v>
                </c:pt>
                <c:pt idx="125">
                  <c:v>1400</c:v>
                </c:pt>
                <c:pt idx="126">
                  <c:v>1410</c:v>
                </c:pt>
                <c:pt idx="127">
                  <c:v>1420</c:v>
                </c:pt>
                <c:pt idx="128">
                  <c:v>1430</c:v>
                </c:pt>
                <c:pt idx="129">
                  <c:v>1440</c:v>
                </c:pt>
                <c:pt idx="130">
                  <c:v>1450</c:v>
                </c:pt>
                <c:pt idx="131">
                  <c:v>1460</c:v>
                </c:pt>
                <c:pt idx="132">
                  <c:v>1470</c:v>
                </c:pt>
                <c:pt idx="133">
                  <c:v>1480</c:v>
                </c:pt>
                <c:pt idx="134">
                  <c:v>1490</c:v>
                </c:pt>
                <c:pt idx="135">
                  <c:v>1500</c:v>
                </c:pt>
              </c:numCache>
            </c:numRef>
          </c:xVal>
          <c:yVal>
            <c:numRef>
              <c:f>Sheet1!$B$2:$B$137</c:f>
              <c:numCache>
                <c:formatCode>General</c:formatCode>
                <c:ptCount val="1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0.02108</c:v>
                </c:pt>
                <c:pt idx="7">
                  <c:v>0.05193</c:v>
                </c:pt>
                <c:pt idx="8">
                  <c:v>0.08716</c:v>
                </c:pt>
                <c:pt idx="9">
                  <c:v>0.12502</c:v>
                </c:pt>
                <c:pt idx="10">
                  <c:v>0.1645</c:v>
                </c:pt>
                <c:pt idx="11">
                  <c:v>0.20494</c:v>
                </c:pt>
                <c:pt idx="12">
                  <c:v>0.24586</c:v>
                </c:pt>
                <c:pt idx="13">
                  <c:v>0.28689</c:v>
                </c:pt>
                <c:pt idx="14">
                  <c:v>0.32774</c:v>
                </c:pt>
                <c:pt idx="15">
                  <c:v>0.36818</c:v>
                </c:pt>
                <c:pt idx="16">
                  <c:v>0.40801</c:v>
                </c:pt>
                <c:pt idx="17">
                  <c:v>0.44708</c:v>
                </c:pt>
                <c:pt idx="18">
                  <c:v>0.48525</c:v>
                </c:pt>
                <c:pt idx="19">
                  <c:v>0.5224</c:v>
                </c:pt>
                <c:pt idx="20">
                  <c:v>0.55844</c:v>
                </c:pt>
                <c:pt idx="21">
                  <c:v>0.59328</c:v>
                </c:pt>
                <c:pt idx="22">
                  <c:v>0.62687</c:v>
                </c:pt>
                <c:pt idx="23">
                  <c:v>0.65914</c:v>
                </c:pt>
                <c:pt idx="24">
                  <c:v>0.69004</c:v>
                </c:pt>
                <c:pt idx="25">
                  <c:v>0.71954</c:v>
                </c:pt>
                <c:pt idx="26">
                  <c:v>0.74759</c:v>
                </c:pt>
                <c:pt idx="27">
                  <c:v>0.77419</c:v>
                </c:pt>
                <c:pt idx="28">
                  <c:v>0.7993</c:v>
                </c:pt>
                <c:pt idx="29">
                  <c:v>0.82291</c:v>
                </c:pt>
                <c:pt idx="30">
                  <c:v>0.84501</c:v>
                </c:pt>
                <c:pt idx="31">
                  <c:v>0.8656</c:v>
                </c:pt>
                <c:pt idx="32">
                  <c:v>0.88468</c:v>
                </c:pt>
                <c:pt idx="33">
                  <c:v>0.90225</c:v>
                </c:pt>
                <c:pt idx="34">
                  <c:v>0.91831</c:v>
                </c:pt>
                <c:pt idx="35">
                  <c:v>0.93287</c:v>
                </c:pt>
                <c:pt idx="36">
                  <c:v>0.94595</c:v>
                </c:pt>
                <c:pt idx="37">
                  <c:v>0.95756</c:v>
                </c:pt>
                <c:pt idx="38">
                  <c:v>0.96772</c:v>
                </c:pt>
                <c:pt idx="39">
                  <c:v>0.97645</c:v>
                </c:pt>
                <c:pt idx="40">
                  <c:v>0.98376</c:v>
                </c:pt>
                <c:pt idx="41">
                  <c:v>0.98968</c:v>
                </c:pt>
                <c:pt idx="42">
                  <c:v>0.99424</c:v>
                </c:pt>
                <c:pt idx="43">
                  <c:v>0.99746</c:v>
                </c:pt>
                <c:pt idx="44">
                  <c:v>0.99937</c:v>
                </c:pt>
                <c:pt idx="45">
                  <c:v>1</c:v>
                </c:pt>
                <c:pt idx="46">
                  <c:v>0.99938</c:v>
                </c:pt>
                <c:pt idx="47">
                  <c:v>0.99754</c:v>
                </c:pt>
                <c:pt idx="48">
                  <c:v>0.99452</c:v>
                </c:pt>
                <c:pt idx="49">
                  <c:v>0.99035</c:v>
                </c:pt>
                <c:pt idx="50">
                  <c:v>0.98505</c:v>
                </c:pt>
                <c:pt idx="51">
                  <c:v>0.97868</c:v>
                </c:pt>
                <c:pt idx="52">
                  <c:v>0.97127</c:v>
                </c:pt>
                <c:pt idx="53">
                  <c:v>0.96284</c:v>
                </c:pt>
                <c:pt idx="54">
                  <c:v>0.95345</c:v>
                </c:pt>
                <c:pt idx="55">
                  <c:v>0.94312</c:v>
                </c:pt>
                <c:pt idx="56">
                  <c:v>0.9319</c:v>
                </c:pt>
                <c:pt idx="57">
                  <c:v>0.91983</c:v>
                </c:pt>
                <c:pt idx="58">
                  <c:v>0.90694</c:v>
                </c:pt>
                <c:pt idx="59">
                  <c:v>0.89328</c:v>
                </c:pt>
                <c:pt idx="60">
                  <c:v>0.87889</c:v>
                </c:pt>
                <c:pt idx="61">
                  <c:v>0.86379</c:v>
                </c:pt>
                <c:pt idx="62">
                  <c:v>0.84805</c:v>
                </c:pt>
                <c:pt idx="63">
                  <c:v>0.83169</c:v>
                </c:pt>
                <c:pt idx="64">
                  <c:v>0.81476</c:v>
                </c:pt>
                <c:pt idx="65">
                  <c:v>0.79729</c:v>
                </c:pt>
                <c:pt idx="66">
                  <c:v>0.77934</c:v>
                </c:pt>
                <c:pt idx="67">
                  <c:v>0.76093</c:v>
                </c:pt>
                <c:pt idx="68">
                  <c:v>0.74211</c:v>
                </c:pt>
                <c:pt idx="69">
                  <c:v>0.72292</c:v>
                </c:pt>
                <c:pt idx="70">
                  <c:v>0.70339</c:v>
                </c:pt>
                <c:pt idx="71">
                  <c:v>0.68358</c:v>
                </c:pt>
                <c:pt idx="72">
                  <c:v>0.66351</c:v>
                </c:pt>
                <c:pt idx="73">
                  <c:v>0.64323</c:v>
                </c:pt>
                <c:pt idx="74">
                  <c:v>0.62278</c:v>
                </c:pt>
                <c:pt idx="75">
                  <c:v>0.60219</c:v>
                </c:pt>
                <c:pt idx="76">
                  <c:v>0.5815</c:v>
                </c:pt>
                <c:pt idx="77">
                  <c:v>0.56075</c:v>
                </c:pt>
                <c:pt idx="78">
                  <c:v>0.53997</c:v>
                </c:pt>
                <c:pt idx="79">
                  <c:v>0.51921</c:v>
                </c:pt>
                <c:pt idx="80">
                  <c:v>0.4985</c:v>
                </c:pt>
                <c:pt idx="81">
                  <c:v>0.47787</c:v>
                </c:pt>
                <c:pt idx="82">
                  <c:v>0.45735</c:v>
                </c:pt>
                <c:pt idx="83">
                  <c:v>0.43699</c:v>
                </c:pt>
                <c:pt idx="84">
                  <c:v>0.41681</c:v>
                </c:pt>
                <c:pt idx="85">
                  <c:v>0.39685</c:v>
                </c:pt>
                <c:pt idx="86">
                  <c:v>0.37714</c:v>
                </c:pt>
                <c:pt idx="87">
                  <c:v>0.3577</c:v>
                </c:pt>
                <c:pt idx="88">
                  <c:v>0.33858</c:v>
                </c:pt>
                <c:pt idx="89">
                  <c:v>0.31979</c:v>
                </c:pt>
                <c:pt idx="90">
                  <c:v>0.30136</c:v>
                </c:pt>
                <c:pt idx="91">
                  <c:v>0.28333</c:v>
                </c:pt>
                <c:pt idx="92">
                  <c:v>0.26571</c:v>
                </c:pt>
                <c:pt idx="93">
                  <c:v>0.24854</c:v>
                </c:pt>
                <c:pt idx="94">
                  <c:v>0.23183</c:v>
                </c:pt>
                <c:pt idx="95">
                  <c:v>0.21561</c:v>
                </c:pt>
                <c:pt idx="96">
                  <c:v>0.19989</c:v>
                </c:pt>
                <c:pt idx="97">
                  <c:v>0.18471</c:v>
                </c:pt>
                <c:pt idx="98">
                  <c:v>0.17007</c:v>
                </c:pt>
                <c:pt idx="99">
                  <c:v>0.156</c:v>
                </c:pt>
                <c:pt idx="100">
                  <c:v>0.1425</c:v>
                </c:pt>
                <c:pt idx="101">
                  <c:v>0.1296</c:v>
                </c:pt>
                <c:pt idx="102">
                  <c:v>0.11731</c:v>
                </c:pt>
                <c:pt idx="103">
                  <c:v>0.10563</c:v>
                </c:pt>
                <c:pt idx="104">
                  <c:v>0.09458</c:v>
                </c:pt>
                <c:pt idx="105">
                  <c:v>0.08416</c:v>
                </c:pt>
                <c:pt idx="106">
                  <c:v>0.07438</c:v>
                </c:pt>
                <c:pt idx="107">
                  <c:v>0.06524</c:v>
                </c:pt>
                <c:pt idx="108">
                  <c:v>0.05675</c:v>
                </c:pt>
                <c:pt idx="109">
                  <c:v>0.04891</c:v>
                </c:pt>
                <c:pt idx="110">
                  <c:v>0.0417</c:v>
                </c:pt>
                <c:pt idx="111">
                  <c:v>0.03514</c:v>
                </c:pt>
                <c:pt idx="112">
                  <c:v>0.0292</c:v>
                </c:pt>
                <c:pt idx="113">
                  <c:v>0.02388</c:v>
                </c:pt>
                <c:pt idx="114">
                  <c:v>0.01917</c:v>
                </c:pt>
                <c:pt idx="115">
                  <c:v>0.01505</c:v>
                </c:pt>
                <c:pt idx="116">
                  <c:v>0.0115</c:v>
                </c:pt>
                <c:pt idx="117">
                  <c:v>0.0085</c:v>
                </c:pt>
                <c:pt idx="118">
                  <c:v>0.00603</c:v>
                </c:pt>
                <c:pt idx="119">
                  <c:v>0.00404</c:v>
                </c:pt>
                <c:pt idx="120">
                  <c:v>0.00251</c:v>
                </c:pt>
                <c:pt idx="121">
                  <c:v>0.0014</c:v>
                </c:pt>
                <c:pt idx="122">
                  <c:v>0.00066</c:v>
                </c:pt>
                <c:pt idx="123">
                  <c:v>0.00023</c:v>
                </c:pt>
                <c:pt idx="124">
                  <c:v>0.00004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500"/>
          <c:min val="15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Miles de S/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00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Acumulada (curva S): P10, P50, P80…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Acumulada</c:v>
                </c:pt>
              </c:strCache>
            </c:strRef>
          </c:tx>
          <c:spPr>
            <a:solidFill>
              <a:srgbClr val="0068FF"/>
            </a:solidFill>
            <a:ln w="31750" cap="flat">
              <a:solidFill>
                <a:srgbClr val="0068F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68FF"/>
              </a:solidFill>
              <a:ln w="9525" cap="flat">
                <a:solidFill>
                  <a:srgbClr val="0068FF"/>
                </a:solidFill>
                <a:prstDash val="solid"/>
                <a:round/>
              </a:ln>
              <a:effectLst/>
            </c:spPr>
          </c:marker>
          <c:xVal>
            <c:numRef>
              <c:f>Sheet1!$A$2:$A$137</c:f>
              <c:numCache>
                <c:formatCode>General</c:formatCode>
                <c:ptCount val="136"/>
                <c:pt idx="0">
                  <c:v>150</c:v>
                </c:pt>
                <c:pt idx="1">
                  <c:v>160</c:v>
                </c:pt>
                <c:pt idx="2">
                  <c:v>170</c:v>
                </c:pt>
                <c:pt idx="3">
                  <c:v>180</c:v>
                </c:pt>
                <c:pt idx="4">
                  <c:v>190</c:v>
                </c:pt>
                <c:pt idx="5">
                  <c:v>200</c:v>
                </c:pt>
                <c:pt idx="6">
                  <c:v>210</c:v>
                </c:pt>
                <c:pt idx="7">
                  <c:v>220</c:v>
                </c:pt>
                <c:pt idx="8">
                  <c:v>230</c:v>
                </c:pt>
                <c:pt idx="9">
                  <c:v>240</c:v>
                </c:pt>
                <c:pt idx="10">
                  <c:v>250</c:v>
                </c:pt>
                <c:pt idx="11">
                  <c:v>260</c:v>
                </c:pt>
                <c:pt idx="12">
                  <c:v>270</c:v>
                </c:pt>
                <c:pt idx="13">
                  <c:v>280</c:v>
                </c:pt>
                <c:pt idx="14">
                  <c:v>290</c:v>
                </c:pt>
                <c:pt idx="15">
                  <c:v>300</c:v>
                </c:pt>
                <c:pt idx="16">
                  <c:v>310</c:v>
                </c:pt>
                <c:pt idx="17">
                  <c:v>320</c:v>
                </c:pt>
                <c:pt idx="18">
                  <c:v>330</c:v>
                </c:pt>
                <c:pt idx="19">
                  <c:v>340</c:v>
                </c:pt>
                <c:pt idx="20">
                  <c:v>350</c:v>
                </c:pt>
                <c:pt idx="21">
                  <c:v>360</c:v>
                </c:pt>
                <c:pt idx="22">
                  <c:v>370</c:v>
                </c:pt>
                <c:pt idx="23">
                  <c:v>380</c:v>
                </c:pt>
                <c:pt idx="24">
                  <c:v>390</c:v>
                </c:pt>
                <c:pt idx="25">
                  <c:v>400</c:v>
                </c:pt>
                <c:pt idx="26">
                  <c:v>410</c:v>
                </c:pt>
                <c:pt idx="27">
                  <c:v>420</c:v>
                </c:pt>
                <c:pt idx="28">
                  <c:v>430</c:v>
                </c:pt>
                <c:pt idx="29">
                  <c:v>440</c:v>
                </c:pt>
                <c:pt idx="30">
                  <c:v>450</c:v>
                </c:pt>
                <c:pt idx="31">
                  <c:v>460</c:v>
                </c:pt>
                <c:pt idx="32">
                  <c:v>470</c:v>
                </c:pt>
                <c:pt idx="33">
                  <c:v>480</c:v>
                </c:pt>
                <c:pt idx="34">
                  <c:v>490</c:v>
                </c:pt>
                <c:pt idx="35">
                  <c:v>500</c:v>
                </c:pt>
                <c:pt idx="36">
                  <c:v>510</c:v>
                </c:pt>
                <c:pt idx="37">
                  <c:v>520</c:v>
                </c:pt>
                <c:pt idx="38">
                  <c:v>530</c:v>
                </c:pt>
                <c:pt idx="39">
                  <c:v>540</c:v>
                </c:pt>
                <c:pt idx="40">
                  <c:v>550</c:v>
                </c:pt>
                <c:pt idx="41">
                  <c:v>560</c:v>
                </c:pt>
                <c:pt idx="42">
                  <c:v>570</c:v>
                </c:pt>
                <c:pt idx="43">
                  <c:v>580</c:v>
                </c:pt>
                <c:pt idx="44">
                  <c:v>590</c:v>
                </c:pt>
                <c:pt idx="45">
                  <c:v>600</c:v>
                </c:pt>
                <c:pt idx="46">
                  <c:v>610</c:v>
                </c:pt>
                <c:pt idx="47">
                  <c:v>620</c:v>
                </c:pt>
                <c:pt idx="48">
                  <c:v>630</c:v>
                </c:pt>
                <c:pt idx="49">
                  <c:v>640</c:v>
                </c:pt>
                <c:pt idx="50">
                  <c:v>650</c:v>
                </c:pt>
                <c:pt idx="51">
                  <c:v>660</c:v>
                </c:pt>
                <c:pt idx="52">
                  <c:v>670</c:v>
                </c:pt>
                <c:pt idx="53">
                  <c:v>680</c:v>
                </c:pt>
                <c:pt idx="54">
                  <c:v>690</c:v>
                </c:pt>
                <c:pt idx="55">
                  <c:v>700</c:v>
                </c:pt>
                <c:pt idx="56">
                  <c:v>710</c:v>
                </c:pt>
                <c:pt idx="57">
                  <c:v>720</c:v>
                </c:pt>
                <c:pt idx="58">
                  <c:v>730</c:v>
                </c:pt>
                <c:pt idx="59">
                  <c:v>740</c:v>
                </c:pt>
                <c:pt idx="60">
                  <c:v>750</c:v>
                </c:pt>
                <c:pt idx="61">
                  <c:v>760</c:v>
                </c:pt>
                <c:pt idx="62">
                  <c:v>770</c:v>
                </c:pt>
                <c:pt idx="63">
                  <c:v>780</c:v>
                </c:pt>
                <c:pt idx="64">
                  <c:v>790</c:v>
                </c:pt>
                <c:pt idx="65">
                  <c:v>800</c:v>
                </c:pt>
                <c:pt idx="66">
                  <c:v>810</c:v>
                </c:pt>
                <c:pt idx="67">
                  <c:v>820</c:v>
                </c:pt>
                <c:pt idx="68">
                  <c:v>830</c:v>
                </c:pt>
                <c:pt idx="69">
                  <c:v>840</c:v>
                </c:pt>
                <c:pt idx="70">
                  <c:v>850</c:v>
                </c:pt>
                <c:pt idx="71">
                  <c:v>860</c:v>
                </c:pt>
                <c:pt idx="72">
                  <c:v>870</c:v>
                </c:pt>
                <c:pt idx="73">
                  <c:v>880</c:v>
                </c:pt>
                <c:pt idx="74">
                  <c:v>890</c:v>
                </c:pt>
                <c:pt idx="75">
                  <c:v>900</c:v>
                </c:pt>
                <c:pt idx="76">
                  <c:v>910</c:v>
                </c:pt>
                <c:pt idx="77">
                  <c:v>920</c:v>
                </c:pt>
                <c:pt idx="78">
                  <c:v>930</c:v>
                </c:pt>
                <c:pt idx="79">
                  <c:v>940</c:v>
                </c:pt>
                <c:pt idx="80">
                  <c:v>950</c:v>
                </c:pt>
                <c:pt idx="81">
                  <c:v>960</c:v>
                </c:pt>
                <c:pt idx="82">
                  <c:v>970</c:v>
                </c:pt>
                <c:pt idx="83">
                  <c:v>980</c:v>
                </c:pt>
                <c:pt idx="84">
                  <c:v>990</c:v>
                </c:pt>
                <c:pt idx="85">
                  <c:v>1000</c:v>
                </c:pt>
                <c:pt idx="86">
                  <c:v>1010</c:v>
                </c:pt>
                <c:pt idx="87">
                  <c:v>1020</c:v>
                </c:pt>
                <c:pt idx="88">
                  <c:v>1030</c:v>
                </c:pt>
                <c:pt idx="89">
                  <c:v>1040</c:v>
                </c:pt>
                <c:pt idx="90">
                  <c:v>1050</c:v>
                </c:pt>
                <c:pt idx="91">
                  <c:v>1060</c:v>
                </c:pt>
                <c:pt idx="92">
                  <c:v>1070</c:v>
                </c:pt>
                <c:pt idx="93">
                  <c:v>1080</c:v>
                </c:pt>
                <c:pt idx="94">
                  <c:v>1090</c:v>
                </c:pt>
                <c:pt idx="95">
                  <c:v>1100</c:v>
                </c:pt>
                <c:pt idx="96">
                  <c:v>1110</c:v>
                </c:pt>
                <c:pt idx="97">
                  <c:v>1120</c:v>
                </c:pt>
                <c:pt idx="98">
                  <c:v>1130</c:v>
                </c:pt>
                <c:pt idx="99">
                  <c:v>1140</c:v>
                </c:pt>
                <c:pt idx="100">
                  <c:v>1150</c:v>
                </c:pt>
                <c:pt idx="101">
                  <c:v>1160</c:v>
                </c:pt>
                <c:pt idx="102">
                  <c:v>1170</c:v>
                </c:pt>
                <c:pt idx="103">
                  <c:v>1180</c:v>
                </c:pt>
                <c:pt idx="104">
                  <c:v>1190</c:v>
                </c:pt>
                <c:pt idx="105">
                  <c:v>1200</c:v>
                </c:pt>
                <c:pt idx="106">
                  <c:v>1210</c:v>
                </c:pt>
                <c:pt idx="107">
                  <c:v>1220</c:v>
                </c:pt>
                <c:pt idx="108">
                  <c:v>1230</c:v>
                </c:pt>
                <c:pt idx="109">
                  <c:v>1240</c:v>
                </c:pt>
                <c:pt idx="110">
                  <c:v>1250</c:v>
                </c:pt>
                <c:pt idx="111">
                  <c:v>1260</c:v>
                </c:pt>
                <c:pt idx="112">
                  <c:v>1270</c:v>
                </c:pt>
                <c:pt idx="113">
                  <c:v>1280</c:v>
                </c:pt>
                <c:pt idx="114">
                  <c:v>1290</c:v>
                </c:pt>
                <c:pt idx="115">
                  <c:v>1300</c:v>
                </c:pt>
                <c:pt idx="116">
                  <c:v>1310</c:v>
                </c:pt>
                <c:pt idx="117">
                  <c:v>1320</c:v>
                </c:pt>
                <c:pt idx="118">
                  <c:v>1330</c:v>
                </c:pt>
                <c:pt idx="119">
                  <c:v>1340</c:v>
                </c:pt>
                <c:pt idx="120">
                  <c:v>1350</c:v>
                </c:pt>
                <c:pt idx="121">
                  <c:v>1360</c:v>
                </c:pt>
                <c:pt idx="122">
                  <c:v>1370</c:v>
                </c:pt>
                <c:pt idx="123">
                  <c:v>1380</c:v>
                </c:pt>
                <c:pt idx="124">
                  <c:v>1390</c:v>
                </c:pt>
                <c:pt idx="125">
                  <c:v>1400</c:v>
                </c:pt>
                <c:pt idx="126">
                  <c:v>1410</c:v>
                </c:pt>
                <c:pt idx="127">
                  <c:v>1420</c:v>
                </c:pt>
                <c:pt idx="128">
                  <c:v>1430</c:v>
                </c:pt>
                <c:pt idx="129">
                  <c:v>1440</c:v>
                </c:pt>
                <c:pt idx="130">
                  <c:v>1450</c:v>
                </c:pt>
                <c:pt idx="131">
                  <c:v>1460</c:v>
                </c:pt>
                <c:pt idx="132">
                  <c:v>1470</c:v>
                </c:pt>
                <c:pt idx="133">
                  <c:v>1480</c:v>
                </c:pt>
                <c:pt idx="134">
                  <c:v>1490</c:v>
                </c:pt>
                <c:pt idx="135">
                  <c:v>1500</c:v>
                </c:pt>
              </c:numCache>
            </c:numRef>
          </c:xVal>
          <c:yVal>
            <c:numRef>
              <c:f>Sheet1!$B$2:$B$137</c:f>
              <c:numCache>
                <c:formatCode>General</c:formatCode>
                <c:ptCount val="1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0.1</c:v>
                </c:pt>
                <c:pt idx="8">
                  <c:v>0.2</c:v>
                </c:pt>
                <c:pt idx="9">
                  <c:v>0.4</c:v>
                </c:pt>
                <c:pt idx="10">
                  <c:v>0.6</c:v>
                </c:pt>
                <c:pt idx="11">
                  <c:v>0.9</c:v>
                </c:pt>
                <c:pt idx="12">
                  <c:v>1.3</c:v>
                </c:pt>
                <c:pt idx="13">
                  <c:v>1.7</c:v>
                </c:pt>
                <c:pt idx="14">
                  <c:v>2.2</c:v>
                </c:pt>
                <c:pt idx="15">
                  <c:v>2.8</c:v>
                </c:pt>
                <c:pt idx="16">
                  <c:v>3.4</c:v>
                </c:pt>
                <c:pt idx="17">
                  <c:v>4.1</c:v>
                </c:pt>
                <c:pt idx="18">
                  <c:v>4.9</c:v>
                </c:pt>
                <c:pt idx="19">
                  <c:v>5.7</c:v>
                </c:pt>
                <c:pt idx="20">
                  <c:v>6.6</c:v>
                </c:pt>
                <c:pt idx="21">
                  <c:v>7.6</c:v>
                </c:pt>
                <c:pt idx="22">
                  <c:v>8.6</c:v>
                </c:pt>
                <c:pt idx="23">
                  <c:v>9.6</c:v>
                </c:pt>
                <c:pt idx="24">
                  <c:v>10.7</c:v>
                </c:pt>
                <c:pt idx="25">
                  <c:v>11.9</c:v>
                </c:pt>
                <c:pt idx="26">
                  <c:v>13.1</c:v>
                </c:pt>
                <c:pt idx="27">
                  <c:v>14.3</c:v>
                </c:pt>
                <c:pt idx="28">
                  <c:v>15.6</c:v>
                </c:pt>
                <c:pt idx="29">
                  <c:v>16.9</c:v>
                </c:pt>
                <c:pt idx="30">
                  <c:v>18.3</c:v>
                </c:pt>
                <c:pt idx="31">
                  <c:v>19.7</c:v>
                </c:pt>
                <c:pt idx="32">
                  <c:v>21.2</c:v>
                </c:pt>
                <c:pt idx="33">
                  <c:v>22.6</c:v>
                </c:pt>
                <c:pt idx="34">
                  <c:v>24.1</c:v>
                </c:pt>
                <c:pt idx="35">
                  <c:v>25.6</c:v>
                </c:pt>
                <c:pt idx="36">
                  <c:v>27.2</c:v>
                </c:pt>
                <c:pt idx="37">
                  <c:v>28.7</c:v>
                </c:pt>
                <c:pt idx="38">
                  <c:v>30.3</c:v>
                </c:pt>
                <c:pt idx="39">
                  <c:v>31.9</c:v>
                </c:pt>
                <c:pt idx="40">
                  <c:v>33.5</c:v>
                </c:pt>
                <c:pt idx="41">
                  <c:v>35.1</c:v>
                </c:pt>
                <c:pt idx="42">
                  <c:v>36.8</c:v>
                </c:pt>
                <c:pt idx="43">
                  <c:v>38.4</c:v>
                </c:pt>
                <c:pt idx="44">
                  <c:v>40</c:v>
                </c:pt>
                <c:pt idx="45">
                  <c:v>41.7</c:v>
                </c:pt>
                <c:pt idx="46">
                  <c:v>43.3</c:v>
                </c:pt>
                <c:pt idx="47">
                  <c:v>45</c:v>
                </c:pt>
                <c:pt idx="48">
                  <c:v>46.6</c:v>
                </c:pt>
                <c:pt idx="49">
                  <c:v>48.2</c:v>
                </c:pt>
                <c:pt idx="50">
                  <c:v>49.8</c:v>
                </c:pt>
                <c:pt idx="51">
                  <c:v>51.5</c:v>
                </c:pt>
                <c:pt idx="52">
                  <c:v>53.1</c:v>
                </c:pt>
                <c:pt idx="53">
                  <c:v>54.6</c:v>
                </c:pt>
                <c:pt idx="54">
                  <c:v>56.2</c:v>
                </c:pt>
                <c:pt idx="55">
                  <c:v>57.8</c:v>
                </c:pt>
                <c:pt idx="56">
                  <c:v>59.3</c:v>
                </c:pt>
                <c:pt idx="57">
                  <c:v>60.8</c:v>
                </c:pt>
                <c:pt idx="58">
                  <c:v>62.3</c:v>
                </c:pt>
                <c:pt idx="59">
                  <c:v>63.8</c:v>
                </c:pt>
                <c:pt idx="60">
                  <c:v>65.3</c:v>
                </c:pt>
                <c:pt idx="61">
                  <c:v>66.7</c:v>
                </c:pt>
                <c:pt idx="62">
                  <c:v>68.1</c:v>
                </c:pt>
                <c:pt idx="63">
                  <c:v>69.5</c:v>
                </c:pt>
                <c:pt idx="64">
                  <c:v>70.8</c:v>
                </c:pt>
                <c:pt idx="65">
                  <c:v>72.1</c:v>
                </c:pt>
                <c:pt idx="66">
                  <c:v>73.4</c:v>
                </c:pt>
                <c:pt idx="67">
                  <c:v>74.7</c:v>
                </c:pt>
                <c:pt idx="68">
                  <c:v>75.9</c:v>
                </c:pt>
                <c:pt idx="69">
                  <c:v>77.1</c:v>
                </c:pt>
                <c:pt idx="70">
                  <c:v>78.3</c:v>
                </c:pt>
                <c:pt idx="71">
                  <c:v>79.4</c:v>
                </c:pt>
                <c:pt idx="72">
                  <c:v>80.5</c:v>
                </c:pt>
                <c:pt idx="73">
                  <c:v>81.6</c:v>
                </c:pt>
                <c:pt idx="74">
                  <c:v>82.7</c:v>
                </c:pt>
                <c:pt idx="75">
                  <c:v>83.7</c:v>
                </c:pt>
                <c:pt idx="76">
                  <c:v>84.6</c:v>
                </c:pt>
                <c:pt idx="77">
                  <c:v>85.6</c:v>
                </c:pt>
                <c:pt idx="78">
                  <c:v>86.5</c:v>
                </c:pt>
                <c:pt idx="79">
                  <c:v>87.3</c:v>
                </c:pt>
                <c:pt idx="80">
                  <c:v>88.2</c:v>
                </c:pt>
                <c:pt idx="81">
                  <c:v>89</c:v>
                </c:pt>
                <c:pt idx="82">
                  <c:v>89.7</c:v>
                </c:pt>
                <c:pt idx="83">
                  <c:v>90.5</c:v>
                </c:pt>
                <c:pt idx="84">
                  <c:v>91.2</c:v>
                </c:pt>
                <c:pt idx="85">
                  <c:v>91.8</c:v>
                </c:pt>
                <c:pt idx="86">
                  <c:v>92.5</c:v>
                </c:pt>
                <c:pt idx="87">
                  <c:v>93.1</c:v>
                </c:pt>
                <c:pt idx="88">
                  <c:v>93.7</c:v>
                </c:pt>
                <c:pt idx="89">
                  <c:v>94.2</c:v>
                </c:pt>
                <c:pt idx="90">
                  <c:v>94.7</c:v>
                </c:pt>
                <c:pt idx="91">
                  <c:v>95.2</c:v>
                </c:pt>
                <c:pt idx="92">
                  <c:v>95.6</c:v>
                </c:pt>
                <c:pt idx="93">
                  <c:v>96.1</c:v>
                </c:pt>
                <c:pt idx="94">
                  <c:v>96.5</c:v>
                </c:pt>
                <c:pt idx="95">
                  <c:v>96.8</c:v>
                </c:pt>
                <c:pt idx="96">
                  <c:v>97.2</c:v>
                </c:pt>
                <c:pt idx="97">
                  <c:v>97.5</c:v>
                </c:pt>
                <c:pt idx="98">
                  <c:v>97.8</c:v>
                </c:pt>
                <c:pt idx="99">
                  <c:v>98</c:v>
                </c:pt>
                <c:pt idx="100">
                  <c:v>98.3</c:v>
                </c:pt>
                <c:pt idx="101">
                  <c:v>98.5</c:v>
                </c:pt>
                <c:pt idx="102">
                  <c:v>98.7</c:v>
                </c:pt>
                <c:pt idx="103">
                  <c:v>98.9</c:v>
                </c:pt>
                <c:pt idx="104">
                  <c:v>99.1</c:v>
                </c:pt>
                <c:pt idx="105">
                  <c:v>99.2</c:v>
                </c:pt>
                <c:pt idx="106">
                  <c:v>99.3</c:v>
                </c:pt>
                <c:pt idx="107">
                  <c:v>99.4</c:v>
                </c:pt>
                <c:pt idx="108">
                  <c:v>99.5</c:v>
                </c:pt>
                <c:pt idx="109">
                  <c:v>99.6</c:v>
                </c:pt>
                <c:pt idx="110">
                  <c:v>99.7</c:v>
                </c:pt>
                <c:pt idx="111">
                  <c:v>99.8</c:v>
                </c:pt>
                <c:pt idx="112">
                  <c:v>99.8</c:v>
                </c:pt>
                <c:pt idx="113">
                  <c:v>99.9</c:v>
                </c:pt>
                <c:pt idx="114">
                  <c:v>99.9</c:v>
                </c:pt>
                <c:pt idx="115">
                  <c:v>99.9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500"/>
          <c:min val="15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Miles de S/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% acumulado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PERT</c:v>
                </c:pt>
              </c:strCache>
            </c:strRef>
          </c:tx>
          <c:spPr>
            <a:solidFill>
              <a:srgbClr val="FF6600"/>
            </a:solidFill>
            <a:ln w="3175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xVal>
            <c:numRef>
              <c:f>Sheet1!$A$2:$A$92</c:f>
              <c:numCache>
                <c:formatCode>General</c:formatCode>
                <c:ptCount val="91"/>
                <c:pt idx="0">
                  <c:v>5</c:v>
                </c:pt>
                <c:pt idx="1">
                  <c:v>5.5</c:v>
                </c:pt>
                <c:pt idx="2">
                  <c:v>6</c:v>
                </c:pt>
                <c:pt idx="3">
                  <c:v>6.5</c:v>
                </c:pt>
                <c:pt idx="4">
                  <c:v>7</c:v>
                </c:pt>
                <c:pt idx="5">
                  <c:v>7.5</c:v>
                </c:pt>
                <c:pt idx="6">
                  <c:v>8</c:v>
                </c:pt>
                <c:pt idx="7">
                  <c:v>8.5</c:v>
                </c:pt>
                <c:pt idx="8">
                  <c:v>9</c:v>
                </c:pt>
                <c:pt idx="9">
                  <c:v>9.5</c:v>
                </c:pt>
                <c:pt idx="10">
                  <c:v>10</c:v>
                </c:pt>
                <c:pt idx="11">
                  <c:v>10.5</c:v>
                </c:pt>
                <c:pt idx="12">
                  <c:v>11</c:v>
                </c:pt>
                <c:pt idx="13">
                  <c:v>11.5</c:v>
                </c:pt>
                <c:pt idx="14">
                  <c:v>12</c:v>
                </c:pt>
                <c:pt idx="15">
                  <c:v>12.5</c:v>
                </c:pt>
                <c:pt idx="16">
                  <c:v>13</c:v>
                </c:pt>
                <c:pt idx="17">
                  <c:v>13.5</c:v>
                </c:pt>
                <c:pt idx="18">
                  <c:v>14</c:v>
                </c:pt>
                <c:pt idx="19">
                  <c:v>14.5</c:v>
                </c:pt>
                <c:pt idx="20">
                  <c:v>15</c:v>
                </c:pt>
                <c:pt idx="21">
                  <c:v>15.5</c:v>
                </c:pt>
                <c:pt idx="22">
                  <c:v>16</c:v>
                </c:pt>
                <c:pt idx="23">
                  <c:v>16.5</c:v>
                </c:pt>
                <c:pt idx="24">
                  <c:v>17</c:v>
                </c:pt>
                <c:pt idx="25">
                  <c:v>17.5</c:v>
                </c:pt>
                <c:pt idx="26">
                  <c:v>18</c:v>
                </c:pt>
                <c:pt idx="27">
                  <c:v>18.5</c:v>
                </c:pt>
                <c:pt idx="28">
                  <c:v>19</c:v>
                </c:pt>
                <c:pt idx="29">
                  <c:v>19.5</c:v>
                </c:pt>
                <c:pt idx="30">
                  <c:v>20</c:v>
                </c:pt>
                <c:pt idx="31">
                  <c:v>20.5</c:v>
                </c:pt>
                <c:pt idx="32">
                  <c:v>21</c:v>
                </c:pt>
                <c:pt idx="33">
                  <c:v>21.5</c:v>
                </c:pt>
                <c:pt idx="34">
                  <c:v>22</c:v>
                </c:pt>
                <c:pt idx="35">
                  <c:v>22.5</c:v>
                </c:pt>
                <c:pt idx="36">
                  <c:v>23</c:v>
                </c:pt>
                <c:pt idx="37">
                  <c:v>23.5</c:v>
                </c:pt>
                <c:pt idx="38">
                  <c:v>24</c:v>
                </c:pt>
                <c:pt idx="39">
                  <c:v>24.5</c:v>
                </c:pt>
                <c:pt idx="40">
                  <c:v>25</c:v>
                </c:pt>
                <c:pt idx="41">
                  <c:v>25.5</c:v>
                </c:pt>
                <c:pt idx="42">
                  <c:v>26</c:v>
                </c:pt>
                <c:pt idx="43">
                  <c:v>26.5</c:v>
                </c:pt>
                <c:pt idx="44">
                  <c:v>27</c:v>
                </c:pt>
                <c:pt idx="45">
                  <c:v>27.5</c:v>
                </c:pt>
                <c:pt idx="46">
                  <c:v>28</c:v>
                </c:pt>
                <c:pt idx="47">
                  <c:v>28.5</c:v>
                </c:pt>
                <c:pt idx="48">
                  <c:v>29</c:v>
                </c:pt>
                <c:pt idx="49">
                  <c:v>29.5</c:v>
                </c:pt>
                <c:pt idx="50">
                  <c:v>30</c:v>
                </c:pt>
                <c:pt idx="51">
                  <c:v>30.5</c:v>
                </c:pt>
                <c:pt idx="52">
                  <c:v>31</c:v>
                </c:pt>
                <c:pt idx="53">
                  <c:v>31.5</c:v>
                </c:pt>
                <c:pt idx="54">
                  <c:v>32</c:v>
                </c:pt>
                <c:pt idx="55">
                  <c:v>32.5</c:v>
                </c:pt>
                <c:pt idx="56">
                  <c:v>33</c:v>
                </c:pt>
                <c:pt idx="57">
                  <c:v>33.5</c:v>
                </c:pt>
                <c:pt idx="58">
                  <c:v>34</c:v>
                </c:pt>
                <c:pt idx="59">
                  <c:v>34.5</c:v>
                </c:pt>
                <c:pt idx="60">
                  <c:v>35</c:v>
                </c:pt>
                <c:pt idx="61">
                  <c:v>35.5</c:v>
                </c:pt>
                <c:pt idx="62">
                  <c:v>36</c:v>
                </c:pt>
                <c:pt idx="63">
                  <c:v>36.5</c:v>
                </c:pt>
                <c:pt idx="64">
                  <c:v>37</c:v>
                </c:pt>
                <c:pt idx="65">
                  <c:v>37.5</c:v>
                </c:pt>
                <c:pt idx="66">
                  <c:v>38</c:v>
                </c:pt>
                <c:pt idx="67">
                  <c:v>38.5</c:v>
                </c:pt>
                <c:pt idx="68">
                  <c:v>39</c:v>
                </c:pt>
                <c:pt idx="69">
                  <c:v>39.5</c:v>
                </c:pt>
                <c:pt idx="70">
                  <c:v>40</c:v>
                </c:pt>
                <c:pt idx="71">
                  <c:v>40.5</c:v>
                </c:pt>
                <c:pt idx="72">
                  <c:v>41</c:v>
                </c:pt>
                <c:pt idx="73">
                  <c:v>41.5</c:v>
                </c:pt>
                <c:pt idx="74">
                  <c:v>42</c:v>
                </c:pt>
                <c:pt idx="75">
                  <c:v>42.5</c:v>
                </c:pt>
                <c:pt idx="76">
                  <c:v>43</c:v>
                </c:pt>
                <c:pt idx="77">
                  <c:v>43.5</c:v>
                </c:pt>
                <c:pt idx="78">
                  <c:v>44</c:v>
                </c:pt>
                <c:pt idx="79">
                  <c:v>44.5</c:v>
                </c:pt>
                <c:pt idx="80">
                  <c:v>45</c:v>
                </c:pt>
                <c:pt idx="81">
                  <c:v>45.5</c:v>
                </c:pt>
                <c:pt idx="82">
                  <c:v>46</c:v>
                </c:pt>
                <c:pt idx="83">
                  <c:v>46.5</c:v>
                </c:pt>
                <c:pt idx="84">
                  <c:v>47</c:v>
                </c:pt>
                <c:pt idx="85">
                  <c:v>47.5</c:v>
                </c:pt>
                <c:pt idx="86">
                  <c:v>48</c:v>
                </c:pt>
                <c:pt idx="87">
                  <c:v>48.5</c:v>
                </c:pt>
                <c:pt idx="88">
                  <c:v>49</c:v>
                </c:pt>
                <c:pt idx="89">
                  <c:v>49.5</c:v>
                </c:pt>
                <c:pt idx="90">
                  <c:v>50</c:v>
                </c:pt>
              </c:numCache>
            </c:numRef>
          </c:xVal>
          <c:yVal>
            <c:numRef>
              <c:f>Sheet1!$B$2:$B$92</c:f>
              <c:numCache>
                <c:formatCode>General</c:formatCode>
                <c:ptCount val="9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0.0818</c:v>
                </c:pt>
                <c:pt idx="12">
                  <c:v>0.17325</c:v>
                </c:pt>
                <c:pt idx="13">
                  <c:v>0.26397</c:v>
                </c:pt>
                <c:pt idx="14">
                  <c:v>0.3513</c:v>
                </c:pt>
                <c:pt idx="15">
                  <c:v>0.43399</c:v>
                </c:pt>
                <c:pt idx="16">
                  <c:v>0.51137</c:v>
                </c:pt>
                <c:pt idx="17">
                  <c:v>0.58305</c:v>
                </c:pt>
                <c:pt idx="18">
                  <c:v>0.64883</c:v>
                </c:pt>
                <c:pt idx="19">
                  <c:v>0.70862</c:v>
                </c:pt>
                <c:pt idx="20">
                  <c:v>0.76243</c:v>
                </c:pt>
                <c:pt idx="21">
                  <c:v>0.81031</c:v>
                </c:pt>
                <c:pt idx="22">
                  <c:v>0.85236</c:v>
                </c:pt>
                <c:pt idx="23">
                  <c:v>0.88873</c:v>
                </c:pt>
                <c:pt idx="24">
                  <c:v>0.91959</c:v>
                </c:pt>
                <c:pt idx="25">
                  <c:v>0.9451</c:v>
                </c:pt>
                <c:pt idx="26">
                  <c:v>0.96548</c:v>
                </c:pt>
                <c:pt idx="27">
                  <c:v>0.98093</c:v>
                </c:pt>
                <c:pt idx="28">
                  <c:v>0.99168</c:v>
                </c:pt>
                <c:pt idx="29">
                  <c:v>0.99796</c:v>
                </c:pt>
                <c:pt idx="30">
                  <c:v>1</c:v>
                </c:pt>
                <c:pt idx="31">
                  <c:v>0.99804</c:v>
                </c:pt>
                <c:pt idx="32">
                  <c:v>0.99232</c:v>
                </c:pt>
                <c:pt idx="33">
                  <c:v>0.98309</c:v>
                </c:pt>
                <c:pt idx="34">
                  <c:v>0.97058</c:v>
                </c:pt>
                <c:pt idx="35">
                  <c:v>0.95503</c:v>
                </c:pt>
                <c:pt idx="36">
                  <c:v>0.9367</c:v>
                </c:pt>
                <c:pt idx="37">
                  <c:v>0.91581</c:v>
                </c:pt>
                <c:pt idx="38">
                  <c:v>0.8926</c:v>
                </c:pt>
                <c:pt idx="39">
                  <c:v>0.86731</c:v>
                </c:pt>
                <c:pt idx="40">
                  <c:v>0.84016</c:v>
                </c:pt>
                <c:pt idx="41">
                  <c:v>0.81137</c:v>
                </c:pt>
                <c:pt idx="42">
                  <c:v>0.78117</c:v>
                </c:pt>
                <c:pt idx="43">
                  <c:v>0.74977</c:v>
                </c:pt>
                <c:pt idx="44">
                  <c:v>0.71738</c:v>
                </c:pt>
                <c:pt idx="45">
                  <c:v>0.6842</c:v>
                </c:pt>
                <c:pt idx="46">
                  <c:v>0.65042</c:v>
                </c:pt>
                <c:pt idx="47">
                  <c:v>0.61624</c:v>
                </c:pt>
                <c:pt idx="48">
                  <c:v>0.58184</c:v>
                </c:pt>
                <c:pt idx="49">
                  <c:v>0.5474</c:v>
                </c:pt>
                <c:pt idx="50">
                  <c:v>0.51307</c:v>
                </c:pt>
                <c:pt idx="51">
                  <c:v>0.47904</c:v>
                </c:pt>
                <c:pt idx="52">
                  <c:v>0.44544</c:v>
                </c:pt>
                <c:pt idx="53">
                  <c:v>0.41242</c:v>
                </c:pt>
                <c:pt idx="54">
                  <c:v>0.38012</c:v>
                </c:pt>
                <c:pt idx="55">
                  <c:v>0.34867</c:v>
                </c:pt>
                <c:pt idx="56">
                  <c:v>0.31817</c:v>
                </c:pt>
                <c:pt idx="57">
                  <c:v>0.28875</c:v>
                </c:pt>
                <c:pt idx="58">
                  <c:v>0.26051</c:v>
                </c:pt>
                <c:pt idx="59">
                  <c:v>0.23352</c:v>
                </c:pt>
                <c:pt idx="60">
                  <c:v>0.20788</c:v>
                </c:pt>
                <c:pt idx="61">
                  <c:v>0.18365</c:v>
                </c:pt>
                <c:pt idx="62">
                  <c:v>0.1609</c:v>
                </c:pt>
                <c:pt idx="63">
                  <c:v>0.13966</c:v>
                </c:pt>
                <c:pt idx="64">
                  <c:v>0.11999</c:v>
                </c:pt>
                <c:pt idx="65">
                  <c:v>0.1019</c:v>
                </c:pt>
                <c:pt idx="66">
                  <c:v>0.08541</c:v>
                </c:pt>
                <c:pt idx="67">
                  <c:v>0.07052</c:v>
                </c:pt>
                <c:pt idx="68">
                  <c:v>0.05723</c:v>
                </c:pt>
                <c:pt idx="69">
                  <c:v>0.04551</c:v>
                </c:pt>
                <c:pt idx="70">
                  <c:v>0.03534</c:v>
                </c:pt>
                <c:pt idx="71">
                  <c:v>0.02665</c:v>
                </c:pt>
                <c:pt idx="72">
                  <c:v>0.01939</c:v>
                </c:pt>
                <c:pt idx="73">
                  <c:v>0.01349</c:v>
                </c:pt>
                <c:pt idx="74">
                  <c:v>0.00884</c:v>
                </c:pt>
                <c:pt idx="75">
                  <c:v>0.00534</c:v>
                </c:pt>
                <c:pt idx="76">
                  <c:v>0.00287</c:v>
                </c:pt>
                <c:pt idx="77">
                  <c:v>0.00129</c:v>
                </c:pt>
                <c:pt idx="78">
                  <c:v>0.00041</c:v>
                </c:pt>
                <c:pt idx="79">
                  <c:v>0.00006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0"/>
          <c:min val="5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Días de retraso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TRIANGULAR</c:v>
                </c:pt>
              </c:strCache>
            </c:strRef>
          </c:tx>
          <c:spPr>
            <a:solidFill>
              <a:srgbClr val="0068FF"/>
            </a:solidFill>
            <a:ln w="31750" cap="flat">
              <a:solidFill>
                <a:srgbClr val="0068F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68FF"/>
              </a:solidFill>
              <a:ln w="9525" cap="flat">
                <a:solidFill>
                  <a:srgbClr val="0068FF"/>
                </a:solidFill>
                <a:prstDash val="solid"/>
                <a:round/>
              </a:ln>
              <a:effectLst/>
            </c:spPr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-10</c:v>
                </c:pt>
                <c:pt idx="1">
                  <c:v>-9.5</c:v>
                </c:pt>
                <c:pt idx="2">
                  <c:v>-9</c:v>
                </c:pt>
                <c:pt idx="3">
                  <c:v>-8.5</c:v>
                </c:pt>
                <c:pt idx="4">
                  <c:v>-8</c:v>
                </c:pt>
                <c:pt idx="5">
                  <c:v>-7.5</c:v>
                </c:pt>
                <c:pt idx="6">
                  <c:v>-7</c:v>
                </c:pt>
                <c:pt idx="7">
                  <c:v>-6.5</c:v>
                </c:pt>
                <c:pt idx="8">
                  <c:v>-6</c:v>
                </c:pt>
                <c:pt idx="9">
                  <c:v>-5.5</c:v>
                </c:pt>
                <c:pt idx="10">
                  <c:v>-5</c:v>
                </c:pt>
                <c:pt idx="11">
                  <c:v>-4.5</c:v>
                </c:pt>
                <c:pt idx="12">
                  <c:v>-4</c:v>
                </c:pt>
                <c:pt idx="13">
                  <c:v>-3.5</c:v>
                </c:pt>
                <c:pt idx="14">
                  <c:v>-3</c:v>
                </c:pt>
                <c:pt idx="15">
                  <c:v>-2.5</c:v>
                </c:pt>
                <c:pt idx="16">
                  <c:v>-2</c:v>
                </c:pt>
                <c:pt idx="17">
                  <c:v>-1.5</c:v>
                </c:pt>
                <c:pt idx="18">
                  <c:v>-1</c:v>
                </c:pt>
                <c:pt idx="19">
                  <c:v>-0.5</c:v>
                </c:pt>
                <c:pt idx="20">
                  <c:v>0</c:v>
                </c:pt>
                <c:pt idx="21">
                  <c:v>0.5</c:v>
                </c:pt>
                <c:pt idx="22">
                  <c:v>1</c:v>
                </c:pt>
                <c:pt idx="23">
                  <c:v>1.5</c:v>
                </c:pt>
                <c:pt idx="24">
                  <c:v>2</c:v>
                </c:pt>
                <c:pt idx="25">
                  <c:v>2.5</c:v>
                </c:pt>
                <c:pt idx="26">
                  <c:v>3</c:v>
                </c:pt>
                <c:pt idx="27">
                  <c:v>3.5</c:v>
                </c:pt>
                <c:pt idx="28">
                  <c:v>4</c:v>
                </c:pt>
                <c:pt idx="29">
                  <c:v>4.5</c:v>
                </c:pt>
                <c:pt idx="30">
                  <c:v>5</c:v>
                </c:pt>
                <c:pt idx="31">
                  <c:v>5.5</c:v>
                </c:pt>
                <c:pt idx="32">
                  <c:v>6</c:v>
                </c:pt>
                <c:pt idx="33">
                  <c:v>6.5</c:v>
                </c:pt>
                <c:pt idx="34">
                  <c:v>7</c:v>
                </c:pt>
                <c:pt idx="35">
                  <c:v>7.5</c:v>
                </c:pt>
                <c:pt idx="36">
                  <c:v>8</c:v>
                </c:pt>
                <c:pt idx="37">
                  <c:v>8.5</c:v>
                </c:pt>
                <c:pt idx="38">
                  <c:v>9</c:v>
                </c:pt>
                <c:pt idx="39">
                  <c:v>9.5</c:v>
                </c:pt>
                <c:pt idx="40">
                  <c:v>10</c:v>
                </c:pt>
                <c:pt idx="41">
                  <c:v>10.5</c:v>
                </c:pt>
                <c:pt idx="42">
                  <c:v>11</c:v>
                </c:pt>
                <c:pt idx="43">
                  <c:v>11.5</c:v>
                </c:pt>
                <c:pt idx="44">
                  <c:v>12</c:v>
                </c:pt>
                <c:pt idx="45">
                  <c:v>12.5</c:v>
                </c:pt>
                <c:pt idx="46">
                  <c:v>13</c:v>
                </c:pt>
                <c:pt idx="47">
                  <c:v>13.5</c:v>
                </c:pt>
                <c:pt idx="48">
                  <c:v>14</c:v>
                </c:pt>
                <c:pt idx="49">
                  <c:v>14.5</c:v>
                </c:pt>
                <c:pt idx="50">
                  <c:v>15</c:v>
                </c:pt>
                <c:pt idx="51">
                  <c:v>15.5</c:v>
                </c:pt>
                <c:pt idx="52">
                  <c:v>16</c:v>
                </c:pt>
                <c:pt idx="53">
                  <c:v>16.5</c:v>
                </c:pt>
                <c:pt idx="54">
                  <c:v>17</c:v>
                </c:pt>
                <c:pt idx="55">
                  <c:v>17.5</c:v>
                </c:pt>
                <c:pt idx="56">
                  <c:v>18</c:v>
                </c:pt>
                <c:pt idx="57">
                  <c:v>18.5</c:v>
                </c:pt>
                <c:pt idx="58">
                  <c:v>19</c:v>
                </c:pt>
                <c:pt idx="59">
                  <c:v>19.5</c:v>
                </c:pt>
                <c:pt idx="60">
                  <c:v>20</c:v>
                </c:pt>
                <c:pt idx="61">
                  <c:v>20.5</c:v>
                </c:pt>
                <c:pt idx="62">
                  <c:v>21</c:v>
                </c:pt>
                <c:pt idx="63">
                  <c:v>21.5</c:v>
                </c:pt>
                <c:pt idx="64">
                  <c:v>22</c:v>
                </c:pt>
                <c:pt idx="65">
                  <c:v>22.5</c:v>
                </c:pt>
                <c:pt idx="66">
                  <c:v>23</c:v>
                </c:pt>
                <c:pt idx="67">
                  <c:v>23.5</c:v>
                </c:pt>
                <c:pt idx="68">
                  <c:v>24</c:v>
                </c:pt>
                <c:pt idx="69">
                  <c:v>24.5</c:v>
                </c:pt>
                <c:pt idx="70">
                  <c:v>25</c:v>
                </c:pt>
                <c:pt idx="71">
                  <c:v>25.5</c:v>
                </c:pt>
                <c:pt idx="72">
                  <c:v>26</c:v>
                </c:pt>
                <c:pt idx="73">
                  <c:v>26.5</c:v>
                </c:pt>
                <c:pt idx="74">
                  <c:v>27</c:v>
                </c:pt>
                <c:pt idx="75">
                  <c:v>27.5</c:v>
                </c:pt>
                <c:pt idx="76">
                  <c:v>28</c:v>
                </c:pt>
                <c:pt idx="77">
                  <c:v>28.5</c:v>
                </c:pt>
                <c:pt idx="78">
                  <c:v>29</c:v>
                </c:pt>
                <c:pt idx="79">
                  <c:v>29.5</c:v>
                </c:pt>
                <c:pt idx="80">
                  <c:v>30</c:v>
                </c:pt>
                <c:pt idx="81">
                  <c:v>30.5</c:v>
                </c:pt>
                <c:pt idx="82">
                  <c:v>31</c:v>
                </c:pt>
                <c:pt idx="83">
                  <c:v>31.5</c:v>
                </c:pt>
                <c:pt idx="84">
                  <c:v>32</c:v>
                </c:pt>
                <c:pt idx="85">
                  <c:v>32.5</c:v>
                </c:pt>
                <c:pt idx="86">
                  <c:v>33</c:v>
                </c:pt>
                <c:pt idx="87">
                  <c:v>33.5</c:v>
                </c:pt>
                <c:pt idx="88">
                  <c:v>34</c:v>
                </c:pt>
                <c:pt idx="89">
                  <c:v>34.5</c:v>
                </c:pt>
                <c:pt idx="90">
                  <c:v>35</c:v>
                </c:pt>
                <c:pt idx="91">
                  <c:v>35.5</c:v>
                </c:pt>
                <c:pt idx="92">
                  <c:v>36</c:v>
                </c:pt>
                <c:pt idx="93">
                  <c:v>36.5</c:v>
                </c:pt>
                <c:pt idx="94">
                  <c:v>37</c:v>
                </c:pt>
                <c:pt idx="95">
                  <c:v>37.5</c:v>
                </c:pt>
                <c:pt idx="96">
                  <c:v>38</c:v>
                </c:pt>
                <c:pt idx="97">
                  <c:v>38.5</c:v>
                </c:pt>
                <c:pt idx="98">
                  <c:v>39</c:v>
                </c:pt>
                <c:pt idx="99">
                  <c:v>39.5</c:v>
                </c:pt>
                <c:pt idx="100">
                  <c:v>40</c:v>
                </c:pt>
                <c:pt idx="101">
                  <c:v>40.5</c:v>
                </c:pt>
                <c:pt idx="102">
                  <c:v>41</c:v>
                </c:pt>
                <c:pt idx="103">
                  <c:v>41.5</c:v>
                </c:pt>
                <c:pt idx="104">
                  <c:v>42</c:v>
                </c:pt>
                <c:pt idx="105">
                  <c:v>42.5</c:v>
                </c:pt>
                <c:pt idx="106">
                  <c:v>43</c:v>
                </c:pt>
                <c:pt idx="107">
                  <c:v>43.5</c:v>
                </c:pt>
                <c:pt idx="108">
                  <c:v>44</c:v>
                </c:pt>
                <c:pt idx="109">
                  <c:v>44.5</c:v>
                </c:pt>
                <c:pt idx="110">
                  <c:v>45</c:v>
                </c:pt>
                <c:pt idx="111">
                  <c:v>45.5</c:v>
                </c:pt>
                <c:pt idx="112">
                  <c:v>46</c:v>
                </c:pt>
                <c:pt idx="113">
                  <c:v>46.5</c:v>
                </c:pt>
                <c:pt idx="114">
                  <c:v>47</c:v>
                </c:pt>
                <c:pt idx="115">
                  <c:v>47.5</c:v>
                </c:pt>
                <c:pt idx="116">
                  <c:v>48</c:v>
                </c:pt>
                <c:pt idx="117">
                  <c:v>48.5</c:v>
                </c:pt>
                <c:pt idx="118">
                  <c:v>49</c:v>
                </c:pt>
                <c:pt idx="119">
                  <c:v>49.5</c:v>
                </c:pt>
                <c:pt idx="120">
                  <c:v>50</c:v>
                </c:pt>
                <c:pt idx="121">
                  <c:v>50.5</c:v>
                </c:pt>
                <c:pt idx="122">
                  <c:v>51</c:v>
                </c:pt>
                <c:pt idx="123">
                  <c:v>51.5</c:v>
                </c:pt>
                <c:pt idx="124">
                  <c:v>52</c:v>
                </c:pt>
                <c:pt idx="125">
                  <c:v>52.5</c:v>
                </c:pt>
                <c:pt idx="126">
                  <c:v>53</c:v>
                </c:pt>
                <c:pt idx="127">
                  <c:v>53.5</c:v>
                </c:pt>
                <c:pt idx="128">
                  <c:v>54</c:v>
                </c:pt>
                <c:pt idx="129">
                  <c:v>54.5</c:v>
                </c:pt>
                <c:pt idx="130">
                  <c:v>55</c:v>
                </c:pt>
                <c:pt idx="131">
                  <c:v>55.5</c:v>
                </c:pt>
                <c:pt idx="132">
                  <c:v>56</c:v>
                </c:pt>
                <c:pt idx="133">
                  <c:v>56.5</c:v>
                </c:pt>
                <c:pt idx="134">
                  <c:v>57</c:v>
                </c:pt>
                <c:pt idx="135">
                  <c:v>57.5</c:v>
                </c:pt>
                <c:pt idx="136">
                  <c:v>58</c:v>
                </c:pt>
                <c:pt idx="137">
                  <c:v>58.5</c:v>
                </c:pt>
                <c:pt idx="138">
                  <c:v>59</c:v>
                </c:pt>
                <c:pt idx="139">
                  <c:v>59.5</c:v>
                </c:pt>
                <c:pt idx="140">
                  <c:v>60</c:v>
                </c:pt>
                <c:pt idx="141">
                  <c:v>60.5</c:v>
                </c:pt>
                <c:pt idx="142">
                  <c:v>61</c:v>
                </c:pt>
                <c:pt idx="143">
                  <c:v>61.5</c:v>
                </c:pt>
                <c:pt idx="144">
                  <c:v>62</c:v>
                </c:pt>
                <c:pt idx="145">
                  <c:v>62.5</c:v>
                </c:pt>
                <c:pt idx="146">
                  <c:v>63</c:v>
                </c:pt>
                <c:pt idx="147">
                  <c:v>63.5</c:v>
                </c:pt>
                <c:pt idx="148">
                  <c:v>64</c:v>
                </c:pt>
                <c:pt idx="149">
                  <c:v>64.5</c:v>
                </c:pt>
                <c:pt idx="150">
                  <c:v>65</c:v>
                </c:pt>
                <c:pt idx="151">
                  <c:v>65.5</c:v>
                </c:pt>
                <c:pt idx="152">
                  <c:v>66</c:v>
                </c:pt>
                <c:pt idx="153">
                  <c:v>66.5</c:v>
                </c:pt>
                <c:pt idx="154">
                  <c:v>67</c:v>
                </c:pt>
                <c:pt idx="155">
                  <c:v>67.5</c:v>
                </c:pt>
                <c:pt idx="156">
                  <c:v>68</c:v>
                </c:pt>
                <c:pt idx="157">
                  <c:v>68.5</c:v>
                </c:pt>
                <c:pt idx="158">
                  <c:v>69</c:v>
                </c:pt>
                <c:pt idx="159">
                  <c:v>69.5</c:v>
                </c:pt>
                <c:pt idx="160">
                  <c:v>70</c:v>
                </c:pt>
              </c:numCache>
            </c:numRef>
          </c:xVal>
          <c:yVal>
            <c:numRef>
              <c:f>Sheet1!$B$2:$B$162</c:f>
              <c:numCache>
                <c:formatCode>General</c:formatCode>
                <c:ptCount val="1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0.04905</c:v>
                </c:pt>
                <c:pt idx="42">
                  <c:v>0.0981</c:v>
                </c:pt>
                <c:pt idx="43">
                  <c:v>0.14714</c:v>
                </c:pt>
                <c:pt idx="44">
                  <c:v>0.19619</c:v>
                </c:pt>
                <c:pt idx="45">
                  <c:v>0.24524</c:v>
                </c:pt>
                <c:pt idx="46">
                  <c:v>0.29429</c:v>
                </c:pt>
                <c:pt idx="47">
                  <c:v>0.34334</c:v>
                </c:pt>
                <c:pt idx="48">
                  <c:v>0.39238</c:v>
                </c:pt>
                <c:pt idx="49">
                  <c:v>0.44143</c:v>
                </c:pt>
                <c:pt idx="50">
                  <c:v>0.49048</c:v>
                </c:pt>
                <c:pt idx="51">
                  <c:v>0.53953</c:v>
                </c:pt>
                <c:pt idx="52">
                  <c:v>0.58857</c:v>
                </c:pt>
                <c:pt idx="53">
                  <c:v>0.63762</c:v>
                </c:pt>
                <c:pt idx="54">
                  <c:v>0.68667</c:v>
                </c:pt>
                <c:pt idx="55">
                  <c:v>0.73572</c:v>
                </c:pt>
                <c:pt idx="56">
                  <c:v>0.78477</c:v>
                </c:pt>
                <c:pt idx="57">
                  <c:v>0.83381</c:v>
                </c:pt>
                <c:pt idx="58">
                  <c:v>0.88286</c:v>
                </c:pt>
                <c:pt idx="59">
                  <c:v>0.93191</c:v>
                </c:pt>
                <c:pt idx="60">
                  <c:v>0.98096</c:v>
                </c:pt>
                <c:pt idx="61">
                  <c:v>0.96134</c:v>
                </c:pt>
                <c:pt idx="62">
                  <c:v>0.94172</c:v>
                </c:pt>
                <c:pt idx="63">
                  <c:v>0.9221</c:v>
                </c:pt>
                <c:pt idx="64">
                  <c:v>0.90248</c:v>
                </c:pt>
                <c:pt idx="65">
                  <c:v>0.88286</c:v>
                </c:pt>
                <c:pt idx="66">
                  <c:v>0.86324</c:v>
                </c:pt>
                <c:pt idx="67">
                  <c:v>0.84362</c:v>
                </c:pt>
                <c:pt idx="68">
                  <c:v>0.824</c:v>
                </c:pt>
                <c:pt idx="69">
                  <c:v>0.80439</c:v>
                </c:pt>
                <c:pt idx="70">
                  <c:v>0.78477</c:v>
                </c:pt>
                <c:pt idx="71">
                  <c:v>0.76515</c:v>
                </c:pt>
                <c:pt idx="72">
                  <c:v>0.74553</c:v>
                </c:pt>
                <c:pt idx="73">
                  <c:v>0.72591</c:v>
                </c:pt>
                <c:pt idx="74">
                  <c:v>0.70629</c:v>
                </c:pt>
                <c:pt idx="75">
                  <c:v>0.68667</c:v>
                </c:pt>
                <c:pt idx="76">
                  <c:v>0.66705</c:v>
                </c:pt>
                <c:pt idx="77">
                  <c:v>0.64743</c:v>
                </c:pt>
                <c:pt idx="78">
                  <c:v>0.62781</c:v>
                </c:pt>
                <c:pt idx="79">
                  <c:v>0.60819</c:v>
                </c:pt>
                <c:pt idx="80">
                  <c:v>0.58857</c:v>
                </c:pt>
                <c:pt idx="81">
                  <c:v>0.56896</c:v>
                </c:pt>
                <c:pt idx="82">
                  <c:v>0.54934</c:v>
                </c:pt>
                <c:pt idx="83">
                  <c:v>0.52972</c:v>
                </c:pt>
                <c:pt idx="84">
                  <c:v>0.5101</c:v>
                </c:pt>
                <c:pt idx="85">
                  <c:v>0.49048</c:v>
                </c:pt>
                <c:pt idx="86">
                  <c:v>0.47086</c:v>
                </c:pt>
                <c:pt idx="87">
                  <c:v>0.45124</c:v>
                </c:pt>
                <c:pt idx="88">
                  <c:v>0.43162</c:v>
                </c:pt>
                <c:pt idx="89">
                  <c:v>0.412</c:v>
                </c:pt>
                <c:pt idx="90">
                  <c:v>0.39238</c:v>
                </c:pt>
                <c:pt idx="91">
                  <c:v>0.37276</c:v>
                </c:pt>
                <c:pt idx="92">
                  <c:v>0.35314</c:v>
                </c:pt>
                <c:pt idx="93">
                  <c:v>0.33353</c:v>
                </c:pt>
                <c:pt idx="94">
                  <c:v>0.31391</c:v>
                </c:pt>
                <c:pt idx="95">
                  <c:v>0.29429</c:v>
                </c:pt>
                <c:pt idx="96">
                  <c:v>0.27467</c:v>
                </c:pt>
                <c:pt idx="97">
                  <c:v>0.25505</c:v>
                </c:pt>
                <c:pt idx="98">
                  <c:v>0.23543</c:v>
                </c:pt>
                <c:pt idx="99">
                  <c:v>0.21581</c:v>
                </c:pt>
                <c:pt idx="100">
                  <c:v>0.19619</c:v>
                </c:pt>
                <c:pt idx="101">
                  <c:v>0.17657</c:v>
                </c:pt>
                <c:pt idx="102">
                  <c:v>0.15695</c:v>
                </c:pt>
                <c:pt idx="103">
                  <c:v>0.13733</c:v>
                </c:pt>
                <c:pt idx="104">
                  <c:v>0.11771</c:v>
                </c:pt>
                <c:pt idx="105">
                  <c:v>0.0981</c:v>
                </c:pt>
                <c:pt idx="106">
                  <c:v>0.07848</c:v>
                </c:pt>
                <c:pt idx="107">
                  <c:v>0.05886</c:v>
                </c:pt>
                <c:pt idx="108">
                  <c:v>0.03924</c:v>
                </c:pt>
                <c:pt idx="109">
                  <c:v>0.01962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PERT</c:v>
                </c:pt>
              </c:strCache>
            </c:strRef>
          </c:tx>
          <c:spPr>
            <a:solidFill>
              <a:srgbClr val="FF6600"/>
            </a:solidFill>
            <a:ln w="3175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-10</c:v>
                </c:pt>
                <c:pt idx="1">
                  <c:v>-9.5</c:v>
                </c:pt>
                <c:pt idx="2">
                  <c:v>-9</c:v>
                </c:pt>
                <c:pt idx="3">
                  <c:v>-8.5</c:v>
                </c:pt>
                <c:pt idx="4">
                  <c:v>-8</c:v>
                </c:pt>
                <c:pt idx="5">
                  <c:v>-7.5</c:v>
                </c:pt>
                <c:pt idx="6">
                  <c:v>-7</c:v>
                </c:pt>
                <c:pt idx="7">
                  <c:v>-6.5</c:v>
                </c:pt>
                <c:pt idx="8">
                  <c:v>-6</c:v>
                </c:pt>
                <c:pt idx="9">
                  <c:v>-5.5</c:v>
                </c:pt>
                <c:pt idx="10">
                  <c:v>-5</c:v>
                </c:pt>
                <c:pt idx="11">
                  <c:v>-4.5</c:v>
                </c:pt>
                <c:pt idx="12">
                  <c:v>-4</c:v>
                </c:pt>
                <c:pt idx="13">
                  <c:v>-3.5</c:v>
                </c:pt>
                <c:pt idx="14">
                  <c:v>-3</c:v>
                </c:pt>
                <c:pt idx="15">
                  <c:v>-2.5</c:v>
                </c:pt>
                <c:pt idx="16">
                  <c:v>-2</c:v>
                </c:pt>
                <c:pt idx="17">
                  <c:v>-1.5</c:v>
                </c:pt>
                <c:pt idx="18">
                  <c:v>-1</c:v>
                </c:pt>
                <c:pt idx="19">
                  <c:v>-0.5</c:v>
                </c:pt>
                <c:pt idx="20">
                  <c:v>0</c:v>
                </c:pt>
                <c:pt idx="21">
                  <c:v>0.5</c:v>
                </c:pt>
                <c:pt idx="22">
                  <c:v>1</c:v>
                </c:pt>
                <c:pt idx="23">
                  <c:v>1.5</c:v>
                </c:pt>
                <c:pt idx="24">
                  <c:v>2</c:v>
                </c:pt>
                <c:pt idx="25">
                  <c:v>2.5</c:v>
                </c:pt>
                <c:pt idx="26">
                  <c:v>3</c:v>
                </c:pt>
                <c:pt idx="27">
                  <c:v>3.5</c:v>
                </c:pt>
                <c:pt idx="28">
                  <c:v>4</c:v>
                </c:pt>
                <c:pt idx="29">
                  <c:v>4.5</c:v>
                </c:pt>
                <c:pt idx="30">
                  <c:v>5</c:v>
                </c:pt>
                <c:pt idx="31">
                  <c:v>5.5</c:v>
                </c:pt>
                <c:pt idx="32">
                  <c:v>6</c:v>
                </c:pt>
                <c:pt idx="33">
                  <c:v>6.5</c:v>
                </c:pt>
                <c:pt idx="34">
                  <c:v>7</c:v>
                </c:pt>
                <c:pt idx="35">
                  <c:v>7.5</c:v>
                </c:pt>
                <c:pt idx="36">
                  <c:v>8</c:v>
                </c:pt>
                <c:pt idx="37">
                  <c:v>8.5</c:v>
                </c:pt>
                <c:pt idx="38">
                  <c:v>9</c:v>
                </c:pt>
                <c:pt idx="39">
                  <c:v>9.5</c:v>
                </c:pt>
                <c:pt idx="40">
                  <c:v>10</c:v>
                </c:pt>
                <c:pt idx="41">
                  <c:v>10.5</c:v>
                </c:pt>
                <c:pt idx="42">
                  <c:v>11</c:v>
                </c:pt>
                <c:pt idx="43">
                  <c:v>11.5</c:v>
                </c:pt>
                <c:pt idx="44">
                  <c:v>12</c:v>
                </c:pt>
                <c:pt idx="45">
                  <c:v>12.5</c:v>
                </c:pt>
                <c:pt idx="46">
                  <c:v>13</c:v>
                </c:pt>
                <c:pt idx="47">
                  <c:v>13.5</c:v>
                </c:pt>
                <c:pt idx="48">
                  <c:v>14</c:v>
                </c:pt>
                <c:pt idx="49">
                  <c:v>14.5</c:v>
                </c:pt>
                <c:pt idx="50">
                  <c:v>15</c:v>
                </c:pt>
                <c:pt idx="51">
                  <c:v>15.5</c:v>
                </c:pt>
                <c:pt idx="52">
                  <c:v>16</c:v>
                </c:pt>
                <c:pt idx="53">
                  <c:v>16.5</c:v>
                </c:pt>
                <c:pt idx="54">
                  <c:v>17</c:v>
                </c:pt>
                <c:pt idx="55">
                  <c:v>17.5</c:v>
                </c:pt>
                <c:pt idx="56">
                  <c:v>18</c:v>
                </c:pt>
                <c:pt idx="57">
                  <c:v>18.5</c:v>
                </c:pt>
                <c:pt idx="58">
                  <c:v>19</c:v>
                </c:pt>
                <c:pt idx="59">
                  <c:v>19.5</c:v>
                </c:pt>
                <c:pt idx="60">
                  <c:v>20</c:v>
                </c:pt>
                <c:pt idx="61">
                  <c:v>20.5</c:v>
                </c:pt>
                <c:pt idx="62">
                  <c:v>21</c:v>
                </c:pt>
                <c:pt idx="63">
                  <c:v>21.5</c:v>
                </c:pt>
                <c:pt idx="64">
                  <c:v>22</c:v>
                </c:pt>
                <c:pt idx="65">
                  <c:v>22.5</c:v>
                </c:pt>
                <c:pt idx="66">
                  <c:v>23</c:v>
                </c:pt>
                <c:pt idx="67">
                  <c:v>23.5</c:v>
                </c:pt>
                <c:pt idx="68">
                  <c:v>24</c:v>
                </c:pt>
                <c:pt idx="69">
                  <c:v>24.5</c:v>
                </c:pt>
                <c:pt idx="70">
                  <c:v>25</c:v>
                </c:pt>
                <c:pt idx="71">
                  <c:v>25.5</c:v>
                </c:pt>
                <c:pt idx="72">
                  <c:v>26</c:v>
                </c:pt>
                <c:pt idx="73">
                  <c:v>26.5</c:v>
                </c:pt>
                <c:pt idx="74">
                  <c:v>27</c:v>
                </c:pt>
                <c:pt idx="75">
                  <c:v>27.5</c:v>
                </c:pt>
                <c:pt idx="76">
                  <c:v>28</c:v>
                </c:pt>
                <c:pt idx="77">
                  <c:v>28.5</c:v>
                </c:pt>
                <c:pt idx="78">
                  <c:v>29</c:v>
                </c:pt>
                <c:pt idx="79">
                  <c:v>29.5</c:v>
                </c:pt>
                <c:pt idx="80">
                  <c:v>30</c:v>
                </c:pt>
                <c:pt idx="81">
                  <c:v>30.5</c:v>
                </c:pt>
                <c:pt idx="82">
                  <c:v>31</c:v>
                </c:pt>
                <c:pt idx="83">
                  <c:v>31.5</c:v>
                </c:pt>
                <c:pt idx="84">
                  <c:v>32</c:v>
                </c:pt>
                <c:pt idx="85">
                  <c:v>32.5</c:v>
                </c:pt>
                <c:pt idx="86">
                  <c:v>33</c:v>
                </c:pt>
                <c:pt idx="87">
                  <c:v>33.5</c:v>
                </c:pt>
                <c:pt idx="88">
                  <c:v>34</c:v>
                </c:pt>
                <c:pt idx="89">
                  <c:v>34.5</c:v>
                </c:pt>
                <c:pt idx="90">
                  <c:v>35</c:v>
                </c:pt>
                <c:pt idx="91">
                  <c:v>35.5</c:v>
                </c:pt>
                <c:pt idx="92">
                  <c:v>36</c:v>
                </c:pt>
                <c:pt idx="93">
                  <c:v>36.5</c:v>
                </c:pt>
                <c:pt idx="94">
                  <c:v>37</c:v>
                </c:pt>
                <c:pt idx="95">
                  <c:v>37.5</c:v>
                </c:pt>
                <c:pt idx="96">
                  <c:v>38</c:v>
                </c:pt>
                <c:pt idx="97">
                  <c:v>38.5</c:v>
                </c:pt>
                <c:pt idx="98">
                  <c:v>39</c:v>
                </c:pt>
                <c:pt idx="99">
                  <c:v>39.5</c:v>
                </c:pt>
                <c:pt idx="100">
                  <c:v>40</c:v>
                </c:pt>
                <c:pt idx="101">
                  <c:v>40.5</c:v>
                </c:pt>
                <c:pt idx="102">
                  <c:v>41</c:v>
                </c:pt>
                <c:pt idx="103">
                  <c:v>41.5</c:v>
                </c:pt>
                <c:pt idx="104">
                  <c:v>42</c:v>
                </c:pt>
                <c:pt idx="105">
                  <c:v>42.5</c:v>
                </c:pt>
                <c:pt idx="106">
                  <c:v>43</c:v>
                </c:pt>
                <c:pt idx="107">
                  <c:v>43.5</c:v>
                </c:pt>
                <c:pt idx="108">
                  <c:v>44</c:v>
                </c:pt>
                <c:pt idx="109">
                  <c:v>44.5</c:v>
                </c:pt>
                <c:pt idx="110">
                  <c:v>45</c:v>
                </c:pt>
                <c:pt idx="111">
                  <c:v>45.5</c:v>
                </c:pt>
                <c:pt idx="112">
                  <c:v>46</c:v>
                </c:pt>
                <c:pt idx="113">
                  <c:v>46.5</c:v>
                </c:pt>
                <c:pt idx="114">
                  <c:v>47</c:v>
                </c:pt>
                <c:pt idx="115">
                  <c:v>47.5</c:v>
                </c:pt>
                <c:pt idx="116">
                  <c:v>48</c:v>
                </c:pt>
                <c:pt idx="117">
                  <c:v>48.5</c:v>
                </c:pt>
                <c:pt idx="118">
                  <c:v>49</c:v>
                </c:pt>
                <c:pt idx="119">
                  <c:v>49.5</c:v>
                </c:pt>
                <c:pt idx="120">
                  <c:v>50</c:v>
                </c:pt>
                <c:pt idx="121">
                  <c:v>50.5</c:v>
                </c:pt>
                <c:pt idx="122">
                  <c:v>51</c:v>
                </c:pt>
                <c:pt idx="123">
                  <c:v>51.5</c:v>
                </c:pt>
                <c:pt idx="124">
                  <c:v>52</c:v>
                </c:pt>
                <c:pt idx="125">
                  <c:v>52.5</c:v>
                </c:pt>
                <c:pt idx="126">
                  <c:v>53</c:v>
                </c:pt>
                <c:pt idx="127">
                  <c:v>53.5</c:v>
                </c:pt>
                <c:pt idx="128">
                  <c:v>54</c:v>
                </c:pt>
                <c:pt idx="129">
                  <c:v>54.5</c:v>
                </c:pt>
                <c:pt idx="130">
                  <c:v>55</c:v>
                </c:pt>
                <c:pt idx="131">
                  <c:v>55.5</c:v>
                </c:pt>
                <c:pt idx="132">
                  <c:v>56</c:v>
                </c:pt>
                <c:pt idx="133">
                  <c:v>56.5</c:v>
                </c:pt>
                <c:pt idx="134">
                  <c:v>57</c:v>
                </c:pt>
                <c:pt idx="135">
                  <c:v>57.5</c:v>
                </c:pt>
                <c:pt idx="136">
                  <c:v>58</c:v>
                </c:pt>
                <c:pt idx="137">
                  <c:v>58.5</c:v>
                </c:pt>
                <c:pt idx="138">
                  <c:v>59</c:v>
                </c:pt>
                <c:pt idx="139">
                  <c:v>59.5</c:v>
                </c:pt>
                <c:pt idx="140">
                  <c:v>60</c:v>
                </c:pt>
                <c:pt idx="141">
                  <c:v>60.5</c:v>
                </c:pt>
                <c:pt idx="142">
                  <c:v>61</c:v>
                </c:pt>
                <c:pt idx="143">
                  <c:v>61.5</c:v>
                </c:pt>
                <c:pt idx="144">
                  <c:v>62</c:v>
                </c:pt>
                <c:pt idx="145">
                  <c:v>62.5</c:v>
                </c:pt>
                <c:pt idx="146">
                  <c:v>63</c:v>
                </c:pt>
                <c:pt idx="147">
                  <c:v>63.5</c:v>
                </c:pt>
                <c:pt idx="148">
                  <c:v>64</c:v>
                </c:pt>
                <c:pt idx="149">
                  <c:v>64.5</c:v>
                </c:pt>
                <c:pt idx="150">
                  <c:v>65</c:v>
                </c:pt>
                <c:pt idx="151">
                  <c:v>65.5</c:v>
                </c:pt>
                <c:pt idx="152">
                  <c:v>66</c:v>
                </c:pt>
                <c:pt idx="153">
                  <c:v>66.5</c:v>
                </c:pt>
                <c:pt idx="154">
                  <c:v>67</c:v>
                </c:pt>
                <c:pt idx="155">
                  <c:v>67.5</c:v>
                </c:pt>
                <c:pt idx="156">
                  <c:v>68</c:v>
                </c:pt>
                <c:pt idx="157">
                  <c:v>68.5</c:v>
                </c:pt>
                <c:pt idx="158">
                  <c:v>69</c:v>
                </c:pt>
                <c:pt idx="159">
                  <c:v>69.5</c:v>
                </c:pt>
                <c:pt idx="160">
                  <c:v>70</c:v>
                </c:pt>
              </c:numCache>
            </c:numRef>
          </c:xVal>
          <c:yVal>
            <c:numRef>
              <c:f>Sheet1!$C$2:$C$162</c:f>
              <c:numCache>
                <c:formatCode>General</c:formatCode>
                <c:ptCount val="1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0.0818</c:v>
                </c:pt>
                <c:pt idx="42">
                  <c:v>0.17325</c:v>
                </c:pt>
                <c:pt idx="43">
                  <c:v>0.26397</c:v>
                </c:pt>
                <c:pt idx="44">
                  <c:v>0.3513</c:v>
                </c:pt>
                <c:pt idx="45">
                  <c:v>0.43399</c:v>
                </c:pt>
                <c:pt idx="46">
                  <c:v>0.51137</c:v>
                </c:pt>
                <c:pt idx="47">
                  <c:v>0.58305</c:v>
                </c:pt>
                <c:pt idx="48">
                  <c:v>0.64883</c:v>
                </c:pt>
                <c:pt idx="49">
                  <c:v>0.70862</c:v>
                </c:pt>
                <c:pt idx="50">
                  <c:v>0.76243</c:v>
                </c:pt>
                <c:pt idx="51">
                  <c:v>0.81031</c:v>
                </c:pt>
                <c:pt idx="52">
                  <c:v>0.85236</c:v>
                </c:pt>
                <c:pt idx="53">
                  <c:v>0.88873</c:v>
                </c:pt>
                <c:pt idx="54">
                  <c:v>0.91959</c:v>
                </c:pt>
                <c:pt idx="55">
                  <c:v>0.9451</c:v>
                </c:pt>
                <c:pt idx="56">
                  <c:v>0.96548</c:v>
                </c:pt>
                <c:pt idx="57">
                  <c:v>0.98093</c:v>
                </c:pt>
                <c:pt idx="58">
                  <c:v>0.99168</c:v>
                </c:pt>
                <c:pt idx="59">
                  <c:v>0.99796</c:v>
                </c:pt>
                <c:pt idx="60">
                  <c:v>1</c:v>
                </c:pt>
                <c:pt idx="61">
                  <c:v>0.99804</c:v>
                </c:pt>
                <c:pt idx="62">
                  <c:v>0.99232</c:v>
                </c:pt>
                <c:pt idx="63">
                  <c:v>0.98309</c:v>
                </c:pt>
                <c:pt idx="64">
                  <c:v>0.97058</c:v>
                </c:pt>
                <c:pt idx="65">
                  <c:v>0.95503</c:v>
                </c:pt>
                <c:pt idx="66">
                  <c:v>0.9367</c:v>
                </c:pt>
                <c:pt idx="67">
                  <c:v>0.91581</c:v>
                </c:pt>
                <c:pt idx="68">
                  <c:v>0.8926</c:v>
                </c:pt>
                <c:pt idx="69">
                  <c:v>0.86731</c:v>
                </c:pt>
                <c:pt idx="70">
                  <c:v>0.84016</c:v>
                </c:pt>
                <c:pt idx="71">
                  <c:v>0.81137</c:v>
                </c:pt>
                <c:pt idx="72">
                  <c:v>0.78117</c:v>
                </c:pt>
                <c:pt idx="73">
                  <c:v>0.74977</c:v>
                </c:pt>
                <c:pt idx="74">
                  <c:v>0.71738</c:v>
                </c:pt>
                <c:pt idx="75">
                  <c:v>0.6842</c:v>
                </c:pt>
                <c:pt idx="76">
                  <c:v>0.65042</c:v>
                </c:pt>
                <c:pt idx="77">
                  <c:v>0.61624</c:v>
                </c:pt>
                <c:pt idx="78">
                  <c:v>0.58184</c:v>
                </c:pt>
                <c:pt idx="79">
                  <c:v>0.5474</c:v>
                </c:pt>
                <c:pt idx="80">
                  <c:v>0.51307</c:v>
                </c:pt>
                <c:pt idx="81">
                  <c:v>0.47904</c:v>
                </c:pt>
                <c:pt idx="82">
                  <c:v>0.44544</c:v>
                </c:pt>
                <c:pt idx="83">
                  <c:v>0.41242</c:v>
                </c:pt>
                <c:pt idx="84">
                  <c:v>0.38012</c:v>
                </c:pt>
                <c:pt idx="85">
                  <c:v>0.34867</c:v>
                </c:pt>
                <c:pt idx="86">
                  <c:v>0.31817</c:v>
                </c:pt>
                <c:pt idx="87">
                  <c:v>0.28875</c:v>
                </c:pt>
                <c:pt idx="88">
                  <c:v>0.26051</c:v>
                </c:pt>
                <c:pt idx="89">
                  <c:v>0.23352</c:v>
                </c:pt>
                <c:pt idx="90">
                  <c:v>0.20788</c:v>
                </c:pt>
                <c:pt idx="91">
                  <c:v>0.18365</c:v>
                </c:pt>
                <c:pt idx="92">
                  <c:v>0.1609</c:v>
                </c:pt>
                <c:pt idx="93">
                  <c:v>0.13966</c:v>
                </c:pt>
                <c:pt idx="94">
                  <c:v>0.11999</c:v>
                </c:pt>
                <c:pt idx="95">
                  <c:v>0.1019</c:v>
                </c:pt>
                <c:pt idx="96">
                  <c:v>0.08541</c:v>
                </c:pt>
                <c:pt idx="97">
                  <c:v>0.07052</c:v>
                </c:pt>
                <c:pt idx="98">
                  <c:v>0.05723</c:v>
                </c:pt>
                <c:pt idx="99">
                  <c:v>0.04551</c:v>
                </c:pt>
                <c:pt idx="100">
                  <c:v>0.03534</c:v>
                </c:pt>
                <c:pt idx="101">
                  <c:v>0.02665</c:v>
                </c:pt>
                <c:pt idx="102">
                  <c:v>0.01939</c:v>
                </c:pt>
                <c:pt idx="103">
                  <c:v>0.01349</c:v>
                </c:pt>
                <c:pt idx="104">
                  <c:v>0.00884</c:v>
                </c:pt>
                <c:pt idx="105">
                  <c:v>0.00534</c:v>
                </c:pt>
                <c:pt idx="106">
                  <c:v>0.00287</c:v>
                </c:pt>
                <c:pt idx="107">
                  <c:v>0.00129</c:v>
                </c:pt>
                <c:pt idx="108">
                  <c:v>0.00041</c:v>
                </c:pt>
                <c:pt idx="109">
                  <c:v>0.00006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TRIGEN (10 y 45 como P10 y P90)</c:v>
                </c:pt>
              </c:strCache>
            </c:strRef>
          </c:tx>
          <c:spPr>
            <a:solidFill>
              <a:srgbClr val="333333"/>
            </a:solidFill>
            <a:ln w="3175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-10</c:v>
                </c:pt>
                <c:pt idx="1">
                  <c:v>-9.5</c:v>
                </c:pt>
                <c:pt idx="2">
                  <c:v>-9</c:v>
                </c:pt>
                <c:pt idx="3">
                  <c:v>-8.5</c:v>
                </c:pt>
                <c:pt idx="4">
                  <c:v>-8</c:v>
                </c:pt>
                <c:pt idx="5">
                  <c:v>-7.5</c:v>
                </c:pt>
                <c:pt idx="6">
                  <c:v>-7</c:v>
                </c:pt>
                <c:pt idx="7">
                  <c:v>-6.5</c:v>
                </c:pt>
                <c:pt idx="8">
                  <c:v>-6</c:v>
                </c:pt>
                <c:pt idx="9">
                  <c:v>-5.5</c:v>
                </c:pt>
                <c:pt idx="10">
                  <c:v>-5</c:v>
                </c:pt>
                <c:pt idx="11">
                  <c:v>-4.5</c:v>
                </c:pt>
                <c:pt idx="12">
                  <c:v>-4</c:v>
                </c:pt>
                <c:pt idx="13">
                  <c:v>-3.5</c:v>
                </c:pt>
                <c:pt idx="14">
                  <c:v>-3</c:v>
                </c:pt>
                <c:pt idx="15">
                  <c:v>-2.5</c:v>
                </c:pt>
                <c:pt idx="16">
                  <c:v>-2</c:v>
                </c:pt>
                <c:pt idx="17">
                  <c:v>-1.5</c:v>
                </c:pt>
                <c:pt idx="18">
                  <c:v>-1</c:v>
                </c:pt>
                <c:pt idx="19">
                  <c:v>-0.5</c:v>
                </c:pt>
                <c:pt idx="20">
                  <c:v>0</c:v>
                </c:pt>
                <c:pt idx="21">
                  <c:v>0.5</c:v>
                </c:pt>
                <c:pt idx="22">
                  <c:v>1</c:v>
                </c:pt>
                <c:pt idx="23">
                  <c:v>1.5</c:v>
                </c:pt>
                <c:pt idx="24">
                  <c:v>2</c:v>
                </c:pt>
                <c:pt idx="25">
                  <c:v>2.5</c:v>
                </c:pt>
                <c:pt idx="26">
                  <c:v>3</c:v>
                </c:pt>
                <c:pt idx="27">
                  <c:v>3.5</c:v>
                </c:pt>
                <c:pt idx="28">
                  <c:v>4</c:v>
                </c:pt>
                <c:pt idx="29">
                  <c:v>4.5</c:v>
                </c:pt>
                <c:pt idx="30">
                  <c:v>5</c:v>
                </c:pt>
                <c:pt idx="31">
                  <c:v>5.5</c:v>
                </c:pt>
                <c:pt idx="32">
                  <c:v>6</c:v>
                </c:pt>
                <c:pt idx="33">
                  <c:v>6.5</c:v>
                </c:pt>
                <c:pt idx="34">
                  <c:v>7</c:v>
                </c:pt>
                <c:pt idx="35">
                  <c:v>7.5</c:v>
                </c:pt>
                <c:pt idx="36">
                  <c:v>8</c:v>
                </c:pt>
                <c:pt idx="37">
                  <c:v>8.5</c:v>
                </c:pt>
                <c:pt idx="38">
                  <c:v>9</c:v>
                </c:pt>
                <c:pt idx="39">
                  <c:v>9.5</c:v>
                </c:pt>
                <c:pt idx="40">
                  <c:v>10</c:v>
                </c:pt>
                <c:pt idx="41">
                  <c:v>10.5</c:v>
                </c:pt>
                <c:pt idx="42">
                  <c:v>11</c:v>
                </c:pt>
                <c:pt idx="43">
                  <c:v>11.5</c:v>
                </c:pt>
                <c:pt idx="44">
                  <c:v>12</c:v>
                </c:pt>
                <c:pt idx="45">
                  <c:v>12.5</c:v>
                </c:pt>
                <c:pt idx="46">
                  <c:v>13</c:v>
                </c:pt>
                <c:pt idx="47">
                  <c:v>13.5</c:v>
                </c:pt>
                <c:pt idx="48">
                  <c:v>14</c:v>
                </c:pt>
                <c:pt idx="49">
                  <c:v>14.5</c:v>
                </c:pt>
                <c:pt idx="50">
                  <c:v>15</c:v>
                </c:pt>
                <c:pt idx="51">
                  <c:v>15.5</c:v>
                </c:pt>
                <c:pt idx="52">
                  <c:v>16</c:v>
                </c:pt>
                <c:pt idx="53">
                  <c:v>16.5</c:v>
                </c:pt>
                <c:pt idx="54">
                  <c:v>17</c:v>
                </c:pt>
                <c:pt idx="55">
                  <c:v>17.5</c:v>
                </c:pt>
                <c:pt idx="56">
                  <c:v>18</c:v>
                </c:pt>
                <c:pt idx="57">
                  <c:v>18.5</c:v>
                </c:pt>
                <c:pt idx="58">
                  <c:v>19</c:v>
                </c:pt>
                <c:pt idx="59">
                  <c:v>19.5</c:v>
                </c:pt>
                <c:pt idx="60">
                  <c:v>20</c:v>
                </c:pt>
                <c:pt idx="61">
                  <c:v>20.5</c:v>
                </c:pt>
                <c:pt idx="62">
                  <c:v>21</c:v>
                </c:pt>
                <c:pt idx="63">
                  <c:v>21.5</c:v>
                </c:pt>
                <c:pt idx="64">
                  <c:v>22</c:v>
                </c:pt>
                <c:pt idx="65">
                  <c:v>22.5</c:v>
                </c:pt>
                <c:pt idx="66">
                  <c:v>23</c:v>
                </c:pt>
                <c:pt idx="67">
                  <c:v>23.5</c:v>
                </c:pt>
                <c:pt idx="68">
                  <c:v>24</c:v>
                </c:pt>
                <c:pt idx="69">
                  <c:v>24.5</c:v>
                </c:pt>
                <c:pt idx="70">
                  <c:v>25</c:v>
                </c:pt>
                <c:pt idx="71">
                  <c:v>25.5</c:v>
                </c:pt>
                <c:pt idx="72">
                  <c:v>26</c:v>
                </c:pt>
                <c:pt idx="73">
                  <c:v>26.5</c:v>
                </c:pt>
                <c:pt idx="74">
                  <c:v>27</c:v>
                </c:pt>
                <c:pt idx="75">
                  <c:v>27.5</c:v>
                </c:pt>
                <c:pt idx="76">
                  <c:v>28</c:v>
                </c:pt>
                <c:pt idx="77">
                  <c:v>28.5</c:v>
                </c:pt>
                <c:pt idx="78">
                  <c:v>29</c:v>
                </c:pt>
                <c:pt idx="79">
                  <c:v>29.5</c:v>
                </c:pt>
                <c:pt idx="80">
                  <c:v>30</c:v>
                </c:pt>
                <c:pt idx="81">
                  <c:v>30.5</c:v>
                </c:pt>
                <c:pt idx="82">
                  <c:v>31</c:v>
                </c:pt>
                <c:pt idx="83">
                  <c:v>31.5</c:v>
                </c:pt>
                <c:pt idx="84">
                  <c:v>32</c:v>
                </c:pt>
                <c:pt idx="85">
                  <c:v>32.5</c:v>
                </c:pt>
                <c:pt idx="86">
                  <c:v>33</c:v>
                </c:pt>
                <c:pt idx="87">
                  <c:v>33.5</c:v>
                </c:pt>
                <c:pt idx="88">
                  <c:v>34</c:v>
                </c:pt>
                <c:pt idx="89">
                  <c:v>34.5</c:v>
                </c:pt>
                <c:pt idx="90">
                  <c:v>35</c:v>
                </c:pt>
                <c:pt idx="91">
                  <c:v>35.5</c:v>
                </c:pt>
                <c:pt idx="92">
                  <c:v>36</c:v>
                </c:pt>
                <c:pt idx="93">
                  <c:v>36.5</c:v>
                </c:pt>
                <c:pt idx="94">
                  <c:v>37</c:v>
                </c:pt>
                <c:pt idx="95">
                  <c:v>37.5</c:v>
                </c:pt>
                <c:pt idx="96">
                  <c:v>38</c:v>
                </c:pt>
                <c:pt idx="97">
                  <c:v>38.5</c:v>
                </c:pt>
                <c:pt idx="98">
                  <c:v>39</c:v>
                </c:pt>
                <c:pt idx="99">
                  <c:v>39.5</c:v>
                </c:pt>
                <c:pt idx="100">
                  <c:v>40</c:v>
                </c:pt>
                <c:pt idx="101">
                  <c:v>40.5</c:v>
                </c:pt>
                <c:pt idx="102">
                  <c:v>41</c:v>
                </c:pt>
                <c:pt idx="103">
                  <c:v>41.5</c:v>
                </c:pt>
                <c:pt idx="104">
                  <c:v>42</c:v>
                </c:pt>
                <c:pt idx="105">
                  <c:v>42.5</c:v>
                </c:pt>
                <c:pt idx="106">
                  <c:v>43</c:v>
                </c:pt>
                <c:pt idx="107">
                  <c:v>43.5</c:v>
                </c:pt>
                <c:pt idx="108">
                  <c:v>44</c:v>
                </c:pt>
                <c:pt idx="109">
                  <c:v>44.5</c:v>
                </c:pt>
                <c:pt idx="110">
                  <c:v>45</c:v>
                </c:pt>
                <c:pt idx="111">
                  <c:v>45.5</c:v>
                </c:pt>
                <c:pt idx="112">
                  <c:v>46</c:v>
                </c:pt>
                <c:pt idx="113">
                  <c:v>46.5</c:v>
                </c:pt>
                <c:pt idx="114">
                  <c:v>47</c:v>
                </c:pt>
                <c:pt idx="115">
                  <c:v>47.5</c:v>
                </c:pt>
                <c:pt idx="116">
                  <c:v>48</c:v>
                </c:pt>
                <c:pt idx="117">
                  <c:v>48.5</c:v>
                </c:pt>
                <c:pt idx="118">
                  <c:v>49</c:v>
                </c:pt>
                <c:pt idx="119">
                  <c:v>49.5</c:v>
                </c:pt>
                <c:pt idx="120">
                  <c:v>50</c:v>
                </c:pt>
                <c:pt idx="121">
                  <c:v>50.5</c:v>
                </c:pt>
                <c:pt idx="122">
                  <c:v>51</c:v>
                </c:pt>
                <c:pt idx="123">
                  <c:v>51.5</c:v>
                </c:pt>
                <c:pt idx="124">
                  <c:v>52</c:v>
                </c:pt>
                <c:pt idx="125">
                  <c:v>52.5</c:v>
                </c:pt>
                <c:pt idx="126">
                  <c:v>53</c:v>
                </c:pt>
                <c:pt idx="127">
                  <c:v>53.5</c:v>
                </c:pt>
                <c:pt idx="128">
                  <c:v>54</c:v>
                </c:pt>
                <c:pt idx="129">
                  <c:v>54.5</c:v>
                </c:pt>
                <c:pt idx="130">
                  <c:v>55</c:v>
                </c:pt>
                <c:pt idx="131">
                  <c:v>55.5</c:v>
                </c:pt>
                <c:pt idx="132">
                  <c:v>56</c:v>
                </c:pt>
                <c:pt idx="133">
                  <c:v>56.5</c:v>
                </c:pt>
                <c:pt idx="134">
                  <c:v>57</c:v>
                </c:pt>
                <c:pt idx="135">
                  <c:v>57.5</c:v>
                </c:pt>
                <c:pt idx="136">
                  <c:v>58</c:v>
                </c:pt>
                <c:pt idx="137">
                  <c:v>58.5</c:v>
                </c:pt>
                <c:pt idx="138">
                  <c:v>59</c:v>
                </c:pt>
                <c:pt idx="139">
                  <c:v>59.5</c:v>
                </c:pt>
                <c:pt idx="140">
                  <c:v>60</c:v>
                </c:pt>
                <c:pt idx="141">
                  <c:v>60.5</c:v>
                </c:pt>
                <c:pt idx="142">
                  <c:v>61</c:v>
                </c:pt>
                <c:pt idx="143">
                  <c:v>61.5</c:v>
                </c:pt>
                <c:pt idx="144">
                  <c:v>62</c:v>
                </c:pt>
                <c:pt idx="145">
                  <c:v>62.5</c:v>
                </c:pt>
                <c:pt idx="146">
                  <c:v>63</c:v>
                </c:pt>
                <c:pt idx="147">
                  <c:v>63.5</c:v>
                </c:pt>
                <c:pt idx="148">
                  <c:v>64</c:v>
                </c:pt>
                <c:pt idx="149">
                  <c:v>64.5</c:v>
                </c:pt>
                <c:pt idx="150">
                  <c:v>65</c:v>
                </c:pt>
                <c:pt idx="151">
                  <c:v>65.5</c:v>
                </c:pt>
                <c:pt idx="152">
                  <c:v>66</c:v>
                </c:pt>
                <c:pt idx="153">
                  <c:v>66.5</c:v>
                </c:pt>
                <c:pt idx="154">
                  <c:v>67</c:v>
                </c:pt>
                <c:pt idx="155">
                  <c:v>67.5</c:v>
                </c:pt>
                <c:pt idx="156">
                  <c:v>68</c:v>
                </c:pt>
                <c:pt idx="157">
                  <c:v>68.5</c:v>
                </c:pt>
                <c:pt idx="158">
                  <c:v>69</c:v>
                </c:pt>
                <c:pt idx="159">
                  <c:v>69.5</c:v>
                </c:pt>
                <c:pt idx="160">
                  <c:v>70</c:v>
                </c:pt>
              </c:numCache>
            </c:numRef>
          </c:xVal>
          <c:yVal>
            <c:numRef>
              <c:f>Sheet1!$D$2:$D$162</c:f>
              <c:numCache>
                <c:formatCode>General</c:formatCode>
                <c:ptCount val="1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0.0038</c:v>
                </c:pt>
                <c:pt idx="18">
                  <c:v>0.01644</c:v>
                </c:pt>
                <c:pt idx="19">
                  <c:v>0.02909</c:v>
                </c:pt>
                <c:pt idx="20">
                  <c:v>0.04174</c:v>
                </c:pt>
                <c:pt idx="21">
                  <c:v>0.05439</c:v>
                </c:pt>
                <c:pt idx="22">
                  <c:v>0.06704</c:v>
                </c:pt>
                <c:pt idx="23">
                  <c:v>0.07969</c:v>
                </c:pt>
                <c:pt idx="24">
                  <c:v>0.09233</c:v>
                </c:pt>
                <c:pt idx="25">
                  <c:v>0.10498</c:v>
                </c:pt>
                <c:pt idx="26">
                  <c:v>0.11763</c:v>
                </c:pt>
                <c:pt idx="27">
                  <c:v>0.13028</c:v>
                </c:pt>
                <c:pt idx="28">
                  <c:v>0.14293</c:v>
                </c:pt>
                <c:pt idx="29">
                  <c:v>0.15558</c:v>
                </c:pt>
                <c:pt idx="30">
                  <c:v>0.16822</c:v>
                </c:pt>
                <c:pt idx="31">
                  <c:v>0.18087</c:v>
                </c:pt>
                <c:pt idx="32">
                  <c:v>0.19352</c:v>
                </c:pt>
                <c:pt idx="33">
                  <c:v>0.20617</c:v>
                </c:pt>
                <c:pt idx="34">
                  <c:v>0.21882</c:v>
                </c:pt>
                <c:pt idx="35">
                  <c:v>0.23147</c:v>
                </c:pt>
                <c:pt idx="36">
                  <c:v>0.24411</c:v>
                </c:pt>
                <c:pt idx="37">
                  <c:v>0.25676</c:v>
                </c:pt>
                <c:pt idx="38">
                  <c:v>0.26941</c:v>
                </c:pt>
                <c:pt idx="39">
                  <c:v>0.28206</c:v>
                </c:pt>
                <c:pt idx="40">
                  <c:v>0.29471</c:v>
                </c:pt>
                <c:pt idx="41">
                  <c:v>0.30735</c:v>
                </c:pt>
                <c:pt idx="42">
                  <c:v>0.32</c:v>
                </c:pt>
                <c:pt idx="43">
                  <c:v>0.33265</c:v>
                </c:pt>
                <c:pt idx="44">
                  <c:v>0.3453</c:v>
                </c:pt>
                <c:pt idx="45">
                  <c:v>0.35795</c:v>
                </c:pt>
                <c:pt idx="46">
                  <c:v>0.3706</c:v>
                </c:pt>
                <c:pt idx="47">
                  <c:v>0.38324</c:v>
                </c:pt>
                <c:pt idx="48">
                  <c:v>0.39589</c:v>
                </c:pt>
                <c:pt idx="49">
                  <c:v>0.40854</c:v>
                </c:pt>
                <c:pt idx="50">
                  <c:v>0.42119</c:v>
                </c:pt>
                <c:pt idx="51">
                  <c:v>0.43384</c:v>
                </c:pt>
                <c:pt idx="52">
                  <c:v>0.44649</c:v>
                </c:pt>
                <c:pt idx="53">
                  <c:v>0.45913</c:v>
                </c:pt>
                <c:pt idx="54">
                  <c:v>0.47178</c:v>
                </c:pt>
                <c:pt idx="55">
                  <c:v>0.48443</c:v>
                </c:pt>
                <c:pt idx="56">
                  <c:v>0.49708</c:v>
                </c:pt>
                <c:pt idx="57">
                  <c:v>0.50973</c:v>
                </c:pt>
                <c:pt idx="58">
                  <c:v>0.52237</c:v>
                </c:pt>
                <c:pt idx="59">
                  <c:v>0.53502</c:v>
                </c:pt>
                <c:pt idx="60">
                  <c:v>0.54767</c:v>
                </c:pt>
                <c:pt idx="61">
                  <c:v>0.541</c:v>
                </c:pt>
                <c:pt idx="62">
                  <c:v>0.53433</c:v>
                </c:pt>
                <c:pt idx="63">
                  <c:v>0.52765</c:v>
                </c:pt>
                <c:pt idx="64">
                  <c:v>0.52098</c:v>
                </c:pt>
                <c:pt idx="65">
                  <c:v>0.51431</c:v>
                </c:pt>
                <c:pt idx="66">
                  <c:v>0.50764</c:v>
                </c:pt>
                <c:pt idx="67">
                  <c:v>0.50096</c:v>
                </c:pt>
                <c:pt idx="68">
                  <c:v>0.49429</c:v>
                </c:pt>
                <c:pt idx="69">
                  <c:v>0.48762</c:v>
                </c:pt>
                <c:pt idx="70">
                  <c:v>0.48095</c:v>
                </c:pt>
                <c:pt idx="71">
                  <c:v>0.47427</c:v>
                </c:pt>
                <c:pt idx="72">
                  <c:v>0.4676</c:v>
                </c:pt>
                <c:pt idx="73">
                  <c:v>0.46093</c:v>
                </c:pt>
                <c:pt idx="74">
                  <c:v>0.45426</c:v>
                </c:pt>
                <c:pt idx="75">
                  <c:v>0.44759</c:v>
                </c:pt>
                <c:pt idx="76">
                  <c:v>0.44091</c:v>
                </c:pt>
                <c:pt idx="77">
                  <c:v>0.43424</c:v>
                </c:pt>
                <c:pt idx="78">
                  <c:v>0.42757</c:v>
                </c:pt>
                <c:pt idx="79">
                  <c:v>0.4209</c:v>
                </c:pt>
                <c:pt idx="80">
                  <c:v>0.41422</c:v>
                </c:pt>
                <c:pt idx="81">
                  <c:v>0.40755</c:v>
                </c:pt>
                <c:pt idx="82">
                  <c:v>0.40088</c:v>
                </c:pt>
                <c:pt idx="83">
                  <c:v>0.39421</c:v>
                </c:pt>
                <c:pt idx="84">
                  <c:v>0.38753</c:v>
                </c:pt>
                <c:pt idx="85">
                  <c:v>0.38086</c:v>
                </c:pt>
                <c:pt idx="86">
                  <c:v>0.37419</c:v>
                </c:pt>
                <c:pt idx="87">
                  <c:v>0.36752</c:v>
                </c:pt>
                <c:pt idx="88">
                  <c:v>0.36084</c:v>
                </c:pt>
                <c:pt idx="89">
                  <c:v>0.35417</c:v>
                </c:pt>
                <c:pt idx="90">
                  <c:v>0.3475</c:v>
                </c:pt>
                <c:pt idx="91">
                  <c:v>0.34083</c:v>
                </c:pt>
                <c:pt idx="92">
                  <c:v>0.33415</c:v>
                </c:pt>
                <c:pt idx="93">
                  <c:v>0.32748</c:v>
                </c:pt>
                <c:pt idx="94">
                  <c:v>0.32081</c:v>
                </c:pt>
                <c:pt idx="95">
                  <c:v>0.31414</c:v>
                </c:pt>
                <c:pt idx="96">
                  <c:v>0.30746</c:v>
                </c:pt>
                <c:pt idx="97">
                  <c:v>0.30079</c:v>
                </c:pt>
                <c:pt idx="98">
                  <c:v>0.29412</c:v>
                </c:pt>
                <c:pt idx="99">
                  <c:v>0.28745</c:v>
                </c:pt>
                <c:pt idx="100">
                  <c:v>0.28077</c:v>
                </c:pt>
                <c:pt idx="101">
                  <c:v>0.2741</c:v>
                </c:pt>
                <c:pt idx="102">
                  <c:v>0.26743</c:v>
                </c:pt>
                <c:pt idx="103">
                  <c:v>0.26076</c:v>
                </c:pt>
                <c:pt idx="104">
                  <c:v>0.25408</c:v>
                </c:pt>
                <c:pt idx="105">
                  <c:v>0.24741</c:v>
                </c:pt>
                <c:pt idx="106">
                  <c:v>0.24074</c:v>
                </c:pt>
                <c:pt idx="107">
                  <c:v>0.23407</c:v>
                </c:pt>
                <c:pt idx="108">
                  <c:v>0.2274</c:v>
                </c:pt>
                <c:pt idx="109">
                  <c:v>0.22072</c:v>
                </c:pt>
                <c:pt idx="110">
                  <c:v>0.21405</c:v>
                </c:pt>
                <c:pt idx="111">
                  <c:v>0.20738</c:v>
                </c:pt>
                <c:pt idx="112">
                  <c:v>0.20071</c:v>
                </c:pt>
                <c:pt idx="113">
                  <c:v>0.19403</c:v>
                </c:pt>
                <c:pt idx="114">
                  <c:v>0.18736</c:v>
                </c:pt>
                <c:pt idx="115">
                  <c:v>0.18069</c:v>
                </c:pt>
                <c:pt idx="116">
                  <c:v>0.17402</c:v>
                </c:pt>
                <c:pt idx="117">
                  <c:v>0.16734</c:v>
                </c:pt>
                <c:pt idx="118">
                  <c:v>0.16067</c:v>
                </c:pt>
                <c:pt idx="119">
                  <c:v>0.154</c:v>
                </c:pt>
                <c:pt idx="120">
                  <c:v>0.14733</c:v>
                </c:pt>
                <c:pt idx="121">
                  <c:v>0.14065</c:v>
                </c:pt>
                <c:pt idx="122">
                  <c:v>0.13398</c:v>
                </c:pt>
                <c:pt idx="123">
                  <c:v>0.12731</c:v>
                </c:pt>
                <c:pt idx="124">
                  <c:v>0.12064</c:v>
                </c:pt>
                <c:pt idx="125">
                  <c:v>0.11396</c:v>
                </c:pt>
                <c:pt idx="126">
                  <c:v>0.10729</c:v>
                </c:pt>
                <c:pt idx="127">
                  <c:v>0.10062</c:v>
                </c:pt>
                <c:pt idx="128">
                  <c:v>0.09395</c:v>
                </c:pt>
                <c:pt idx="129">
                  <c:v>0.08727</c:v>
                </c:pt>
                <c:pt idx="130">
                  <c:v>0.0806</c:v>
                </c:pt>
                <c:pt idx="131">
                  <c:v>0.07393</c:v>
                </c:pt>
                <c:pt idx="132">
                  <c:v>0.06726</c:v>
                </c:pt>
                <c:pt idx="133">
                  <c:v>0.06058</c:v>
                </c:pt>
                <c:pt idx="134">
                  <c:v>0.05391</c:v>
                </c:pt>
                <c:pt idx="135">
                  <c:v>0.04724</c:v>
                </c:pt>
                <c:pt idx="136">
                  <c:v>0.04057</c:v>
                </c:pt>
                <c:pt idx="137">
                  <c:v>0.03389</c:v>
                </c:pt>
                <c:pt idx="138">
                  <c:v>0.02722</c:v>
                </c:pt>
                <c:pt idx="139">
                  <c:v>0.02055</c:v>
                </c:pt>
                <c:pt idx="140">
                  <c:v>0.01388</c:v>
                </c:pt>
                <c:pt idx="141">
                  <c:v>0.00721</c:v>
                </c:pt>
                <c:pt idx="142">
                  <c:v>0.00053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-1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Días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0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PERT_MODIFICADA 10 / 20 / 45 / γ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γ = 2 (moda poco confiable)</c:v>
                </c:pt>
              </c:strCache>
            </c:strRef>
          </c:tx>
          <c:spPr>
            <a:solidFill>
              <a:srgbClr val="0068FF"/>
            </a:solidFill>
            <a:ln w="31750" cap="flat">
              <a:solidFill>
                <a:srgbClr val="0068F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68FF"/>
              </a:solidFill>
              <a:ln w="9525" cap="flat">
                <a:solidFill>
                  <a:srgbClr val="0068FF"/>
                </a:solidFill>
                <a:prstDash val="solid"/>
                <a:round/>
              </a:ln>
              <a:effectLst/>
            </c:spPr>
          </c:marker>
          <c:xVal>
            <c:numRef>
              <c:f>Sheet1!$A$2:$A$92</c:f>
              <c:numCache>
                <c:formatCode>General</c:formatCode>
                <c:ptCount val="91"/>
                <c:pt idx="0">
                  <c:v>5</c:v>
                </c:pt>
                <c:pt idx="1">
                  <c:v>5.5</c:v>
                </c:pt>
                <c:pt idx="2">
                  <c:v>6</c:v>
                </c:pt>
                <c:pt idx="3">
                  <c:v>6.5</c:v>
                </c:pt>
                <c:pt idx="4">
                  <c:v>7</c:v>
                </c:pt>
                <c:pt idx="5">
                  <c:v>7.5</c:v>
                </c:pt>
                <c:pt idx="6">
                  <c:v>8</c:v>
                </c:pt>
                <c:pt idx="7">
                  <c:v>8.5</c:v>
                </c:pt>
                <c:pt idx="8">
                  <c:v>9</c:v>
                </c:pt>
                <c:pt idx="9">
                  <c:v>9.5</c:v>
                </c:pt>
                <c:pt idx="10">
                  <c:v>10</c:v>
                </c:pt>
                <c:pt idx="11">
                  <c:v>10.5</c:v>
                </c:pt>
                <c:pt idx="12">
                  <c:v>11</c:v>
                </c:pt>
                <c:pt idx="13">
                  <c:v>11.5</c:v>
                </c:pt>
                <c:pt idx="14">
                  <c:v>12</c:v>
                </c:pt>
                <c:pt idx="15">
                  <c:v>12.5</c:v>
                </c:pt>
                <c:pt idx="16">
                  <c:v>13</c:v>
                </c:pt>
                <c:pt idx="17">
                  <c:v>13.5</c:v>
                </c:pt>
                <c:pt idx="18">
                  <c:v>14</c:v>
                </c:pt>
                <c:pt idx="19">
                  <c:v>14.5</c:v>
                </c:pt>
                <c:pt idx="20">
                  <c:v>15</c:v>
                </c:pt>
                <c:pt idx="21">
                  <c:v>15.5</c:v>
                </c:pt>
                <c:pt idx="22">
                  <c:v>16</c:v>
                </c:pt>
                <c:pt idx="23">
                  <c:v>16.5</c:v>
                </c:pt>
                <c:pt idx="24">
                  <c:v>17</c:v>
                </c:pt>
                <c:pt idx="25">
                  <c:v>17.5</c:v>
                </c:pt>
                <c:pt idx="26">
                  <c:v>18</c:v>
                </c:pt>
                <c:pt idx="27">
                  <c:v>18.5</c:v>
                </c:pt>
                <c:pt idx="28">
                  <c:v>19</c:v>
                </c:pt>
                <c:pt idx="29">
                  <c:v>19.5</c:v>
                </c:pt>
                <c:pt idx="30">
                  <c:v>20</c:v>
                </c:pt>
                <c:pt idx="31">
                  <c:v>20.5</c:v>
                </c:pt>
                <c:pt idx="32">
                  <c:v>21</c:v>
                </c:pt>
                <c:pt idx="33">
                  <c:v>21.5</c:v>
                </c:pt>
                <c:pt idx="34">
                  <c:v>22</c:v>
                </c:pt>
                <c:pt idx="35">
                  <c:v>22.5</c:v>
                </c:pt>
                <c:pt idx="36">
                  <c:v>23</c:v>
                </c:pt>
                <c:pt idx="37">
                  <c:v>23.5</c:v>
                </c:pt>
                <c:pt idx="38">
                  <c:v>24</c:v>
                </c:pt>
                <c:pt idx="39">
                  <c:v>24.5</c:v>
                </c:pt>
                <c:pt idx="40">
                  <c:v>25</c:v>
                </c:pt>
                <c:pt idx="41">
                  <c:v>25.5</c:v>
                </c:pt>
                <c:pt idx="42">
                  <c:v>26</c:v>
                </c:pt>
                <c:pt idx="43">
                  <c:v>26.5</c:v>
                </c:pt>
                <c:pt idx="44">
                  <c:v>27</c:v>
                </c:pt>
                <c:pt idx="45">
                  <c:v>27.5</c:v>
                </c:pt>
                <c:pt idx="46">
                  <c:v>28</c:v>
                </c:pt>
                <c:pt idx="47">
                  <c:v>28.5</c:v>
                </c:pt>
                <c:pt idx="48">
                  <c:v>29</c:v>
                </c:pt>
                <c:pt idx="49">
                  <c:v>29.5</c:v>
                </c:pt>
                <c:pt idx="50">
                  <c:v>30</c:v>
                </c:pt>
                <c:pt idx="51">
                  <c:v>30.5</c:v>
                </c:pt>
                <c:pt idx="52">
                  <c:v>31</c:v>
                </c:pt>
                <c:pt idx="53">
                  <c:v>31.5</c:v>
                </c:pt>
                <c:pt idx="54">
                  <c:v>32</c:v>
                </c:pt>
                <c:pt idx="55">
                  <c:v>32.5</c:v>
                </c:pt>
                <c:pt idx="56">
                  <c:v>33</c:v>
                </c:pt>
                <c:pt idx="57">
                  <c:v>33.5</c:v>
                </c:pt>
                <c:pt idx="58">
                  <c:v>34</c:v>
                </c:pt>
                <c:pt idx="59">
                  <c:v>34.5</c:v>
                </c:pt>
                <c:pt idx="60">
                  <c:v>35</c:v>
                </c:pt>
                <c:pt idx="61">
                  <c:v>35.5</c:v>
                </c:pt>
                <c:pt idx="62">
                  <c:v>36</c:v>
                </c:pt>
                <c:pt idx="63">
                  <c:v>36.5</c:v>
                </c:pt>
                <c:pt idx="64">
                  <c:v>37</c:v>
                </c:pt>
                <c:pt idx="65">
                  <c:v>37.5</c:v>
                </c:pt>
                <c:pt idx="66">
                  <c:v>38</c:v>
                </c:pt>
                <c:pt idx="67">
                  <c:v>38.5</c:v>
                </c:pt>
                <c:pt idx="68">
                  <c:v>39</c:v>
                </c:pt>
                <c:pt idx="69">
                  <c:v>39.5</c:v>
                </c:pt>
                <c:pt idx="70">
                  <c:v>40</c:v>
                </c:pt>
                <c:pt idx="71">
                  <c:v>40.5</c:v>
                </c:pt>
                <c:pt idx="72">
                  <c:v>41</c:v>
                </c:pt>
                <c:pt idx="73">
                  <c:v>41.5</c:v>
                </c:pt>
                <c:pt idx="74">
                  <c:v>42</c:v>
                </c:pt>
                <c:pt idx="75">
                  <c:v>42.5</c:v>
                </c:pt>
                <c:pt idx="76">
                  <c:v>43</c:v>
                </c:pt>
                <c:pt idx="77">
                  <c:v>43.5</c:v>
                </c:pt>
                <c:pt idx="78">
                  <c:v>44</c:v>
                </c:pt>
                <c:pt idx="79">
                  <c:v>44.5</c:v>
                </c:pt>
                <c:pt idx="80">
                  <c:v>45</c:v>
                </c:pt>
                <c:pt idx="81">
                  <c:v>45.5</c:v>
                </c:pt>
                <c:pt idx="82">
                  <c:v>46</c:v>
                </c:pt>
                <c:pt idx="83">
                  <c:v>46.5</c:v>
                </c:pt>
                <c:pt idx="84">
                  <c:v>47</c:v>
                </c:pt>
                <c:pt idx="85">
                  <c:v>47.5</c:v>
                </c:pt>
                <c:pt idx="86">
                  <c:v>48</c:v>
                </c:pt>
                <c:pt idx="87">
                  <c:v>48.5</c:v>
                </c:pt>
                <c:pt idx="88">
                  <c:v>49</c:v>
                </c:pt>
                <c:pt idx="89">
                  <c:v>49.5</c:v>
                </c:pt>
                <c:pt idx="90">
                  <c:v>50</c:v>
                </c:pt>
              </c:numCache>
            </c:numRef>
          </c:xVal>
          <c:yVal>
            <c:numRef>
              <c:f>Sheet1!$B$2:$B$92</c:f>
              <c:numCache>
                <c:formatCode>General</c:formatCode>
                <c:ptCount val="9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0.17047</c:v>
                </c:pt>
                <c:pt idx="12">
                  <c:v>0.24809</c:v>
                </c:pt>
                <c:pt idx="13">
                  <c:v>0.30623</c:v>
                </c:pt>
                <c:pt idx="14">
                  <c:v>0.35327</c:v>
                </c:pt>
                <c:pt idx="15">
                  <c:v>0.39266</c:v>
                </c:pt>
                <c:pt idx="16">
                  <c:v>0.42623</c:v>
                </c:pt>
                <c:pt idx="17">
                  <c:v>0.45512</c:v>
                </c:pt>
                <c:pt idx="18">
                  <c:v>0.48011</c:v>
                </c:pt>
                <c:pt idx="19">
                  <c:v>0.50174</c:v>
                </c:pt>
                <c:pt idx="20">
                  <c:v>0.52044</c:v>
                </c:pt>
                <c:pt idx="21">
                  <c:v>0.53654</c:v>
                </c:pt>
                <c:pt idx="22">
                  <c:v>0.55028</c:v>
                </c:pt>
                <c:pt idx="23">
                  <c:v>0.5619</c:v>
                </c:pt>
                <c:pt idx="24">
                  <c:v>0.57157</c:v>
                </c:pt>
                <c:pt idx="25">
                  <c:v>0.57945</c:v>
                </c:pt>
                <c:pt idx="26">
                  <c:v>0.58566</c:v>
                </c:pt>
                <c:pt idx="27">
                  <c:v>0.59033</c:v>
                </c:pt>
                <c:pt idx="28">
                  <c:v>0.59355</c:v>
                </c:pt>
                <c:pt idx="29">
                  <c:v>0.59543</c:v>
                </c:pt>
                <c:pt idx="30">
                  <c:v>0.59604</c:v>
                </c:pt>
                <c:pt idx="31">
                  <c:v>0.59545</c:v>
                </c:pt>
                <c:pt idx="32">
                  <c:v>0.59374</c:v>
                </c:pt>
                <c:pt idx="33">
                  <c:v>0.59098</c:v>
                </c:pt>
                <c:pt idx="34">
                  <c:v>0.5872</c:v>
                </c:pt>
                <c:pt idx="35">
                  <c:v>0.58248</c:v>
                </c:pt>
                <c:pt idx="36">
                  <c:v>0.57686</c:v>
                </c:pt>
                <c:pt idx="37">
                  <c:v>0.5704</c:v>
                </c:pt>
                <c:pt idx="38">
                  <c:v>0.56312</c:v>
                </c:pt>
                <c:pt idx="39">
                  <c:v>0.55509</c:v>
                </c:pt>
                <c:pt idx="40">
                  <c:v>0.54633</c:v>
                </c:pt>
                <c:pt idx="41">
                  <c:v>0.53689</c:v>
                </c:pt>
                <c:pt idx="42">
                  <c:v>0.5268</c:v>
                </c:pt>
                <c:pt idx="43">
                  <c:v>0.51611</c:v>
                </c:pt>
                <c:pt idx="44">
                  <c:v>0.50483</c:v>
                </c:pt>
                <c:pt idx="45">
                  <c:v>0.49302</c:v>
                </c:pt>
                <c:pt idx="46">
                  <c:v>0.4807</c:v>
                </c:pt>
                <c:pt idx="47">
                  <c:v>0.4679</c:v>
                </c:pt>
                <c:pt idx="48">
                  <c:v>0.45465</c:v>
                </c:pt>
                <c:pt idx="49">
                  <c:v>0.44099</c:v>
                </c:pt>
                <c:pt idx="50">
                  <c:v>0.42694</c:v>
                </c:pt>
                <c:pt idx="51">
                  <c:v>0.41253</c:v>
                </c:pt>
                <c:pt idx="52">
                  <c:v>0.3978</c:v>
                </c:pt>
                <c:pt idx="53">
                  <c:v>0.38278</c:v>
                </c:pt>
                <c:pt idx="54">
                  <c:v>0.36748</c:v>
                </c:pt>
                <c:pt idx="55">
                  <c:v>0.35195</c:v>
                </c:pt>
                <c:pt idx="56">
                  <c:v>0.33621</c:v>
                </c:pt>
                <c:pt idx="57">
                  <c:v>0.32029</c:v>
                </c:pt>
                <c:pt idx="58">
                  <c:v>0.30422</c:v>
                </c:pt>
                <c:pt idx="59">
                  <c:v>0.28803</c:v>
                </c:pt>
                <c:pt idx="60">
                  <c:v>0.27176</c:v>
                </c:pt>
                <c:pt idx="61">
                  <c:v>0.25543</c:v>
                </c:pt>
                <c:pt idx="62">
                  <c:v>0.23908</c:v>
                </c:pt>
                <c:pt idx="63">
                  <c:v>0.22275</c:v>
                </c:pt>
                <c:pt idx="64">
                  <c:v>0.20646</c:v>
                </c:pt>
                <c:pt idx="65">
                  <c:v>0.19026</c:v>
                </c:pt>
                <c:pt idx="66">
                  <c:v>0.17419</c:v>
                </c:pt>
                <c:pt idx="67">
                  <c:v>0.15828</c:v>
                </c:pt>
                <c:pt idx="68">
                  <c:v>0.14259</c:v>
                </c:pt>
                <c:pt idx="69">
                  <c:v>0.12716</c:v>
                </c:pt>
                <c:pt idx="70">
                  <c:v>0.11204</c:v>
                </c:pt>
                <c:pt idx="71">
                  <c:v>0.0973</c:v>
                </c:pt>
                <c:pt idx="72">
                  <c:v>0.083</c:v>
                </c:pt>
                <c:pt idx="73">
                  <c:v>0.06922</c:v>
                </c:pt>
                <c:pt idx="74">
                  <c:v>0.05604</c:v>
                </c:pt>
                <c:pt idx="75">
                  <c:v>0.04357</c:v>
                </c:pt>
                <c:pt idx="76">
                  <c:v>0.03196</c:v>
                </c:pt>
                <c:pt idx="77">
                  <c:v>0.02137</c:v>
                </c:pt>
                <c:pt idx="78">
                  <c:v>0.01208</c:v>
                </c:pt>
                <c:pt idx="79">
                  <c:v>0.00452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γ = 4 (= PERT)</c:v>
                </c:pt>
              </c:strCache>
            </c:strRef>
          </c:tx>
          <c:spPr>
            <a:solidFill>
              <a:srgbClr val="FF6600"/>
            </a:solidFill>
            <a:ln w="3175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xVal>
            <c:numRef>
              <c:f>Sheet1!$A$2:$A$92</c:f>
              <c:numCache>
                <c:formatCode>General</c:formatCode>
                <c:ptCount val="91"/>
                <c:pt idx="0">
                  <c:v>5</c:v>
                </c:pt>
                <c:pt idx="1">
                  <c:v>5.5</c:v>
                </c:pt>
                <c:pt idx="2">
                  <c:v>6</c:v>
                </c:pt>
                <c:pt idx="3">
                  <c:v>6.5</c:v>
                </c:pt>
                <c:pt idx="4">
                  <c:v>7</c:v>
                </c:pt>
                <c:pt idx="5">
                  <c:v>7.5</c:v>
                </c:pt>
                <c:pt idx="6">
                  <c:v>8</c:v>
                </c:pt>
                <c:pt idx="7">
                  <c:v>8.5</c:v>
                </c:pt>
                <c:pt idx="8">
                  <c:v>9</c:v>
                </c:pt>
                <c:pt idx="9">
                  <c:v>9.5</c:v>
                </c:pt>
                <c:pt idx="10">
                  <c:v>10</c:v>
                </c:pt>
                <c:pt idx="11">
                  <c:v>10.5</c:v>
                </c:pt>
                <c:pt idx="12">
                  <c:v>11</c:v>
                </c:pt>
                <c:pt idx="13">
                  <c:v>11.5</c:v>
                </c:pt>
                <c:pt idx="14">
                  <c:v>12</c:v>
                </c:pt>
                <c:pt idx="15">
                  <c:v>12.5</c:v>
                </c:pt>
                <c:pt idx="16">
                  <c:v>13</c:v>
                </c:pt>
                <c:pt idx="17">
                  <c:v>13.5</c:v>
                </c:pt>
                <c:pt idx="18">
                  <c:v>14</c:v>
                </c:pt>
                <c:pt idx="19">
                  <c:v>14.5</c:v>
                </c:pt>
                <c:pt idx="20">
                  <c:v>15</c:v>
                </c:pt>
                <c:pt idx="21">
                  <c:v>15.5</c:v>
                </c:pt>
                <c:pt idx="22">
                  <c:v>16</c:v>
                </c:pt>
                <c:pt idx="23">
                  <c:v>16.5</c:v>
                </c:pt>
                <c:pt idx="24">
                  <c:v>17</c:v>
                </c:pt>
                <c:pt idx="25">
                  <c:v>17.5</c:v>
                </c:pt>
                <c:pt idx="26">
                  <c:v>18</c:v>
                </c:pt>
                <c:pt idx="27">
                  <c:v>18.5</c:v>
                </c:pt>
                <c:pt idx="28">
                  <c:v>19</c:v>
                </c:pt>
                <c:pt idx="29">
                  <c:v>19.5</c:v>
                </c:pt>
                <c:pt idx="30">
                  <c:v>20</c:v>
                </c:pt>
                <c:pt idx="31">
                  <c:v>20.5</c:v>
                </c:pt>
                <c:pt idx="32">
                  <c:v>21</c:v>
                </c:pt>
                <c:pt idx="33">
                  <c:v>21.5</c:v>
                </c:pt>
                <c:pt idx="34">
                  <c:v>22</c:v>
                </c:pt>
                <c:pt idx="35">
                  <c:v>22.5</c:v>
                </c:pt>
                <c:pt idx="36">
                  <c:v>23</c:v>
                </c:pt>
                <c:pt idx="37">
                  <c:v>23.5</c:v>
                </c:pt>
                <c:pt idx="38">
                  <c:v>24</c:v>
                </c:pt>
                <c:pt idx="39">
                  <c:v>24.5</c:v>
                </c:pt>
                <c:pt idx="40">
                  <c:v>25</c:v>
                </c:pt>
                <c:pt idx="41">
                  <c:v>25.5</c:v>
                </c:pt>
                <c:pt idx="42">
                  <c:v>26</c:v>
                </c:pt>
                <c:pt idx="43">
                  <c:v>26.5</c:v>
                </c:pt>
                <c:pt idx="44">
                  <c:v>27</c:v>
                </c:pt>
                <c:pt idx="45">
                  <c:v>27.5</c:v>
                </c:pt>
                <c:pt idx="46">
                  <c:v>28</c:v>
                </c:pt>
                <c:pt idx="47">
                  <c:v>28.5</c:v>
                </c:pt>
                <c:pt idx="48">
                  <c:v>29</c:v>
                </c:pt>
                <c:pt idx="49">
                  <c:v>29.5</c:v>
                </c:pt>
                <c:pt idx="50">
                  <c:v>30</c:v>
                </c:pt>
                <c:pt idx="51">
                  <c:v>30.5</c:v>
                </c:pt>
                <c:pt idx="52">
                  <c:v>31</c:v>
                </c:pt>
                <c:pt idx="53">
                  <c:v>31.5</c:v>
                </c:pt>
                <c:pt idx="54">
                  <c:v>32</c:v>
                </c:pt>
                <c:pt idx="55">
                  <c:v>32.5</c:v>
                </c:pt>
                <c:pt idx="56">
                  <c:v>33</c:v>
                </c:pt>
                <c:pt idx="57">
                  <c:v>33.5</c:v>
                </c:pt>
                <c:pt idx="58">
                  <c:v>34</c:v>
                </c:pt>
                <c:pt idx="59">
                  <c:v>34.5</c:v>
                </c:pt>
                <c:pt idx="60">
                  <c:v>35</c:v>
                </c:pt>
                <c:pt idx="61">
                  <c:v>35.5</c:v>
                </c:pt>
                <c:pt idx="62">
                  <c:v>36</c:v>
                </c:pt>
                <c:pt idx="63">
                  <c:v>36.5</c:v>
                </c:pt>
                <c:pt idx="64">
                  <c:v>37</c:v>
                </c:pt>
                <c:pt idx="65">
                  <c:v>37.5</c:v>
                </c:pt>
                <c:pt idx="66">
                  <c:v>38</c:v>
                </c:pt>
                <c:pt idx="67">
                  <c:v>38.5</c:v>
                </c:pt>
                <c:pt idx="68">
                  <c:v>39</c:v>
                </c:pt>
                <c:pt idx="69">
                  <c:v>39.5</c:v>
                </c:pt>
                <c:pt idx="70">
                  <c:v>40</c:v>
                </c:pt>
                <c:pt idx="71">
                  <c:v>40.5</c:v>
                </c:pt>
                <c:pt idx="72">
                  <c:v>41</c:v>
                </c:pt>
                <c:pt idx="73">
                  <c:v>41.5</c:v>
                </c:pt>
                <c:pt idx="74">
                  <c:v>42</c:v>
                </c:pt>
                <c:pt idx="75">
                  <c:v>42.5</c:v>
                </c:pt>
                <c:pt idx="76">
                  <c:v>43</c:v>
                </c:pt>
                <c:pt idx="77">
                  <c:v>43.5</c:v>
                </c:pt>
                <c:pt idx="78">
                  <c:v>44</c:v>
                </c:pt>
                <c:pt idx="79">
                  <c:v>44.5</c:v>
                </c:pt>
                <c:pt idx="80">
                  <c:v>45</c:v>
                </c:pt>
                <c:pt idx="81">
                  <c:v>45.5</c:v>
                </c:pt>
                <c:pt idx="82">
                  <c:v>46</c:v>
                </c:pt>
                <c:pt idx="83">
                  <c:v>46.5</c:v>
                </c:pt>
                <c:pt idx="84">
                  <c:v>47</c:v>
                </c:pt>
                <c:pt idx="85">
                  <c:v>47.5</c:v>
                </c:pt>
                <c:pt idx="86">
                  <c:v>48</c:v>
                </c:pt>
                <c:pt idx="87">
                  <c:v>48.5</c:v>
                </c:pt>
                <c:pt idx="88">
                  <c:v>49</c:v>
                </c:pt>
                <c:pt idx="89">
                  <c:v>49.5</c:v>
                </c:pt>
                <c:pt idx="90">
                  <c:v>50</c:v>
                </c:pt>
              </c:numCache>
            </c:numRef>
          </c:xVal>
          <c:yVal>
            <c:numRef>
              <c:f>Sheet1!$C$2:$C$92</c:f>
              <c:numCache>
                <c:formatCode>General</c:formatCode>
                <c:ptCount val="9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0.0618</c:v>
                </c:pt>
                <c:pt idx="12">
                  <c:v>0.13089</c:v>
                </c:pt>
                <c:pt idx="13">
                  <c:v>0.19942</c:v>
                </c:pt>
                <c:pt idx="14">
                  <c:v>0.26539</c:v>
                </c:pt>
                <c:pt idx="15">
                  <c:v>0.32787</c:v>
                </c:pt>
                <c:pt idx="16">
                  <c:v>0.38633</c:v>
                </c:pt>
                <c:pt idx="17">
                  <c:v>0.44048</c:v>
                </c:pt>
                <c:pt idx="18">
                  <c:v>0.49017</c:v>
                </c:pt>
                <c:pt idx="19">
                  <c:v>0.53534</c:v>
                </c:pt>
                <c:pt idx="20">
                  <c:v>0.57599</c:v>
                </c:pt>
                <c:pt idx="21">
                  <c:v>0.61216</c:v>
                </c:pt>
                <c:pt idx="22">
                  <c:v>0.64393</c:v>
                </c:pt>
                <c:pt idx="23">
                  <c:v>0.67141</c:v>
                </c:pt>
                <c:pt idx="24">
                  <c:v>0.69472</c:v>
                </c:pt>
                <c:pt idx="25">
                  <c:v>0.71399</c:v>
                </c:pt>
                <c:pt idx="26">
                  <c:v>0.72939</c:v>
                </c:pt>
                <c:pt idx="27">
                  <c:v>0.74106</c:v>
                </c:pt>
                <c:pt idx="28">
                  <c:v>0.74919</c:v>
                </c:pt>
                <c:pt idx="29">
                  <c:v>0.75393</c:v>
                </c:pt>
                <c:pt idx="30">
                  <c:v>0.75547</c:v>
                </c:pt>
                <c:pt idx="31">
                  <c:v>0.75399</c:v>
                </c:pt>
                <c:pt idx="32">
                  <c:v>0.74967</c:v>
                </c:pt>
                <c:pt idx="33">
                  <c:v>0.74269</c:v>
                </c:pt>
                <c:pt idx="34">
                  <c:v>0.73324</c:v>
                </c:pt>
                <c:pt idx="35">
                  <c:v>0.7215</c:v>
                </c:pt>
                <c:pt idx="36">
                  <c:v>0.70765</c:v>
                </c:pt>
                <c:pt idx="37">
                  <c:v>0.69187</c:v>
                </c:pt>
                <c:pt idx="38">
                  <c:v>0.67433</c:v>
                </c:pt>
                <c:pt idx="39">
                  <c:v>0.65523</c:v>
                </c:pt>
                <c:pt idx="40">
                  <c:v>0.63471</c:v>
                </c:pt>
                <c:pt idx="41">
                  <c:v>0.61297</c:v>
                </c:pt>
                <c:pt idx="42">
                  <c:v>0.59015</c:v>
                </c:pt>
                <c:pt idx="43">
                  <c:v>0.56643</c:v>
                </c:pt>
                <c:pt idx="44">
                  <c:v>0.54196</c:v>
                </c:pt>
                <c:pt idx="45">
                  <c:v>0.51689</c:v>
                </c:pt>
                <c:pt idx="46">
                  <c:v>0.49137</c:v>
                </c:pt>
                <c:pt idx="47">
                  <c:v>0.46555</c:v>
                </c:pt>
                <c:pt idx="48">
                  <c:v>0.43956</c:v>
                </c:pt>
                <c:pt idx="49">
                  <c:v>0.41354</c:v>
                </c:pt>
                <c:pt idx="50">
                  <c:v>0.38761</c:v>
                </c:pt>
                <c:pt idx="51">
                  <c:v>0.3619</c:v>
                </c:pt>
                <c:pt idx="52">
                  <c:v>0.33652</c:v>
                </c:pt>
                <c:pt idx="53">
                  <c:v>0.31157</c:v>
                </c:pt>
                <c:pt idx="54">
                  <c:v>0.28717</c:v>
                </c:pt>
                <c:pt idx="55">
                  <c:v>0.26341</c:v>
                </c:pt>
                <c:pt idx="56">
                  <c:v>0.24037</c:v>
                </c:pt>
                <c:pt idx="57">
                  <c:v>0.21815</c:v>
                </c:pt>
                <c:pt idx="58">
                  <c:v>0.19681</c:v>
                </c:pt>
                <c:pt idx="59">
                  <c:v>0.17642</c:v>
                </c:pt>
                <c:pt idx="60">
                  <c:v>0.15705</c:v>
                </c:pt>
                <c:pt idx="61">
                  <c:v>0.13874</c:v>
                </c:pt>
                <c:pt idx="62">
                  <c:v>0.12155</c:v>
                </c:pt>
                <c:pt idx="63">
                  <c:v>0.10551</c:v>
                </c:pt>
                <c:pt idx="64">
                  <c:v>0.09065</c:v>
                </c:pt>
                <c:pt idx="65">
                  <c:v>0.07698</c:v>
                </c:pt>
                <c:pt idx="66">
                  <c:v>0.06452</c:v>
                </c:pt>
                <c:pt idx="67">
                  <c:v>0.05328</c:v>
                </c:pt>
                <c:pt idx="68">
                  <c:v>0.04324</c:v>
                </c:pt>
                <c:pt idx="69">
                  <c:v>0.03438</c:v>
                </c:pt>
                <c:pt idx="70">
                  <c:v>0.0267</c:v>
                </c:pt>
                <c:pt idx="71">
                  <c:v>0.02013</c:v>
                </c:pt>
                <c:pt idx="72">
                  <c:v>0.01465</c:v>
                </c:pt>
                <c:pt idx="73">
                  <c:v>0.01019</c:v>
                </c:pt>
                <c:pt idx="74">
                  <c:v>0.00668</c:v>
                </c:pt>
                <c:pt idx="75">
                  <c:v>0.00404</c:v>
                </c:pt>
                <c:pt idx="76">
                  <c:v>0.00217</c:v>
                </c:pt>
                <c:pt idx="77">
                  <c:v>0.00097</c:v>
                </c:pt>
                <c:pt idx="78">
                  <c:v>0.00031</c:v>
                </c:pt>
                <c:pt idx="79">
                  <c:v>0.00004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γ = 8 (moda muy confiable)</c:v>
                </c:pt>
              </c:strCache>
            </c:strRef>
          </c:tx>
          <c:spPr>
            <a:solidFill>
              <a:srgbClr val="000000"/>
            </a:solidFill>
            <a:ln w="31750" cap="flat">
              <a:solidFill>
                <a:srgbClr val="0000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xVal>
            <c:numRef>
              <c:f>Sheet1!$A$2:$A$92</c:f>
              <c:numCache>
                <c:formatCode>General</c:formatCode>
                <c:ptCount val="91"/>
                <c:pt idx="0">
                  <c:v>5</c:v>
                </c:pt>
                <c:pt idx="1">
                  <c:v>5.5</c:v>
                </c:pt>
                <c:pt idx="2">
                  <c:v>6</c:v>
                </c:pt>
                <c:pt idx="3">
                  <c:v>6.5</c:v>
                </c:pt>
                <c:pt idx="4">
                  <c:v>7</c:v>
                </c:pt>
                <c:pt idx="5">
                  <c:v>7.5</c:v>
                </c:pt>
                <c:pt idx="6">
                  <c:v>8</c:v>
                </c:pt>
                <c:pt idx="7">
                  <c:v>8.5</c:v>
                </c:pt>
                <c:pt idx="8">
                  <c:v>9</c:v>
                </c:pt>
                <c:pt idx="9">
                  <c:v>9.5</c:v>
                </c:pt>
                <c:pt idx="10">
                  <c:v>10</c:v>
                </c:pt>
                <c:pt idx="11">
                  <c:v>10.5</c:v>
                </c:pt>
                <c:pt idx="12">
                  <c:v>11</c:v>
                </c:pt>
                <c:pt idx="13">
                  <c:v>11.5</c:v>
                </c:pt>
                <c:pt idx="14">
                  <c:v>12</c:v>
                </c:pt>
                <c:pt idx="15">
                  <c:v>12.5</c:v>
                </c:pt>
                <c:pt idx="16">
                  <c:v>13</c:v>
                </c:pt>
                <c:pt idx="17">
                  <c:v>13.5</c:v>
                </c:pt>
                <c:pt idx="18">
                  <c:v>14</c:v>
                </c:pt>
                <c:pt idx="19">
                  <c:v>14.5</c:v>
                </c:pt>
                <c:pt idx="20">
                  <c:v>15</c:v>
                </c:pt>
                <c:pt idx="21">
                  <c:v>15.5</c:v>
                </c:pt>
                <c:pt idx="22">
                  <c:v>16</c:v>
                </c:pt>
                <c:pt idx="23">
                  <c:v>16.5</c:v>
                </c:pt>
                <c:pt idx="24">
                  <c:v>17</c:v>
                </c:pt>
                <c:pt idx="25">
                  <c:v>17.5</c:v>
                </c:pt>
                <c:pt idx="26">
                  <c:v>18</c:v>
                </c:pt>
                <c:pt idx="27">
                  <c:v>18.5</c:v>
                </c:pt>
                <c:pt idx="28">
                  <c:v>19</c:v>
                </c:pt>
                <c:pt idx="29">
                  <c:v>19.5</c:v>
                </c:pt>
                <c:pt idx="30">
                  <c:v>20</c:v>
                </c:pt>
                <c:pt idx="31">
                  <c:v>20.5</c:v>
                </c:pt>
                <c:pt idx="32">
                  <c:v>21</c:v>
                </c:pt>
                <c:pt idx="33">
                  <c:v>21.5</c:v>
                </c:pt>
                <c:pt idx="34">
                  <c:v>22</c:v>
                </c:pt>
                <c:pt idx="35">
                  <c:v>22.5</c:v>
                </c:pt>
                <c:pt idx="36">
                  <c:v>23</c:v>
                </c:pt>
                <c:pt idx="37">
                  <c:v>23.5</c:v>
                </c:pt>
                <c:pt idx="38">
                  <c:v>24</c:v>
                </c:pt>
                <c:pt idx="39">
                  <c:v>24.5</c:v>
                </c:pt>
                <c:pt idx="40">
                  <c:v>25</c:v>
                </c:pt>
                <c:pt idx="41">
                  <c:v>25.5</c:v>
                </c:pt>
                <c:pt idx="42">
                  <c:v>26</c:v>
                </c:pt>
                <c:pt idx="43">
                  <c:v>26.5</c:v>
                </c:pt>
                <c:pt idx="44">
                  <c:v>27</c:v>
                </c:pt>
                <c:pt idx="45">
                  <c:v>27.5</c:v>
                </c:pt>
                <c:pt idx="46">
                  <c:v>28</c:v>
                </c:pt>
                <c:pt idx="47">
                  <c:v>28.5</c:v>
                </c:pt>
                <c:pt idx="48">
                  <c:v>29</c:v>
                </c:pt>
                <c:pt idx="49">
                  <c:v>29.5</c:v>
                </c:pt>
                <c:pt idx="50">
                  <c:v>30</c:v>
                </c:pt>
                <c:pt idx="51">
                  <c:v>30.5</c:v>
                </c:pt>
                <c:pt idx="52">
                  <c:v>31</c:v>
                </c:pt>
                <c:pt idx="53">
                  <c:v>31.5</c:v>
                </c:pt>
                <c:pt idx="54">
                  <c:v>32</c:v>
                </c:pt>
                <c:pt idx="55">
                  <c:v>32.5</c:v>
                </c:pt>
                <c:pt idx="56">
                  <c:v>33</c:v>
                </c:pt>
                <c:pt idx="57">
                  <c:v>33.5</c:v>
                </c:pt>
                <c:pt idx="58">
                  <c:v>34</c:v>
                </c:pt>
                <c:pt idx="59">
                  <c:v>34.5</c:v>
                </c:pt>
                <c:pt idx="60">
                  <c:v>35</c:v>
                </c:pt>
                <c:pt idx="61">
                  <c:v>35.5</c:v>
                </c:pt>
                <c:pt idx="62">
                  <c:v>36</c:v>
                </c:pt>
                <c:pt idx="63">
                  <c:v>36.5</c:v>
                </c:pt>
                <c:pt idx="64">
                  <c:v>37</c:v>
                </c:pt>
                <c:pt idx="65">
                  <c:v>37.5</c:v>
                </c:pt>
                <c:pt idx="66">
                  <c:v>38</c:v>
                </c:pt>
                <c:pt idx="67">
                  <c:v>38.5</c:v>
                </c:pt>
                <c:pt idx="68">
                  <c:v>39</c:v>
                </c:pt>
                <c:pt idx="69">
                  <c:v>39.5</c:v>
                </c:pt>
                <c:pt idx="70">
                  <c:v>40</c:v>
                </c:pt>
                <c:pt idx="71">
                  <c:v>40.5</c:v>
                </c:pt>
                <c:pt idx="72">
                  <c:v>41</c:v>
                </c:pt>
                <c:pt idx="73">
                  <c:v>41.5</c:v>
                </c:pt>
                <c:pt idx="74">
                  <c:v>42</c:v>
                </c:pt>
                <c:pt idx="75">
                  <c:v>42.5</c:v>
                </c:pt>
                <c:pt idx="76">
                  <c:v>43</c:v>
                </c:pt>
                <c:pt idx="77">
                  <c:v>43.5</c:v>
                </c:pt>
                <c:pt idx="78">
                  <c:v>44</c:v>
                </c:pt>
                <c:pt idx="79">
                  <c:v>44.5</c:v>
                </c:pt>
                <c:pt idx="80">
                  <c:v>45</c:v>
                </c:pt>
                <c:pt idx="81">
                  <c:v>45.5</c:v>
                </c:pt>
                <c:pt idx="82">
                  <c:v>46</c:v>
                </c:pt>
                <c:pt idx="83">
                  <c:v>46.5</c:v>
                </c:pt>
                <c:pt idx="84">
                  <c:v>47</c:v>
                </c:pt>
                <c:pt idx="85">
                  <c:v>47.5</c:v>
                </c:pt>
                <c:pt idx="86">
                  <c:v>48</c:v>
                </c:pt>
                <c:pt idx="87">
                  <c:v>48.5</c:v>
                </c:pt>
                <c:pt idx="88">
                  <c:v>49</c:v>
                </c:pt>
                <c:pt idx="89">
                  <c:v>49.5</c:v>
                </c:pt>
                <c:pt idx="90">
                  <c:v>50</c:v>
                </c:pt>
              </c:numCache>
            </c:numRef>
          </c:xVal>
          <c:yVal>
            <c:numRef>
              <c:f>Sheet1!$D$2:$D$92</c:f>
              <c:numCache>
                <c:formatCode>General</c:formatCode>
                <c:ptCount val="9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0.00669</c:v>
                </c:pt>
                <c:pt idx="12">
                  <c:v>0.03002</c:v>
                </c:pt>
                <c:pt idx="13">
                  <c:v>0.06968</c:v>
                </c:pt>
                <c:pt idx="14">
                  <c:v>0.12341</c:v>
                </c:pt>
                <c:pt idx="15">
                  <c:v>0.18835</c:v>
                </c:pt>
                <c:pt idx="16">
                  <c:v>0.2615</c:v>
                </c:pt>
                <c:pt idx="17">
                  <c:v>0.33995</c:v>
                </c:pt>
                <c:pt idx="18">
                  <c:v>0.42098</c:v>
                </c:pt>
                <c:pt idx="19">
                  <c:v>0.50214</c:v>
                </c:pt>
                <c:pt idx="20">
                  <c:v>0.58129</c:v>
                </c:pt>
                <c:pt idx="21">
                  <c:v>0.6566</c:v>
                </c:pt>
                <c:pt idx="22">
                  <c:v>0.72652</c:v>
                </c:pt>
                <c:pt idx="23">
                  <c:v>0.78985</c:v>
                </c:pt>
                <c:pt idx="24">
                  <c:v>0.84564</c:v>
                </c:pt>
                <c:pt idx="25">
                  <c:v>0.89321</c:v>
                </c:pt>
                <c:pt idx="26">
                  <c:v>0.93215</c:v>
                </c:pt>
                <c:pt idx="27">
                  <c:v>0.96223</c:v>
                </c:pt>
                <c:pt idx="28">
                  <c:v>0.98343</c:v>
                </c:pt>
                <c:pt idx="29">
                  <c:v>0.99592</c:v>
                </c:pt>
                <c:pt idx="30">
                  <c:v>1</c:v>
                </c:pt>
                <c:pt idx="31">
                  <c:v>0.99608</c:v>
                </c:pt>
                <c:pt idx="32">
                  <c:v>0.9847</c:v>
                </c:pt>
                <c:pt idx="33">
                  <c:v>0.96646</c:v>
                </c:pt>
                <c:pt idx="34">
                  <c:v>0.94202</c:v>
                </c:pt>
                <c:pt idx="35">
                  <c:v>0.91209</c:v>
                </c:pt>
                <c:pt idx="36">
                  <c:v>0.8774</c:v>
                </c:pt>
                <c:pt idx="37">
                  <c:v>0.83871</c:v>
                </c:pt>
                <c:pt idx="38">
                  <c:v>0.79674</c:v>
                </c:pt>
                <c:pt idx="39">
                  <c:v>0.75223</c:v>
                </c:pt>
                <c:pt idx="40">
                  <c:v>0.70587</c:v>
                </c:pt>
                <c:pt idx="41">
                  <c:v>0.65833</c:v>
                </c:pt>
                <c:pt idx="42">
                  <c:v>0.61023</c:v>
                </c:pt>
                <c:pt idx="43">
                  <c:v>0.56216</c:v>
                </c:pt>
                <c:pt idx="44">
                  <c:v>0.51463</c:v>
                </c:pt>
                <c:pt idx="45">
                  <c:v>0.46812</c:v>
                </c:pt>
                <c:pt idx="46">
                  <c:v>0.42305</c:v>
                </c:pt>
                <c:pt idx="47">
                  <c:v>0.37975</c:v>
                </c:pt>
                <c:pt idx="48">
                  <c:v>0.33854</c:v>
                </c:pt>
                <c:pt idx="49">
                  <c:v>0.29964</c:v>
                </c:pt>
                <c:pt idx="50">
                  <c:v>0.26325</c:v>
                </c:pt>
                <c:pt idx="51">
                  <c:v>0.22948</c:v>
                </c:pt>
                <c:pt idx="52">
                  <c:v>0.19842</c:v>
                </c:pt>
                <c:pt idx="53">
                  <c:v>0.17009</c:v>
                </c:pt>
                <c:pt idx="54">
                  <c:v>0.14449</c:v>
                </c:pt>
                <c:pt idx="55">
                  <c:v>0.12157</c:v>
                </c:pt>
                <c:pt idx="56">
                  <c:v>0.10123</c:v>
                </c:pt>
                <c:pt idx="57">
                  <c:v>0.08338</c:v>
                </c:pt>
                <c:pt idx="58">
                  <c:v>0.06786</c:v>
                </c:pt>
                <c:pt idx="59">
                  <c:v>0.05453</c:v>
                </c:pt>
                <c:pt idx="60">
                  <c:v>0.04321</c:v>
                </c:pt>
                <c:pt idx="61">
                  <c:v>0.03373</c:v>
                </c:pt>
                <c:pt idx="62">
                  <c:v>0.02589</c:v>
                </c:pt>
                <c:pt idx="63">
                  <c:v>0.01951</c:v>
                </c:pt>
                <c:pt idx="64">
                  <c:v>0.0144</c:v>
                </c:pt>
                <c:pt idx="65">
                  <c:v>0.01038</c:v>
                </c:pt>
                <c:pt idx="66">
                  <c:v>0.00729</c:v>
                </c:pt>
                <c:pt idx="67">
                  <c:v>0.00497</c:v>
                </c:pt>
                <c:pt idx="68">
                  <c:v>0.00328</c:v>
                </c:pt>
                <c:pt idx="69">
                  <c:v>0.00207</c:v>
                </c:pt>
                <c:pt idx="70">
                  <c:v>0.00125</c:v>
                </c:pt>
                <c:pt idx="71">
                  <c:v>0.00071</c:v>
                </c:pt>
                <c:pt idx="72">
                  <c:v>0.00038</c:v>
                </c:pt>
                <c:pt idx="73">
                  <c:v>0.00018</c:v>
                </c:pt>
                <c:pt idx="74">
                  <c:v>0.00008</c:v>
                </c:pt>
                <c:pt idx="75">
                  <c:v>0.00003</c:v>
                </c:pt>
                <c:pt idx="76">
                  <c:v>0.00001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0"/>
          <c:min val="5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Días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BETA_GENERAL α / β / 0 / 10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α=2, β=5</c:v>
                </c:pt>
              </c:strCache>
            </c:strRef>
          </c:tx>
          <c:spPr>
            <a:solidFill>
              <a:srgbClr val="FF6600"/>
            </a:solidFill>
            <a:ln w="3175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  <c:pt idx="50">
                  <c:v>5</c:v>
                </c:pt>
                <c:pt idx="51">
                  <c:v>5.1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8.2</c:v>
                </c:pt>
                <c:pt idx="83">
                  <c:v>8.3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8.7</c:v>
                </c:pt>
                <c:pt idx="88">
                  <c:v>8.8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9.2</c:v>
                </c:pt>
                <c:pt idx="93">
                  <c:v>9.3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9.7</c:v>
                </c:pt>
                <c:pt idx="98">
                  <c:v>9.8</c:v>
                </c:pt>
                <c:pt idx="99">
                  <c:v>9.9</c:v>
                </c:pt>
                <c:pt idx="100">
                  <c:v>10</c:v>
                </c:pt>
              </c:numCache>
            </c:numRef>
          </c:xVal>
          <c:yVal>
            <c:numRef>
              <c:f>Sheet1!$B$2:$B$102</c:f>
              <c:numCache>
                <c:formatCode>General</c:formatCode>
                <c:ptCount val="101"/>
                <c:pt idx="0">
                  <c:v>0</c:v>
                </c:pt>
                <c:pt idx="1">
                  <c:v>0.11726</c:v>
                </c:pt>
                <c:pt idx="2">
                  <c:v>0.22519</c:v>
                </c:pt>
                <c:pt idx="3">
                  <c:v>0.3242</c:v>
                </c:pt>
                <c:pt idx="4">
                  <c:v>0.41472</c:v>
                </c:pt>
                <c:pt idx="5">
                  <c:v>0.49714</c:v>
                </c:pt>
                <c:pt idx="6">
                  <c:v>0.57184</c:v>
                </c:pt>
                <c:pt idx="7">
                  <c:v>0.6392</c:v>
                </c:pt>
                <c:pt idx="8">
                  <c:v>0.6996</c:v>
                </c:pt>
                <c:pt idx="9">
                  <c:v>0.75339</c:v>
                </c:pt>
                <c:pt idx="10">
                  <c:v>0.8009</c:v>
                </c:pt>
                <c:pt idx="11">
                  <c:v>0.84249</c:v>
                </c:pt>
                <c:pt idx="12">
                  <c:v>0.87846</c:v>
                </c:pt>
                <c:pt idx="13">
                  <c:v>0.90914</c:v>
                </c:pt>
                <c:pt idx="14">
                  <c:v>0.93483</c:v>
                </c:pt>
                <c:pt idx="15">
                  <c:v>0.95582</c:v>
                </c:pt>
                <c:pt idx="16">
                  <c:v>0.9724</c:v>
                </c:pt>
                <c:pt idx="17">
                  <c:v>0.98485</c:v>
                </c:pt>
                <c:pt idx="18">
                  <c:v>0.99343</c:v>
                </c:pt>
                <c:pt idx="19">
                  <c:v>0.9984</c:v>
                </c:pt>
                <c:pt idx="20">
                  <c:v>1</c:v>
                </c:pt>
                <c:pt idx="21">
                  <c:v>0.99848</c:v>
                </c:pt>
                <c:pt idx="22">
                  <c:v>0.99406</c:v>
                </c:pt>
                <c:pt idx="23">
                  <c:v>0.98696</c:v>
                </c:pt>
                <c:pt idx="24">
                  <c:v>0.97741</c:v>
                </c:pt>
                <c:pt idx="25">
                  <c:v>0.9656</c:v>
                </c:pt>
                <c:pt idx="26">
                  <c:v>0.95172</c:v>
                </c:pt>
                <c:pt idx="27">
                  <c:v>0.93598</c:v>
                </c:pt>
                <c:pt idx="28">
                  <c:v>0.91854</c:v>
                </c:pt>
                <c:pt idx="29">
                  <c:v>0.89958</c:v>
                </c:pt>
                <c:pt idx="30">
                  <c:v>0.87927</c:v>
                </c:pt>
                <c:pt idx="31">
                  <c:v>0.85776</c:v>
                </c:pt>
                <c:pt idx="32">
                  <c:v>0.83521</c:v>
                </c:pt>
                <c:pt idx="33">
                  <c:v>0.81175</c:v>
                </c:pt>
                <c:pt idx="34">
                  <c:v>0.78753</c:v>
                </c:pt>
                <c:pt idx="35">
                  <c:v>0.76266</c:v>
                </c:pt>
                <c:pt idx="36">
                  <c:v>0.73728</c:v>
                </c:pt>
                <c:pt idx="37">
                  <c:v>0.7115</c:v>
                </c:pt>
                <c:pt idx="38">
                  <c:v>0.68543</c:v>
                </c:pt>
                <c:pt idx="39">
                  <c:v>0.65916</c:v>
                </c:pt>
                <c:pt idx="40">
                  <c:v>0.63281</c:v>
                </c:pt>
                <c:pt idx="41">
                  <c:v>0.60646</c:v>
                </c:pt>
                <c:pt idx="42">
                  <c:v>0.58019</c:v>
                </c:pt>
                <c:pt idx="43">
                  <c:v>0.55409</c:v>
                </c:pt>
                <c:pt idx="44">
                  <c:v>0.52822</c:v>
                </c:pt>
                <c:pt idx="45">
                  <c:v>0.50266</c:v>
                </c:pt>
                <c:pt idx="46">
                  <c:v>0.47747</c:v>
                </c:pt>
                <c:pt idx="47">
                  <c:v>0.4527</c:v>
                </c:pt>
                <c:pt idx="48">
                  <c:v>0.42841</c:v>
                </c:pt>
                <c:pt idx="49">
                  <c:v>0.40466</c:v>
                </c:pt>
                <c:pt idx="50">
                  <c:v>0.38147</c:v>
                </c:pt>
                <c:pt idx="51">
                  <c:v>0.35889</c:v>
                </c:pt>
                <c:pt idx="52">
                  <c:v>0.33696</c:v>
                </c:pt>
                <c:pt idx="53">
                  <c:v>0.3157</c:v>
                </c:pt>
                <c:pt idx="54">
                  <c:v>0.29514</c:v>
                </c:pt>
                <c:pt idx="55">
                  <c:v>0.27531</c:v>
                </c:pt>
                <c:pt idx="56">
                  <c:v>0.25622</c:v>
                </c:pt>
                <c:pt idx="57">
                  <c:v>0.23788</c:v>
                </c:pt>
                <c:pt idx="58">
                  <c:v>0.22031</c:v>
                </c:pt>
                <c:pt idx="59">
                  <c:v>0.20352</c:v>
                </c:pt>
                <c:pt idx="60">
                  <c:v>0.1875</c:v>
                </c:pt>
                <c:pt idx="61">
                  <c:v>0.17227</c:v>
                </c:pt>
                <c:pt idx="62">
                  <c:v>0.15781</c:v>
                </c:pt>
                <c:pt idx="63">
                  <c:v>0.14413</c:v>
                </c:pt>
                <c:pt idx="64">
                  <c:v>0.13122</c:v>
                </c:pt>
                <c:pt idx="65">
                  <c:v>0.11907</c:v>
                </c:pt>
                <c:pt idx="66">
                  <c:v>0.10766</c:v>
                </c:pt>
                <c:pt idx="67">
                  <c:v>0.09699</c:v>
                </c:pt>
                <c:pt idx="68">
                  <c:v>0.08704</c:v>
                </c:pt>
                <c:pt idx="69">
                  <c:v>0.07779</c:v>
                </c:pt>
                <c:pt idx="70">
                  <c:v>0.06921</c:v>
                </c:pt>
                <c:pt idx="71">
                  <c:v>0.0613</c:v>
                </c:pt>
                <c:pt idx="72">
                  <c:v>0.05402</c:v>
                </c:pt>
                <c:pt idx="73">
                  <c:v>0.04736</c:v>
                </c:pt>
                <c:pt idx="74">
                  <c:v>0.04128</c:v>
                </c:pt>
                <c:pt idx="75">
                  <c:v>0.03576</c:v>
                </c:pt>
                <c:pt idx="76">
                  <c:v>0.03078</c:v>
                </c:pt>
                <c:pt idx="77">
                  <c:v>0.0263</c:v>
                </c:pt>
                <c:pt idx="78">
                  <c:v>0.0223</c:v>
                </c:pt>
                <c:pt idx="79">
                  <c:v>0.01875</c:v>
                </c:pt>
                <c:pt idx="80">
                  <c:v>0.01562</c:v>
                </c:pt>
                <c:pt idx="81">
                  <c:v>0.01289</c:v>
                </c:pt>
                <c:pt idx="82">
                  <c:v>0.01051</c:v>
                </c:pt>
                <c:pt idx="83">
                  <c:v>0.00846</c:v>
                </c:pt>
                <c:pt idx="84">
                  <c:v>0.00672</c:v>
                </c:pt>
                <c:pt idx="85">
                  <c:v>0.00525</c:v>
                </c:pt>
                <c:pt idx="86">
                  <c:v>0.00403</c:v>
                </c:pt>
                <c:pt idx="87">
                  <c:v>0.00303</c:v>
                </c:pt>
                <c:pt idx="88">
                  <c:v>0.00223</c:v>
                </c:pt>
                <c:pt idx="89">
                  <c:v>0.00159</c:v>
                </c:pt>
                <c:pt idx="90">
                  <c:v>0.0011</c:v>
                </c:pt>
                <c:pt idx="91">
                  <c:v>0.00073</c:v>
                </c:pt>
                <c:pt idx="92">
                  <c:v>0.00046</c:v>
                </c:pt>
                <c:pt idx="93">
                  <c:v>0.00027</c:v>
                </c:pt>
                <c:pt idx="94">
                  <c:v>0.00015</c:v>
                </c:pt>
                <c:pt idx="95">
                  <c:v>0.00007</c:v>
                </c:pt>
                <c:pt idx="96">
                  <c:v>0.00003</c:v>
                </c:pt>
                <c:pt idx="97">
                  <c:v>0.00001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α=5, β=2</c:v>
                </c:pt>
              </c:strCache>
            </c:strRef>
          </c:tx>
          <c:spPr>
            <a:solidFill>
              <a:srgbClr val="0068FF"/>
            </a:solidFill>
            <a:ln w="31750" cap="flat">
              <a:solidFill>
                <a:srgbClr val="0068F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68FF"/>
              </a:solidFill>
              <a:ln w="9525" cap="flat">
                <a:solidFill>
                  <a:srgbClr val="0068FF"/>
                </a:solidFill>
                <a:prstDash val="solid"/>
                <a:round/>
              </a:ln>
              <a:effectLst/>
            </c:spPr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  <c:pt idx="50">
                  <c:v>5</c:v>
                </c:pt>
                <c:pt idx="51">
                  <c:v>5.1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8.2</c:v>
                </c:pt>
                <c:pt idx="83">
                  <c:v>8.3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8.7</c:v>
                </c:pt>
                <c:pt idx="88">
                  <c:v>8.8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9.2</c:v>
                </c:pt>
                <c:pt idx="93">
                  <c:v>9.3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9.7</c:v>
                </c:pt>
                <c:pt idx="98">
                  <c:v>9.8</c:v>
                </c:pt>
                <c:pt idx="99">
                  <c:v>9.9</c:v>
                </c:pt>
                <c:pt idx="100">
                  <c:v>10</c:v>
                </c:pt>
              </c:numCache>
            </c:numRef>
          </c:xVal>
          <c:yVal>
            <c:numRef>
              <c:f>Sheet1!$C$2:$C$102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0.00001</c:v>
                </c:pt>
                <c:pt idx="4">
                  <c:v>0.00003</c:v>
                </c:pt>
                <c:pt idx="5">
                  <c:v>0.00007</c:v>
                </c:pt>
                <c:pt idx="6">
                  <c:v>0.00015</c:v>
                </c:pt>
                <c:pt idx="7">
                  <c:v>0.00027</c:v>
                </c:pt>
                <c:pt idx="8">
                  <c:v>0.00046</c:v>
                </c:pt>
                <c:pt idx="9">
                  <c:v>0.00073</c:v>
                </c:pt>
                <c:pt idx="10">
                  <c:v>0.0011</c:v>
                </c:pt>
                <c:pt idx="11">
                  <c:v>0.00159</c:v>
                </c:pt>
                <c:pt idx="12">
                  <c:v>0.00223</c:v>
                </c:pt>
                <c:pt idx="13">
                  <c:v>0.00303</c:v>
                </c:pt>
                <c:pt idx="14">
                  <c:v>0.00403</c:v>
                </c:pt>
                <c:pt idx="15">
                  <c:v>0.00525</c:v>
                </c:pt>
                <c:pt idx="16">
                  <c:v>0.00672</c:v>
                </c:pt>
                <c:pt idx="17">
                  <c:v>0.00846</c:v>
                </c:pt>
                <c:pt idx="18">
                  <c:v>0.01051</c:v>
                </c:pt>
                <c:pt idx="19">
                  <c:v>0.01289</c:v>
                </c:pt>
                <c:pt idx="20">
                  <c:v>0.01563</c:v>
                </c:pt>
                <c:pt idx="21">
                  <c:v>0.01875</c:v>
                </c:pt>
                <c:pt idx="22">
                  <c:v>0.0223</c:v>
                </c:pt>
                <c:pt idx="23">
                  <c:v>0.0263</c:v>
                </c:pt>
                <c:pt idx="24">
                  <c:v>0.03078</c:v>
                </c:pt>
                <c:pt idx="25">
                  <c:v>0.03576</c:v>
                </c:pt>
                <c:pt idx="26">
                  <c:v>0.04128</c:v>
                </c:pt>
                <c:pt idx="27">
                  <c:v>0.04736</c:v>
                </c:pt>
                <c:pt idx="28">
                  <c:v>0.05402</c:v>
                </c:pt>
                <c:pt idx="29">
                  <c:v>0.0613</c:v>
                </c:pt>
                <c:pt idx="30">
                  <c:v>0.06921</c:v>
                </c:pt>
                <c:pt idx="31">
                  <c:v>0.07779</c:v>
                </c:pt>
                <c:pt idx="32">
                  <c:v>0.08704</c:v>
                </c:pt>
                <c:pt idx="33">
                  <c:v>0.09699</c:v>
                </c:pt>
                <c:pt idx="34">
                  <c:v>0.10766</c:v>
                </c:pt>
                <c:pt idx="35">
                  <c:v>0.11907</c:v>
                </c:pt>
                <c:pt idx="36">
                  <c:v>0.13122</c:v>
                </c:pt>
                <c:pt idx="37">
                  <c:v>0.14413</c:v>
                </c:pt>
                <c:pt idx="38">
                  <c:v>0.15781</c:v>
                </c:pt>
                <c:pt idx="39">
                  <c:v>0.17227</c:v>
                </c:pt>
                <c:pt idx="40">
                  <c:v>0.1875</c:v>
                </c:pt>
                <c:pt idx="41">
                  <c:v>0.20352</c:v>
                </c:pt>
                <c:pt idx="42">
                  <c:v>0.22031</c:v>
                </c:pt>
                <c:pt idx="43">
                  <c:v>0.23788</c:v>
                </c:pt>
                <c:pt idx="44">
                  <c:v>0.25622</c:v>
                </c:pt>
                <c:pt idx="45">
                  <c:v>0.27531</c:v>
                </c:pt>
                <c:pt idx="46">
                  <c:v>0.29514</c:v>
                </c:pt>
                <c:pt idx="47">
                  <c:v>0.3157</c:v>
                </c:pt>
                <c:pt idx="48">
                  <c:v>0.33696</c:v>
                </c:pt>
                <c:pt idx="49">
                  <c:v>0.35889</c:v>
                </c:pt>
                <c:pt idx="50">
                  <c:v>0.38147</c:v>
                </c:pt>
                <c:pt idx="51">
                  <c:v>0.40466</c:v>
                </c:pt>
                <c:pt idx="52">
                  <c:v>0.42841</c:v>
                </c:pt>
                <c:pt idx="53">
                  <c:v>0.4527</c:v>
                </c:pt>
                <c:pt idx="54">
                  <c:v>0.47747</c:v>
                </c:pt>
                <c:pt idx="55">
                  <c:v>0.50266</c:v>
                </c:pt>
                <c:pt idx="56">
                  <c:v>0.52822</c:v>
                </c:pt>
                <c:pt idx="57">
                  <c:v>0.55409</c:v>
                </c:pt>
                <c:pt idx="58">
                  <c:v>0.58019</c:v>
                </c:pt>
                <c:pt idx="59">
                  <c:v>0.60646</c:v>
                </c:pt>
                <c:pt idx="60">
                  <c:v>0.63281</c:v>
                </c:pt>
                <c:pt idx="61">
                  <c:v>0.65916</c:v>
                </c:pt>
                <c:pt idx="62">
                  <c:v>0.68543</c:v>
                </c:pt>
                <c:pt idx="63">
                  <c:v>0.7115</c:v>
                </c:pt>
                <c:pt idx="64">
                  <c:v>0.73728</c:v>
                </c:pt>
                <c:pt idx="65">
                  <c:v>0.76266</c:v>
                </c:pt>
                <c:pt idx="66">
                  <c:v>0.78753</c:v>
                </c:pt>
                <c:pt idx="67">
                  <c:v>0.81175</c:v>
                </c:pt>
                <c:pt idx="68">
                  <c:v>0.83521</c:v>
                </c:pt>
                <c:pt idx="69">
                  <c:v>0.85776</c:v>
                </c:pt>
                <c:pt idx="70">
                  <c:v>0.87927</c:v>
                </c:pt>
                <c:pt idx="71">
                  <c:v>0.89958</c:v>
                </c:pt>
                <c:pt idx="72">
                  <c:v>0.91854</c:v>
                </c:pt>
                <c:pt idx="73">
                  <c:v>0.93598</c:v>
                </c:pt>
                <c:pt idx="74">
                  <c:v>0.95172</c:v>
                </c:pt>
                <c:pt idx="75">
                  <c:v>0.9656</c:v>
                </c:pt>
                <c:pt idx="76">
                  <c:v>0.97741</c:v>
                </c:pt>
                <c:pt idx="77">
                  <c:v>0.98696</c:v>
                </c:pt>
                <c:pt idx="78">
                  <c:v>0.99406</c:v>
                </c:pt>
                <c:pt idx="79">
                  <c:v>0.99848</c:v>
                </c:pt>
                <c:pt idx="80">
                  <c:v>1</c:v>
                </c:pt>
                <c:pt idx="81">
                  <c:v>0.9984</c:v>
                </c:pt>
                <c:pt idx="82">
                  <c:v>0.99343</c:v>
                </c:pt>
                <c:pt idx="83">
                  <c:v>0.98485</c:v>
                </c:pt>
                <c:pt idx="84">
                  <c:v>0.9724</c:v>
                </c:pt>
                <c:pt idx="85">
                  <c:v>0.95582</c:v>
                </c:pt>
                <c:pt idx="86">
                  <c:v>0.93483</c:v>
                </c:pt>
                <c:pt idx="87">
                  <c:v>0.90914</c:v>
                </c:pt>
                <c:pt idx="88">
                  <c:v>0.87846</c:v>
                </c:pt>
                <c:pt idx="89">
                  <c:v>0.84249</c:v>
                </c:pt>
                <c:pt idx="90">
                  <c:v>0.8009</c:v>
                </c:pt>
                <c:pt idx="91">
                  <c:v>0.75339</c:v>
                </c:pt>
                <c:pt idx="92">
                  <c:v>0.6996</c:v>
                </c:pt>
                <c:pt idx="93">
                  <c:v>0.6392</c:v>
                </c:pt>
                <c:pt idx="94">
                  <c:v>0.57184</c:v>
                </c:pt>
                <c:pt idx="95">
                  <c:v>0.49714</c:v>
                </c:pt>
                <c:pt idx="96">
                  <c:v>0.41472</c:v>
                </c:pt>
                <c:pt idx="97">
                  <c:v>0.3242</c:v>
                </c:pt>
                <c:pt idx="98">
                  <c:v>0.22519</c:v>
                </c:pt>
                <c:pt idx="99">
                  <c:v>0.11726</c:v>
                </c:pt>
                <c:pt idx="100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α=β=2</c:v>
                </c:pt>
              </c:strCache>
            </c:strRef>
          </c:tx>
          <c:spPr>
            <a:solidFill>
              <a:srgbClr val="333333"/>
            </a:solidFill>
            <a:ln w="3175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  <c:pt idx="50">
                  <c:v>5</c:v>
                </c:pt>
                <c:pt idx="51">
                  <c:v>5.1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8.2</c:v>
                </c:pt>
                <c:pt idx="83">
                  <c:v>8.3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8.7</c:v>
                </c:pt>
                <c:pt idx="88">
                  <c:v>8.8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9.2</c:v>
                </c:pt>
                <c:pt idx="93">
                  <c:v>9.3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9.7</c:v>
                </c:pt>
                <c:pt idx="98">
                  <c:v>9.8</c:v>
                </c:pt>
                <c:pt idx="99">
                  <c:v>9.9</c:v>
                </c:pt>
                <c:pt idx="100">
                  <c:v>10</c:v>
                </c:pt>
              </c:numCache>
            </c:numRef>
          </c:xVal>
          <c:yVal>
            <c:numRef>
              <c:f>Sheet1!$D$2:$D$102</c:f>
              <c:numCache>
                <c:formatCode>General</c:formatCode>
                <c:ptCount val="101"/>
                <c:pt idx="0">
                  <c:v>0</c:v>
                </c:pt>
                <c:pt idx="1">
                  <c:v>0.02417</c:v>
                </c:pt>
                <c:pt idx="2">
                  <c:v>0.04785</c:v>
                </c:pt>
                <c:pt idx="3">
                  <c:v>0.07104</c:v>
                </c:pt>
                <c:pt idx="4">
                  <c:v>0.09375</c:v>
                </c:pt>
                <c:pt idx="5">
                  <c:v>0.11597</c:v>
                </c:pt>
                <c:pt idx="6">
                  <c:v>0.1377</c:v>
                </c:pt>
                <c:pt idx="7">
                  <c:v>0.15894</c:v>
                </c:pt>
                <c:pt idx="8">
                  <c:v>0.17969</c:v>
                </c:pt>
                <c:pt idx="9">
                  <c:v>0.19995</c:v>
                </c:pt>
                <c:pt idx="10">
                  <c:v>0.21973</c:v>
                </c:pt>
                <c:pt idx="11">
                  <c:v>0.23901</c:v>
                </c:pt>
                <c:pt idx="12">
                  <c:v>0.25781</c:v>
                </c:pt>
                <c:pt idx="13">
                  <c:v>0.27612</c:v>
                </c:pt>
                <c:pt idx="14">
                  <c:v>0.29395</c:v>
                </c:pt>
                <c:pt idx="15">
                  <c:v>0.31128</c:v>
                </c:pt>
                <c:pt idx="16">
                  <c:v>0.32812</c:v>
                </c:pt>
                <c:pt idx="17">
                  <c:v>0.34448</c:v>
                </c:pt>
                <c:pt idx="18">
                  <c:v>0.36035</c:v>
                </c:pt>
                <c:pt idx="19">
                  <c:v>0.37573</c:v>
                </c:pt>
                <c:pt idx="20">
                  <c:v>0.39062</c:v>
                </c:pt>
                <c:pt idx="21">
                  <c:v>0.40503</c:v>
                </c:pt>
                <c:pt idx="22">
                  <c:v>0.41895</c:v>
                </c:pt>
                <c:pt idx="23">
                  <c:v>0.43237</c:v>
                </c:pt>
                <c:pt idx="24">
                  <c:v>0.44531</c:v>
                </c:pt>
                <c:pt idx="25">
                  <c:v>0.45776</c:v>
                </c:pt>
                <c:pt idx="26">
                  <c:v>0.46973</c:v>
                </c:pt>
                <c:pt idx="27">
                  <c:v>0.4812</c:v>
                </c:pt>
                <c:pt idx="28">
                  <c:v>0.49219</c:v>
                </c:pt>
                <c:pt idx="29">
                  <c:v>0.50269</c:v>
                </c:pt>
                <c:pt idx="30">
                  <c:v>0.5127</c:v>
                </c:pt>
                <c:pt idx="31">
                  <c:v>0.52222</c:v>
                </c:pt>
                <c:pt idx="32">
                  <c:v>0.53125</c:v>
                </c:pt>
                <c:pt idx="33">
                  <c:v>0.53979</c:v>
                </c:pt>
                <c:pt idx="34">
                  <c:v>0.54785</c:v>
                </c:pt>
                <c:pt idx="35">
                  <c:v>0.55542</c:v>
                </c:pt>
                <c:pt idx="36">
                  <c:v>0.5625</c:v>
                </c:pt>
                <c:pt idx="37">
                  <c:v>0.56909</c:v>
                </c:pt>
                <c:pt idx="38">
                  <c:v>0.5752</c:v>
                </c:pt>
                <c:pt idx="39">
                  <c:v>0.58081</c:v>
                </c:pt>
                <c:pt idx="40">
                  <c:v>0.58594</c:v>
                </c:pt>
                <c:pt idx="41">
                  <c:v>0.59058</c:v>
                </c:pt>
                <c:pt idx="42">
                  <c:v>0.59473</c:v>
                </c:pt>
                <c:pt idx="43">
                  <c:v>0.59839</c:v>
                </c:pt>
                <c:pt idx="44">
                  <c:v>0.60156</c:v>
                </c:pt>
                <c:pt idx="45">
                  <c:v>0.60425</c:v>
                </c:pt>
                <c:pt idx="46">
                  <c:v>0.60645</c:v>
                </c:pt>
                <c:pt idx="47">
                  <c:v>0.60815</c:v>
                </c:pt>
                <c:pt idx="48">
                  <c:v>0.60937</c:v>
                </c:pt>
                <c:pt idx="49">
                  <c:v>0.61011</c:v>
                </c:pt>
                <c:pt idx="50">
                  <c:v>0.61035</c:v>
                </c:pt>
                <c:pt idx="51">
                  <c:v>0.61011</c:v>
                </c:pt>
                <c:pt idx="52">
                  <c:v>0.60937</c:v>
                </c:pt>
                <c:pt idx="53">
                  <c:v>0.60815</c:v>
                </c:pt>
                <c:pt idx="54">
                  <c:v>0.60645</c:v>
                </c:pt>
                <c:pt idx="55">
                  <c:v>0.60425</c:v>
                </c:pt>
                <c:pt idx="56">
                  <c:v>0.60156</c:v>
                </c:pt>
                <c:pt idx="57">
                  <c:v>0.59839</c:v>
                </c:pt>
                <c:pt idx="58">
                  <c:v>0.59473</c:v>
                </c:pt>
                <c:pt idx="59">
                  <c:v>0.59058</c:v>
                </c:pt>
                <c:pt idx="60">
                  <c:v>0.58594</c:v>
                </c:pt>
                <c:pt idx="61">
                  <c:v>0.58081</c:v>
                </c:pt>
                <c:pt idx="62">
                  <c:v>0.5752</c:v>
                </c:pt>
                <c:pt idx="63">
                  <c:v>0.56909</c:v>
                </c:pt>
                <c:pt idx="64">
                  <c:v>0.5625</c:v>
                </c:pt>
                <c:pt idx="65">
                  <c:v>0.55542</c:v>
                </c:pt>
                <c:pt idx="66">
                  <c:v>0.54785</c:v>
                </c:pt>
                <c:pt idx="67">
                  <c:v>0.53979</c:v>
                </c:pt>
                <c:pt idx="68">
                  <c:v>0.53125</c:v>
                </c:pt>
                <c:pt idx="69">
                  <c:v>0.52222</c:v>
                </c:pt>
                <c:pt idx="70">
                  <c:v>0.5127</c:v>
                </c:pt>
                <c:pt idx="71">
                  <c:v>0.50269</c:v>
                </c:pt>
                <c:pt idx="72">
                  <c:v>0.49219</c:v>
                </c:pt>
                <c:pt idx="73">
                  <c:v>0.4812</c:v>
                </c:pt>
                <c:pt idx="74">
                  <c:v>0.46973</c:v>
                </c:pt>
                <c:pt idx="75">
                  <c:v>0.45776</c:v>
                </c:pt>
                <c:pt idx="76">
                  <c:v>0.44531</c:v>
                </c:pt>
                <c:pt idx="77">
                  <c:v>0.43237</c:v>
                </c:pt>
                <c:pt idx="78">
                  <c:v>0.41895</c:v>
                </c:pt>
                <c:pt idx="79">
                  <c:v>0.40503</c:v>
                </c:pt>
                <c:pt idx="80">
                  <c:v>0.39062</c:v>
                </c:pt>
                <c:pt idx="81">
                  <c:v>0.37573</c:v>
                </c:pt>
                <c:pt idx="82">
                  <c:v>0.36035</c:v>
                </c:pt>
                <c:pt idx="83">
                  <c:v>0.34448</c:v>
                </c:pt>
                <c:pt idx="84">
                  <c:v>0.32812</c:v>
                </c:pt>
                <c:pt idx="85">
                  <c:v>0.31128</c:v>
                </c:pt>
                <c:pt idx="86">
                  <c:v>0.29395</c:v>
                </c:pt>
                <c:pt idx="87">
                  <c:v>0.27612</c:v>
                </c:pt>
                <c:pt idx="88">
                  <c:v>0.25781</c:v>
                </c:pt>
                <c:pt idx="89">
                  <c:v>0.23901</c:v>
                </c:pt>
                <c:pt idx="90">
                  <c:v>0.21973</c:v>
                </c:pt>
                <c:pt idx="91">
                  <c:v>0.19995</c:v>
                </c:pt>
                <c:pt idx="92">
                  <c:v>0.17969</c:v>
                </c:pt>
                <c:pt idx="93">
                  <c:v>0.15894</c:v>
                </c:pt>
                <c:pt idx="94">
                  <c:v>0.1377</c:v>
                </c:pt>
                <c:pt idx="95">
                  <c:v>0.11597</c:v>
                </c:pt>
                <c:pt idx="96">
                  <c:v>0.09375</c:v>
                </c:pt>
                <c:pt idx="97">
                  <c:v>0.07104</c:v>
                </c:pt>
                <c:pt idx="98">
                  <c:v>0.04785</c:v>
                </c:pt>
                <c:pt idx="99">
                  <c:v>0.02417</c:v>
                </c:pt>
                <c:pt idx="100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% de desperdicio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DISCRETA: penalidad por escenarios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Probabilidad</c:v>
                </c:pt>
              </c:strCache>
            </c:strRef>
          </c:tx>
          <c:spPr>
            <a:solidFill>
              <a:srgbClr val="FF660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S/ 0</c:v>
                  </c:pt>
                  <c:pt idx="1">
                    <c:v>S/ 150 000</c:v>
                  </c:pt>
                  <c:pt idx="2">
                    <c:v>S/ 400 000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0.3</c:v>
                </c:pt>
                <c:pt idx="2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UNIFORME 10 / 40 días: todos igual de probables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UNIFORME 10 / 40</c:v>
                </c:pt>
              </c:strCache>
            </c:strRef>
          </c:tx>
          <c:spPr>
            <a:solidFill>
              <a:srgbClr val="0068FF"/>
            </a:solidFill>
            <a:ln w="31750" cap="flat">
              <a:solidFill>
                <a:srgbClr val="0068F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68FF"/>
              </a:solidFill>
              <a:ln w="9525" cap="flat">
                <a:solidFill>
                  <a:srgbClr val="0068FF"/>
                </a:solidFill>
                <a:prstDash val="solid"/>
                <a:round/>
              </a:ln>
              <a:effectLst/>
            </c:spPr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  <c:pt idx="10">
                  <c:v>5</c:v>
                </c:pt>
                <c:pt idx="11">
                  <c:v>5.5</c:v>
                </c:pt>
                <c:pt idx="12">
                  <c:v>6</c:v>
                </c:pt>
                <c:pt idx="13">
                  <c:v>6.5</c:v>
                </c:pt>
                <c:pt idx="14">
                  <c:v>7</c:v>
                </c:pt>
                <c:pt idx="15">
                  <c:v>7.5</c:v>
                </c:pt>
                <c:pt idx="16">
                  <c:v>8</c:v>
                </c:pt>
                <c:pt idx="17">
                  <c:v>8.5</c:v>
                </c:pt>
                <c:pt idx="18">
                  <c:v>9</c:v>
                </c:pt>
                <c:pt idx="19">
                  <c:v>9.5</c:v>
                </c:pt>
                <c:pt idx="20">
                  <c:v>10</c:v>
                </c:pt>
                <c:pt idx="21">
                  <c:v>10.5</c:v>
                </c:pt>
                <c:pt idx="22">
                  <c:v>11</c:v>
                </c:pt>
                <c:pt idx="23">
                  <c:v>11.5</c:v>
                </c:pt>
                <c:pt idx="24">
                  <c:v>12</c:v>
                </c:pt>
                <c:pt idx="25">
                  <c:v>12.5</c:v>
                </c:pt>
                <c:pt idx="26">
                  <c:v>13</c:v>
                </c:pt>
                <c:pt idx="27">
                  <c:v>13.5</c:v>
                </c:pt>
                <c:pt idx="28">
                  <c:v>14</c:v>
                </c:pt>
                <c:pt idx="29">
                  <c:v>14.5</c:v>
                </c:pt>
                <c:pt idx="30">
                  <c:v>15</c:v>
                </c:pt>
                <c:pt idx="31">
                  <c:v>15.5</c:v>
                </c:pt>
                <c:pt idx="32">
                  <c:v>16</c:v>
                </c:pt>
                <c:pt idx="33">
                  <c:v>16.5</c:v>
                </c:pt>
                <c:pt idx="34">
                  <c:v>17</c:v>
                </c:pt>
                <c:pt idx="35">
                  <c:v>17.5</c:v>
                </c:pt>
                <c:pt idx="36">
                  <c:v>18</c:v>
                </c:pt>
                <c:pt idx="37">
                  <c:v>18.5</c:v>
                </c:pt>
                <c:pt idx="38">
                  <c:v>19</c:v>
                </c:pt>
                <c:pt idx="39">
                  <c:v>19.5</c:v>
                </c:pt>
                <c:pt idx="40">
                  <c:v>20</c:v>
                </c:pt>
                <c:pt idx="41">
                  <c:v>20.5</c:v>
                </c:pt>
                <c:pt idx="42">
                  <c:v>21</c:v>
                </c:pt>
                <c:pt idx="43">
                  <c:v>21.5</c:v>
                </c:pt>
                <c:pt idx="44">
                  <c:v>22</c:v>
                </c:pt>
                <c:pt idx="45">
                  <c:v>22.5</c:v>
                </c:pt>
                <c:pt idx="46">
                  <c:v>23</c:v>
                </c:pt>
                <c:pt idx="47">
                  <c:v>23.5</c:v>
                </c:pt>
                <c:pt idx="48">
                  <c:v>24</c:v>
                </c:pt>
                <c:pt idx="49">
                  <c:v>24.5</c:v>
                </c:pt>
                <c:pt idx="50">
                  <c:v>25</c:v>
                </c:pt>
                <c:pt idx="51">
                  <c:v>25.5</c:v>
                </c:pt>
                <c:pt idx="52">
                  <c:v>26</c:v>
                </c:pt>
                <c:pt idx="53">
                  <c:v>26.5</c:v>
                </c:pt>
                <c:pt idx="54">
                  <c:v>27</c:v>
                </c:pt>
                <c:pt idx="55">
                  <c:v>27.5</c:v>
                </c:pt>
                <c:pt idx="56">
                  <c:v>28</c:v>
                </c:pt>
                <c:pt idx="57">
                  <c:v>28.5</c:v>
                </c:pt>
                <c:pt idx="58">
                  <c:v>29</c:v>
                </c:pt>
                <c:pt idx="59">
                  <c:v>29.5</c:v>
                </c:pt>
                <c:pt idx="60">
                  <c:v>30</c:v>
                </c:pt>
                <c:pt idx="61">
                  <c:v>30.5</c:v>
                </c:pt>
                <c:pt idx="62">
                  <c:v>31</c:v>
                </c:pt>
                <c:pt idx="63">
                  <c:v>31.5</c:v>
                </c:pt>
                <c:pt idx="64">
                  <c:v>32</c:v>
                </c:pt>
                <c:pt idx="65">
                  <c:v>32.5</c:v>
                </c:pt>
                <c:pt idx="66">
                  <c:v>33</c:v>
                </c:pt>
                <c:pt idx="67">
                  <c:v>33.5</c:v>
                </c:pt>
                <c:pt idx="68">
                  <c:v>34</c:v>
                </c:pt>
                <c:pt idx="69">
                  <c:v>34.5</c:v>
                </c:pt>
                <c:pt idx="70">
                  <c:v>35</c:v>
                </c:pt>
                <c:pt idx="71">
                  <c:v>35.5</c:v>
                </c:pt>
                <c:pt idx="72">
                  <c:v>36</c:v>
                </c:pt>
                <c:pt idx="73">
                  <c:v>36.5</c:v>
                </c:pt>
                <c:pt idx="74">
                  <c:v>37</c:v>
                </c:pt>
                <c:pt idx="75">
                  <c:v>37.5</c:v>
                </c:pt>
                <c:pt idx="76">
                  <c:v>38</c:v>
                </c:pt>
                <c:pt idx="77">
                  <c:v>38.5</c:v>
                </c:pt>
                <c:pt idx="78">
                  <c:v>39</c:v>
                </c:pt>
                <c:pt idx="79">
                  <c:v>39.5</c:v>
                </c:pt>
                <c:pt idx="80">
                  <c:v>40</c:v>
                </c:pt>
                <c:pt idx="81">
                  <c:v>40.5</c:v>
                </c:pt>
                <c:pt idx="82">
                  <c:v>41</c:v>
                </c:pt>
                <c:pt idx="83">
                  <c:v>41.5</c:v>
                </c:pt>
                <c:pt idx="84">
                  <c:v>42</c:v>
                </c:pt>
                <c:pt idx="85">
                  <c:v>42.5</c:v>
                </c:pt>
                <c:pt idx="86">
                  <c:v>43</c:v>
                </c:pt>
                <c:pt idx="87">
                  <c:v>43.5</c:v>
                </c:pt>
                <c:pt idx="88">
                  <c:v>44</c:v>
                </c:pt>
                <c:pt idx="89">
                  <c:v>44.5</c:v>
                </c:pt>
                <c:pt idx="90">
                  <c:v>45</c:v>
                </c:pt>
                <c:pt idx="91">
                  <c:v>45.5</c:v>
                </c:pt>
                <c:pt idx="92">
                  <c:v>46</c:v>
                </c:pt>
                <c:pt idx="93">
                  <c:v>46.5</c:v>
                </c:pt>
                <c:pt idx="94">
                  <c:v>47</c:v>
                </c:pt>
                <c:pt idx="95">
                  <c:v>47.5</c:v>
                </c:pt>
                <c:pt idx="96">
                  <c:v>48</c:v>
                </c:pt>
                <c:pt idx="97">
                  <c:v>48.5</c:v>
                </c:pt>
                <c:pt idx="98">
                  <c:v>49</c:v>
                </c:pt>
                <c:pt idx="99">
                  <c:v>49.5</c:v>
                </c:pt>
                <c:pt idx="100">
                  <c:v>50</c:v>
                </c:pt>
              </c:numCache>
            </c:numRef>
          </c:xVal>
          <c:yVal>
            <c:numRef>
              <c:f>Sheet1!$B$2:$B$102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Días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0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50 000 / 25 000</c:v>
                </c:pt>
              </c:strCache>
            </c:strRef>
          </c:tx>
          <c:spPr>
            <a:solidFill>
              <a:srgbClr val="FF6600"/>
            </a:solidFill>
            <a:ln w="3175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xVal>
            <c:numRef>
              <c:f>Sheet1!$A$2:$A$182</c:f>
              <c:numCache>
                <c:formatCode>General</c:formatCode>
                <c:ptCount val="181"/>
                <c:pt idx="0">
                  <c:v>-40</c:v>
                </c:pt>
                <c:pt idx="1">
                  <c:v>-39</c:v>
                </c:pt>
                <c:pt idx="2">
                  <c:v>-38</c:v>
                </c:pt>
                <c:pt idx="3">
                  <c:v>-37</c:v>
                </c:pt>
                <c:pt idx="4">
                  <c:v>-36</c:v>
                </c:pt>
                <c:pt idx="5">
                  <c:v>-35</c:v>
                </c:pt>
                <c:pt idx="6">
                  <c:v>-34</c:v>
                </c:pt>
                <c:pt idx="7">
                  <c:v>-33</c:v>
                </c:pt>
                <c:pt idx="8">
                  <c:v>-32</c:v>
                </c:pt>
                <c:pt idx="9">
                  <c:v>-31</c:v>
                </c:pt>
                <c:pt idx="10">
                  <c:v>-30</c:v>
                </c:pt>
                <c:pt idx="11">
                  <c:v>-29</c:v>
                </c:pt>
                <c:pt idx="12">
                  <c:v>-28</c:v>
                </c:pt>
                <c:pt idx="13">
                  <c:v>-27</c:v>
                </c:pt>
                <c:pt idx="14">
                  <c:v>-26</c:v>
                </c:pt>
                <c:pt idx="15">
                  <c:v>-25</c:v>
                </c:pt>
                <c:pt idx="16">
                  <c:v>-24</c:v>
                </c:pt>
                <c:pt idx="17">
                  <c:v>-23</c:v>
                </c:pt>
                <c:pt idx="18">
                  <c:v>-22</c:v>
                </c:pt>
                <c:pt idx="19">
                  <c:v>-21</c:v>
                </c:pt>
                <c:pt idx="20">
                  <c:v>-20</c:v>
                </c:pt>
                <c:pt idx="21">
                  <c:v>-19</c:v>
                </c:pt>
                <c:pt idx="22">
                  <c:v>-18</c:v>
                </c:pt>
                <c:pt idx="23">
                  <c:v>-17</c:v>
                </c:pt>
                <c:pt idx="24">
                  <c:v>-16</c:v>
                </c:pt>
                <c:pt idx="25">
                  <c:v>-15</c:v>
                </c:pt>
                <c:pt idx="26">
                  <c:v>-14</c:v>
                </c:pt>
                <c:pt idx="27">
                  <c:v>-13</c:v>
                </c:pt>
                <c:pt idx="28">
                  <c:v>-12</c:v>
                </c:pt>
                <c:pt idx="29">
                  <c:v>-11</c:v>
                </c:pt>
                <c:pt idx="30">
                  <c:v>-10</c:v>
                </c:pt>
                <c:pt idx="31">
                  <c:v>-9</c:v>
                </c:pt>
                <c:pt idx="32">
                  <c:v>-8</c:v>
                </c:pt>
                <c:pt idx="33">
                  <c:v>-7</c:v>
                </c:pt>
                <c:pt idx="34">
                  <c:v>-6</c:v>
                </c:pt>
                <c:pt idx="35">
                  <c:v>-5</c:v>
                </c:pt>
                <c:pt idx="36">
                  <c:v>-4</c:v>
                </c:pt>
                <c:pt idx="37">
                  <c:v>-3</c:v>
                </c:pt>
                <c:pt idx="38">
                  <c:v>-2</c:v>
                </c:pt>
                <c:pt idx="39">
                  <c:v>-1</c:v>
                </c:pt>
                <c:pt idx="40">
                  <c:v>0</c:v>
                </c:pt>
                <c:pt idx="41">
                  <c:v>1</c:v>
                </c:pt>
                <c:pt idx="42">
                  <c:v>2</c:v>
                </c:pt>
                <c:pt idx="43">
                  <c:v>3</c:v>
                </c:pt>
                <c:pt idx="44">
                  <c:v>4</c:v>
                </c:pt>
                <c:pt idx="45">
                  <c:v>5</c:v>
                </c:pt>
                <c:pt idx="46">
                  <c:v>6</c:v>
                </c:pt>
                <c:pt idx="47">
                  <c:v>7</c:v>
                </c:pt>
                <c:pt idx="48">
                  <c:v>8</c:v>
                </c:pt>
                <c:pt idx="49">
                  <c:v>9</c:v>
                </c:pt>
                <c:pt idx="50">
                  <c:v>10</c:v>
                </c:pt>
                <c:pt idx="51">
                  <c:v>11</c:v>
                </c:pt>
                <c:pt idx="52">
                  <c:v>12</c:v>
                </c:pt>
                <c:pt idx="53">
                  <c:v>13</c:v>
                </c:pt>
                <c:pt idx="54">
                  <c:v>14</c:v>
                </c:pt>
                <c:pt idx="55">
                  <c:v>15</c:v>
                </c:pt>
                <c:pt idx="56">
                  <c:v>16</c:v>
                </c:pt>
                <c:pt idx="57">
                  <c:v>17</c:v>
                </c:pt>
                <c:pt idx="58">
                  <c:v>18</c:v>
                </c:pt>
                <c:pt idx="59">
                  <c:v>19</c:v>
                </c:pt>
                <c:pt idx="60">
                  <c:v>20</c:v>
                </c:pt>
                <c:pt idx="61">
                  <c:v>21</c:v>
                </c:pt>
                <c:pt idx="62">
                  <c:v>22</c:v>
                </c:pt>
                <c:pt idx="63">
                  <c:v>23</c:v>
                </c:pt>
                <c:pt idx="64">
                  <c:v>24</c:v>
                </c:pt>
                <c:pt idx="65">
                  <c:v>25</c:v>
                </c:pt>
                <c:pt idx="66">
                  <c:v>26</c:v>
                </c:pt>
                <c:pt idx="67">
                  <c:v>27</c:v>
                </c:pt>
                <c:pt idx="68">
                  <c:v>28</c:v>
                </c:pt>
                <c:pt idx="69">
                  <c:v>29</c:v>
                </c:pt>
                <c:pt idx="70">
                  <c:v>30</c:v>
                </c:pt>
                <c:pt idx="71">
                  <c:v>31</c:v>
                </c:pt>
                <c:pt idx="72">
                  <c:v>32</c:v>
                </c:pt>
                <c:pt idx="73">
                  <c:v>33</c:v>
                </c:pt>
                <c:pt idx="74">
                  <c:v>34</c:v>
                </c:pt>
                <c:pt idx="75">
                  <c:v>35</c:v>
                </c:pt>
                <c:pt idx="76">
                  <c:v>36</c:v>
                </c:pt>
                <c:pt idx="77">
                  <c:v>37</c:v>
                </c:pt>
                <c:pt idx="78">
                  <c:v>38</c:v>
                </c:pt>
                <c:pt idx="79">
                  <c:v>39</c:v>
                </c:pt>
                <c:pt idx="80">
                  <c:v>40</c:v>
                </c:pt>
                <c:pt idx="81">
                  <c:v>41</c:v>
                </c:pt>
                <c:pt idx="82">
                  <c:v>42</c:v>
                </c:pt>
                <c:pt idx="83">
                  <c:v>43</c:v>
                </c:pt>
                <c:pt idx="84">
                  <c:v>44</c:v>
                </c:pt>
                <c:pt idx="85">
                  <c:v>45</c:v>
                </c:pt>
                <c:pt idx="86">
                  <c:v>46</c:v>
                </c:pt>
                <c:pt idx="87">
                  <c:v>47</c:v>
                </c:pt>
                <c:pt idx="88">
                  <c:v>48</c:v>
                </c:pt>
                <c:pt idx="89">
                  <c:v>49</c:v>
                </c:pt>
                <c:pt idx="90">
                  <c:v>50</c:v>
                </c:pt>
                <c:pt idx="91">
                  <c:v>51</c:v>
                </c:pt>
                <c:pt idx="92">
                  <c:v>52</c:v>
                </c:pt>
                <c:pt idx="93">
                  <c:v>53</c:v>
                </c:pt>
                <c:pt idx="94">
                  <c:v>54</c:v>
                </c:pt>
                <c:pt idx="95">
                  <c:v>55</c:v>
                </c:pt>
                <c:pt idx="96">
                  <c:v>56</c:v>
                </c:pt>
                <c:pt idx="97">
                  <c:v>57</c:v>
                </c:pt>
                <c:pt idx="98">
                  <c:v>58</c:v>
                </c:pt>
                <c:pt idx="99">
                  <c:v>59</c:v>
                </c:pt>
                <c:pt idx="100">
                  <c:v>60</c:v>
                </c:pt>
                <c:pt idx="101">
                  <c:v>61</c:v>
                </c:pt>
                <c:pt idx="102">
                  <c:v>62</c:v>
                </c:pt>
                <c:pt idx="103">
                  <c:v>63</c:v>
                </c:pt>
                <c:pt idx="104">
                  <c:v>64</c:v>
                </c:pt>
                <c:pt idx="105">
                  <c:v>65</c:v>
                </c:pt>
                <c:pt idx="106">
                  <c:v>66</c:v>
                </c:pt>
                <c:pt idx="107">
                  <c:v>67</c:v>
                </c:pt>
                <c:pt idx="108">
                  <c:v>68</c:v>
                </c:pt>
                <c:pt idx="109">
                  <c:v>69</c:v>
                </c:pt>
                <c:pt idx="110">
                  <c:v>70</c:v>
                </c:pt>
                <c:pt idx="111">
                  <c:v>71</c:v>
                </c:pt>
                <c:pt idx="112">
                  <c:v>72</c:v>
                </c:pt>
                <c:pt idx="113">
                  <c:v>73</c:v>
                </c:pt>
                <c:pt idx="114">
                  <c:v>74</c:v>
                </c:pt>
                <c:pt idx="115">
                  <c:v>75</c:v>
                </c:pt>
                <c:pt idx="116">
                  <c:v>76</c:v>
                </c:pt>
                <c:pt idx="117">
                  <c:v>77</c:v>
                </c:pt>
                <c:pt idx="118">
                  <c:v>78</c:v>
                </c:pt>
                <c:pt idx="119">
                  <c:v>79</c:v>
                </c:pt>
                <c:pt idx="120">
                  <c:v>80</c:v>
                </c:pt>
                <c:pt idx="121">
                  <c:v>81</c:v>
                </c:pt>
                <c:pt idx="122">
                  <c:v>82</c:v>
                </c:pt>
                <c:pt idx="123">
                  <c:v>83</c:v>
                </c:pt>
                <c:pt idx="124">
                  <c:v>84</c:v>
                </c:pt>
                <c:pt idx="125">
                  <c:v>85</c:v>
                </c:pt>
                <c:pt idx="126">
                  <c:v>86</c:v>
                </c:pt>
                <c:pt idx="127">
                  <c:v>87</c:v>
                </c:pt>
                <c:pt idx="128">
                  <c:v>88</c:v>
                </c:pt>
                <c:pt idx="129">
                  <c:v>89</c:v>
                </c:pt>
                <c:pt idx="130">
                  <c:v>90</c:v>
                </c:pt>
                <c:pt idx="131">
                  <c:v>91</c:v>
                </c:pt>
                <c:pt idx="132">
                  <c:v>92</c:v>
                </c:pt>
                <c:pt idx="133">
                  <c:v>93</c:v>
                </c:pt>
                <c:pt idx="134">
                  <c:v>94</c:v>
                </c:pt>
                <c:pt idx="135">
                  <c:v>95</c:v>
                </c:pt>
                <c:pt idx="136">
                  <c:v>96</c:v>
                </c:pt>
                <c:pt idx="137">
                  <c:v>97</c:v>
                </c:pt>
                <c:pt idx="138">
                  <c:v>98</c:v>
                </c:pt>
                <c:pt idx="139">
                  <c:v>99</c:v>
                </c:pt>
                <c:pt idx="140">
                  <c:v>100</c:v>
                </c:pt>
                <c:pt idx="141">
                  <c:v>101</c:v>
                </c:pt>
                <c:pt idx="142">
                  <c:v>102</c:v>
                </c:pt>
                <c:pt idx="143">
                  <c:v>103</c:v>
                </c:pt>
                <c:pt idx="144">
                  <c:v>104</c:v>
                </c:pt>
                <c:pt idx="145">
                  <c:v>105</c:v>
                </c:pt>
                <c:pt idx="146">
                  <c:v>106</c:v>
                </c:pt>
                <c:pt idx="147">
                  <c:v>107</c:v>
                </c:pt>
                <c:pt idx="148">
                  <c:v>108</c:v>
                </c:pt>
                <c:pt idx="149">
                  <c:v>109</c:v>
                </c:pt>
                <c:pt idx="150">
                  <c:v>110</c:v>
                </c:pt>
                <c:pt idx="151">
                  <c:v>111</c:v>
                </c:pt>
                <c:pt idx="152">
                  <c:v>112</c:v>
                </c:pt>
                <c:pt idx="153">
                  <c:v>113</c:v>
                </c:pt>
                <c:pt idx="154">
                  <c:v>114</c:v>
                </c:pt>
                <c:pt idx="155">
                  <c:v>115</c:v>
                </c:pt>
                <c:pt idx="156">
                  <c:v>116</c:v>
                </c:pt>
                <c:pt idx="157">
                  <c:v>117</c:v>
                </c:pt>
                <c:pt idx="158">
                  <c:v>118</c:v>
                </c:pt>
                <c:pt idx="159">
                  <c:v>119</c:v>
                </c:pt>
                <c:pt idx="160">
                  <c:v>120</c:v>
                </c:pt>
                <c:pt idx="161">
                  <c:v>121</c:v>
                </c:pt>
                <c:pt idx="162">
                  <c:v>122</c:v>
                </c:pt>
                <c:pt idx="163">
                  <c:v>123</c:v>
                </c:pt>
                <c:pt idx="164">
                  <c:v>124</c:v>
                </c:pt>
                <c:pt idx="165">
                  <c:v>125</c:v>
                </c:pt>
                <c:pt idx="166">
                  <c:v>126</c:v>
                </c:pt>
                <c:pt idx="167">
                  <c:v>127</c:v>
                </c:pt>
                <c:pt idx="168">
                  <c:v>128</c:v>
                </c:pt>
                <c:pt idx="169">
                  <c:v>129</c:v>
                </c:pt>
                <c:pt idx="170">
                  <c:v>130</c:v>
                </c:pt>
                <c:pt idx="171">
                  <c:v>131</c:v>
                </c:pt>
                <c:pt idx="172">
                  <c:v>132</c:v>
                </c:pt>
                <c:pt idx="173">
                  <c:v>133</c:v>
                </c:pt>
                <c:pt idx="174">
                  <c:v>134</c:v>
                </c:pt>
                <c:pt idx="175">
                  <c:v>135</c:v>
                </c:pt>
                <c:pt idx="176">
                  <c:v>136</c:v>
                </c:pt>
                <c:pt idx="177">
                  <c:v>137</c:v>
                </c:pt>
                <c:pt idx="178">
                  <c:v>138</c:v>
                </c:pt>
                <c:pt idx="179">
                  <c:v>139</c:v>
                </c:pt>
                <c:pt idx="180">
                  <c:v>140</c:v>
                </c:pt>
              </c:numCache>
            </c:numRef>
          </c:xVal>
          <c:yVal>
            <c:numRef>
              <c:f>Sheet1!$B$2:$B$182</c:f>
              <c:numCache>
                <c:formatCode>General</c:formatCode>
                <c:ptCount val="181"/>
                <c:pt idx="0">
                  <c:v>0.00135</c:v>
                </c:pt>
                <c:pt idx="1">
                  <c:v>0.00156</c:v>
                </c:pt>
                <c:pt idx="2">
                  <c:v>0.00179</c:v>
                </c:pt>
                <c:pt idx="3">
                  <c:v>0.00206</c:v>
                </c:pt>
                <c:pt idx="4">
                  <c:v>0.00237</c:v>
                </c:pt>
                <c:pt idx="5">
                  <c:v>0.00272</c:v>
                </c:pt>
                <c:pt idx="6">
                  <c:v>0.00311</c:v>
                </c:pt>
                <c:pt idx="7">
                  <c:v>0.00356</c:v>
                </c:pt>
                <c:pt idx="8">
                  <c:v>0.00406</c:v>
                </c:pt>
                <c:pt idx="9">
                  <c:v>0.00462</c:v>
                </c:pt>
                <c:pt idx="10">
                  <c:v>0.00526</c:v>
                </c:pt>
                <c:pt idx="11">
                  <c:v>0.00597</c:v>
                </c:pt>
                <c:pt idx="12">
                  <c:v>0.00677</c:v>
                </c:pt>
                <c:pt idx="13">
                  <c:v>0.00766</c:v>
                </c:pt>
                <c:pt idx="14">
                  <c:v>0.00866</c:v>
                </c:pt>
                <c:pt idx="15">
                  <c:v>0.00977</c:v>
                </c:pt>
                <c:pt idx="16">
                  <c:v>0.01101</c:v>
                </c:pt>
                <c:pt idx="17">
                  <c:v>0.01239</c:v>
                </c:pt>
                <c:pt idx="18">
                  <c:v>0.01391</c:v>
                </c:pt>
                <c:pt idx="19">
                  <c:v>0.01559</c:v>
                </c:pt>
                <c:pt idx="20">
                  <c:v>0.01746</c:v>
                </c:pt>
                <c:pt idx="21">
                  <c:v>0.01951</c:v>
                </c:pt>
                <c:pt idx="22">
                  <c:v>0.02177</c:v>
                </c:pt>
                <c:pt idx="23">
                  <c:v>0.02425</c:v>
                </c:pt>
                <c:pt idx="24">
                  <c:v>0.02697</c:v>
                </c:pt>
                <c:pt idx="25">
                  <c:v>0.02995</c:v>
                </c:pt>
                <c:pt idx="26">
                  <c:v>0.03321</c:v>
                </c:pt>
                <c:pt idx="27">
                  <c:v>0.03676</c:v>
                </c:pt>
                <c:pt idx="28">
                  <c:v>0.04063</c:v>
                </c:pt>
                <c:pt idx="29">
                  <c:v>0.04483</c:v>
                </c:pt>
                <c:pt idx="30">
                  <c:v>0.04939</c:v>
                </c:pt>
                <c:pt idx="31">
                  <c:v>0.05432</c:v>
                </c:pt>
                <c:pt idx="32">
                  <c:v>0.05965</c:v>
                </c:pt>
                <c:pt idx="33">
                  <c:v>0.0654</c:v>
                </c:pt>
                <c:pt idx="34">
                  <c:v>0.07159</c:v>
                </c:pt>
                <c:pt idx="35">
                  <c:v>0.07823</c:v>
                </c:pt>
                <c:pt idx="36">
                  <c:v>0.08536</c:v>
                </c:pt>
                <c:pt idx="37">
                  <c:v>0.09299</c:v>
                </c:pt>
                <c:pt idx="38">
                  <c:v>0.10114</c:v>
                </c:pt>
                <c:pt idx="39">
                  <c:v>0.10982</c:v>
                </c:pt>
                <c:pt idx="40">
                  <c:v>0.11907</c:v>
                </c:pt>
                <c:pt idx="41">
                  <c:v>0.12888</c:v>
                </c:pt>
                <c:pt idx="42">
                  <c:v>0.13928</c:v>
                </c:pt>
                <c:pt idx="43">
                  <c:v>0.15028</c:v>
                </c:pt>
                <c:pt idx="44">
                  <c:v>0.16189</c:v>
                </c:pt>
                <c:pt idx="45">
                  <c:v>0.17411</c:v>
                </c:pt>
                <c:pt idx="46">
                  <c:v>0.18696</c:v>
                </c:pt>
                <c:pt idx="47">
                  <c:v>0.20043</c:v>
                </c:pt>
                <c:pt idx="48">
                  <c:v>0.21454</c:v>
                </c:pt>
                <c:pt idx="49">
                  <c:v>0.22927</c:v>
                </c:pt>
                <c:pt idx="50">
                  <c:v>0.24462</c:v>
                </c:pt>
                <c:pt idx="51">
                  <c:v>0.26057</c:v>
                </c:pt>
                <c:pt idx="52">
                  <c:v>0.27713</c:v>
                </c:pt>
                <c:pt idx="53">
                  <c:v>0.29427</c:v>
                </c:pt>
                <c:pt idx="54">
                  <c:v>0.31196</c:v>
                </c:pt>
                <c:pt idx="55">
                  <c:v>0.3302</c:v>
                </c:pt>
                <c:pt idx="56">
                  <c:v>0.34894</c:v>
                </c:pt>
                <c:pt idx="57">
                  <c:v>0.36815</c:v>
                </c:pt>
                <c:pt idx="58">
                  <c:v>0.3878</c:v>
                </c:pt>
                <c:pt idx="59">
                  <c:v>0.40785</c:v>
                </c:pt>
                <c:pt idx="60">
                  <c:v>0.42824</c:v>
                </c:pt>
                <c:pt idx="61">
                  <c:v>0.44894</c:v>
                </c:pt>
                <c:pt idx="62">
                  <c:v>0.46988</c:v>
                </c:pt>
                <c:pt idx="63">
                  <c:v>0.49102</c:v>
                </c:pt>
                <c:pt idx="64">
                  <c:v>0.51229</c:v>
                </c:pt>
                <c:pt idx="65">
                  <c:v>0.53362</c:v>
                </c:pt>
                <c:pt idx="66">
                  <c:v>0.55496</c:v>
                </c:pt>
                <c:pt idx="67">
                  <c:v>0.57622</c:v>
                </c:pt>
                <c:pt idx="68">
                  <c:v>0.59734</c:v>
                </c:pt>
                <c:pt idx="69">
                  <c:v>0.61825</c:v>
                </c:pt>
                <c:pt idx="70">
                  <c:v>0.63886</c:v>
                </c:pt>
                <c:pt idx="71">
                  <c:v>0.65911</c:v>
                </c:pt>
                <c:pt idx="72">
                  <c:v>0.67891</c:v>
                </c:pt>
                <c:pt idx="73">
                  <c:v>0.69819</c:v>
                </c:pt>
                <c:pt idx="74">
                  <c:v>0.71686</c:v>
                </c:pt>
                <c:pt idx="75">
                  <c:v>0.73487</c:v>
                </c:pt>
                <c:pt idx="76">
                  <c:v>0.75211</c:v>
                </c:pt>
                <c:pt idx="77">
                  <c:v>0.76854</c:v>
                </c:pt>
                <c:pt idx="78">
                  <c:v>0.78406</c:v>
                </c:pt>
                <c:pt idx="79">
                  <c:v>0.79862</c:v>
                </c:pt>
                <c:pt idx="80">
                  <c:v>0.81215</c:v>
                </c:pt>
                <c:pt idx="81">
                  <c:v>0.82459</c:v>
                </c:pt>
                <c:pt idx="82">
                  <c:v>0.83588</c:v>
                </c:pt>
                <c:pt idx="83">
                  <c:v>0.84597</c:v>
                </c:pt>
                <c:pt idx="84">
                  <c:v>0.85482</c:v>
                </c:pt>
                <c:pt idx="85">
                  <c:v>0.86237</c:v>
                </c:pt>
                <c:pt idx="86">
                  <c:v>0.8686</c:v>
                </c:pt>
                <c:pt idx="87">
                  <c:v>0.87348</c:v>
                </c:pt>
                <c:pt idx="88">
                  <c:v>0.87698</c:v>
                </c:pt>
                <c:pt idx="89">
                  <c:v>0.87909</c:v>
                </c:pt>
                <c:pt idx="90">
                  <c:v>0.87979</c:v>
                </c:pt>
                <c:pt idx="91">
                  <c:v>0.87909</c:v>
                </c:pt>
                <c:pt idx="92">
                  <c:v>0.87698</c:v>
                </c:pt>
                <c:pt idx="93">
                  <c:v>0.87348</c:v>
                </c:pt>
                <c:pt idx="94">
                  <c:v>0.8686</c:v>
                </c:pt>
                <c:pt idx="95">
                  <c:v>0.86237</c:v>
                </c:pt>
                <c:pt idx="96">
                  <c:v>0.85482</c:v>
                </c:pt>
                <c:pt idx="97">
                  <c:v>0.84597</c:v>
                </c:pt>
                <c:pt idx="98">
                  <c:v>0.83588</c:v>
                </c:pt>
                <c:pt idx="99">
                  <c:v>0.82459</c:v>
                </c:pt>
                <c:pt idx="100">
                  <c:v>0.81215</c:v>
                </c:pt>
                <c:pt idx="101">
                  <c:v>0.79862</c:v>
                </c:pt>
                <c:pt idx="102">
                  <c:v>0.78406</c:v>
                </c:pt>
                <c:pt idx="103">
                  <c:v>0.76854</c:v>
                </c:pt>
                <c:pt idx="104">
                  <c:v>0.75211</c:v>
                </c:pt>
                <c:pt idx="105">
                  <c:v>0.73487</c:v>
                </c:pt>
                <c:pt idx="106">
                  <c:v>0.71686</c:v>
                </c:pt>
                <c:pt idx="107">
                  <c:v>0.69819</c:v>
                </c:pt>
                <c:pt idx="108">
                  <c:v>0.67891</c:v>
                </c:pt>
                <c:pt idx="109">
                  <c:v>0.65911</c:v>
                </c:pt>
                <c:pt idx="110">
                  <c:v>0.63886</c:v>
                </c:pt>
                <c:pt idx="111">
                  <c:v>0.61825</c:v>
                </c:pt>
                <c:pt idx="112">
                  <c:v>0.59734</c:v>
                </c:pt>
                <c:pt idx="113">
                  <c:v>0.57622</c:v>
                </c:pt>
                <c:pt idx="114">
                  <c:v>0.55496</c:v>
                </c:pt>
                <c:pt idx="115">
                  <c:v>0.53362</c:v>
                </c:pt>
                <c:pt idx="116">
                  <c:v>0.51229</c:v>
                </c:pt>
                <c:pt idx="117">
                  <c:v>0.49102</c:v>
                </c:pt>
                <c:pt idx="118">
                  <c:v>0.46988</c:v>
                </c:pt>
                <c:pt idx="119">
                  <c:v>0.44894</c:v>
                </c:pt>
                <c:pt idx="120">
                  <c:v>0.42824</c:v>
                </c:pt>
                <c:pt idx="121">
                  <c:v>0.40785</c:v>
                </c:pt>
                <c:pt idx="122">
                  <c:v>0.3878</c:v>
                </c:pt>
                <c:pt idx="123">
                  <c:v>0.36815</c:v>
                </c:pt>
                <c:pt idx="124">
                  <c:v>0.34894</c:v>
                </c:pt>
                <c:pt idx="125">
                  <c:v>0.3302</c:v>
                </c:pt>
                <c:pt idx="126">
                  <c:v>0.31196</c:v>
                </c:pt>
                <c:pt idx="127">
                  <c:v>0.29427</c:v>
                </c:pt>
                <c:pt idx="128">
                  <c:v>0.27713</c:v>
                </c:pt>
                <c:pt idx="129">
                  <c:v>0.26057</c:v>
                </c:pt>
                <c:pt idx="130">
                  <c:v>0.24462</c:v>
                </c:pt>
                <c:pt idx="131">
                  <c:v>0.22927</c:v>
                </c:pt>
                <c:pt idx="132">
                  <c:v>0.21454</c:v>
                </c:pt>
                <c:pt idx="133">
                  <c:v>0.20043</c:v>
                </c:pt>
                <c:pt idx="134">
                  <c:v>0.18696</c:v>
                </c:pt>
                <c:pt idx="135">
                  <c:v>0.17411</c:v>
                </c:pt>
                <c:pt idx="136">
                  <c:v>0.16189</c:v>
                </c:pt>
                <c:pt idx="137">
                  <c:v>0.15028</c:v>
                </c:pt>
                <c:pt idx="138">
                  <c:v>0.13928</c:v>
                </c:pt>
                <c:pt idx="139">
                  <c:v>0.12888</c:v>
                </c:pt>
                <c:pt idx="140">
                  <c:v>0.11907</c:v>
                </c:pt>
                <c:pt idx="141">
                  <c:v>0.10982</c:v>
                </c:pt>
                <c:pt idx="142">
                  <c:v>0.10114</c:v>
                </c:pt>
                <c:pt idx="143">
                  <c:v>0.09299</c:v>
                </c:pt>
                <c:pt idx="144">
                  <c:v>0.08536</c:v>
                </c:pt>
                <c:pt idx="145">
                  <c:v>0.07823</c:v>
                </c:pt>
                <c:pt idx="146">
                  <c:v>0.07159</c:v>
                </c:pt>
                <c:pt idx="147">
                  <c:v>0.0654</c:v>
                </c:pt>
                <c:pt idx="148">
                  <c:v>0.05965</c:v>
                </c:pt>
                <c:pt idx="149">
                  <c:v>0.05432</c:v>
                </c:pt>
                <c:pt idx="150">
                  <c:v>0.04939</c:v>
                </c:pt>
                <c:pt idx="151">
                  <c:v>0.04483</c:v>
                </c:pt>
                <c:pt idx="152">
                  <c:v>0.04063</c:v>
                </c:pt>
                <c:pt idx="153">
                  <c:v>0.03676</c:v>
                </c:pt>
                <c:pt idx="154">
                  <c:v>0.03321</c:v>
                </c:pt>
                <c:pt idx="155">
                  <c:v>0.02995</c:v>
                </c:pt>
                <c:pt idx="156">
                  <c:v>0.02697</c:v>
                </c:pt>
                <c:pt idx="157">
                  <c:v>0.02425</c:v>
                </c:pt>
                <c:pt idx="158">
                  <c:v>0.02177</c:v>
                </c:pt>
                <c:pt idx="159">
                  <c:v>0.01951</c:v>
                </c:pt>
                <c:pt idx="160">
                  <c:v>0.01746</c:v>
                </c:pt>
                <c:pt idx="161">
                  <c:v>0.01559</c:v>
                </c:pt>
                <c:pt idx="162">
                  <c:v>0.01391</c:v>
                </c:pt>
                <c:pt idx="163">
                  <c:v>0.01239</c:v>
                </c:pt>
                <c:pt idx="164">
                  <c:v>0.01101</c:v>
                </c:pt>
                <c:pt idx="165">
                  <c:v>0.00977</c:v>
                </c:pt>
                <c:pt idx="166">
                  <c:v>0.00866</c:v>
                </c:pt>
                <c:pt idx="167">
                  <c:v>0.00766</c:v>
                </c:pt>
                <c:pt idx="168">
                  <c:v>0.00677</c:v>
                </c:pt>
                <c:pt idx="169">
                  <c:v>0.00597</c:v>
                </c:pt>
                <c:pt idx="170">
                  <c:v>0.00526</c:v>
                </c:pt>
                <c:pt idx="171">
                  <c:v>0.00462</c:v>
                </c:pt>
                <c:pt idx="172">
                  <c:v>0.00406</c:v>
                </c:pt>
                <c:pt idx="173">
                  <c:v>0.00356</c:v>
                </c:pt>
                <c:pt idx="174">
                  <c:v>0.00311</c:v>
                </c:pt>
                <c:pt idx="175">
                  <c:v>0.00272</c:v>
                </c:pt>
                <c:pt idx="176">
                  <c:v>0.00237</c:v>
                </c:pt>
                <c:pt idx="177">
                  <c:v>0.00206</c:v>
                </c:pt>
                <c:pt idx="178">
                  <c:v>0.00179</c:v>
                </c:pt>
                <c:pt idx="179">
                  <c:v>0.00156</c:v>
                </c:pt>
                <c:pt idx="180">
                  <c:v>0.00135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LOGISTICA 50 000 / 13 800 (misma dispersión)</c:v>
                </c:pt>
              </c:strCache>
            </c:strRef>
          </c:tx>
          <c:spPr>
            <a:solidFill>
              <a:srgbClr val="0068FF"/>
            </a:solidFill>
            <a:ln w="31750" cap="flat">
              <a:solidFill>
                <a:srgbClr val="0068F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68FF"/>
              </a:solidFill>
              <a:ln w="9525" cap="flat">
                <a:solidFill>
                  <a:srgbClr val="0068FF"/>
                </a:solidFill>
                <a:prstDash val="solid"/>
                <a:round/>
              </a:ln>
              <a:effectLst/>
            </c:spPr>
          </c:marker>
          <c:xVal>
            <c:numRef>
              <c:f>Sheet1!$A$2:$A$182</c:f>
              <c:numCache>
                <c:formatCode>General</c:formatCode>
                <c:ptCount val="181"/>
                <c:pt idx="0">
                  <c:v>-40</c:v>
                </c:pt>
                <c:pt idx="1">
                  <c:v>-39</c:v>
                </c:pt>
                <c:pt idx="2">
                  <c:v>-38</c:v>
                </c:pt>
                <c:pt idx="3">
                  <c:v>-37</c:v>
                </c:pt>
                <c:pt idx="4">
                  <c:v>-36</c:v>
                </c:pt>
                <c:pt idx="5">
                  <c:v>-35</c:v>
                </c:pt>
                <c:pt idx="6">
                  <c:v>-34</c:v>
                </c:pt>
                <c:pt idx="7">
                  <c:v>-33</c:v>
                </c:pt>
                <c:pt idx="8">
                  <c:v>-32</c:v>
                </c:pt>
                <c:pt idx="9">
                  <c:v>-31</c:v>
                </c:pt>
                <c:pt idx="10">
                  <c:v>-30</c:v>
                </c:pt>
                <c:pt idx="11">
                  <c:v>-29</c:v>
                </c:pt>
                <c:pt idx="12">
                  <c:v>-28</c:v>
                </c:pt>
                <c:pt idx="13">
                  <c:v>-27</c:v>
                </c:pt>
                <c:pt idx="14">
                  <c:v>-26</c:v>
                </c:pt>
                <c:pt idx="15">
                  <c:v>-25</c:v>
                </c:pt>
                <c:pt idx="16">
                  <c:v>-24</c:v>
                </c:pt>
                <c:pt idx="17">
                  <c:v>-23</c:v>
                </c:pt>
                <c:pt idx="18">
                  <c:v>-22</c:v>
                </c:pt>
                <c:pt idx="19">
                  <c:v>-21</c:v>
                </c:pt>
                <c:pt idx="20">
                  <c:v>-20</c:v>
                </c:pt>
                <c:pt idx="21">
                  <c:v>-19</c:v>
                </c:pt>
                <c:pt idx="22">
                  <c:v>-18</c:v>
                </c:pt>
                <c:pt idx="23">
                  <c:v>-17</c:v>
                </c:pt>
                <c:pt idx="24">
                  <c:v>-16</c:v>
                </c:pt>
                <c:pt idx="25">
                  <c:v>-15</c:v>
                </c:pt>
                <c:pt idx="26">
                  <c:v>-14</c:v>
                </c:pt>
                <c:pt idx="27">
                  <c:v>-13</c:v>
                </c:pt>
                <c:pt idx="28">
                  <c:v>-12</c:v>
                </c:pt>
                <c:pt idx="29">
                  <c:v>-11</c:v>
                </c:pt>
                <c:pt idx="30">
                  <c:v>-10</c:v>
                </c:pt>
                <c:pt idx="31">
                  <c:v>-9</c:v>
                </c:pt>
                <c:pt idx="32">
                  <c:v>-8</c:v>
                </c:pt>
                <c:pt idx="33">
                  <c:v>-7</c:v>
                </c:pt>
                <c:pt idx="34">
                  <c:v>-6</c:v>
                </c:pt>
                <c:pt idx="35">
                  <c:v>-5</c:v>
                </c:pt>
                <c:pt idx="36">
                  <c:v>-4</c:v>
                </c:pt>
                <c:pt idx="37">
                  <c:v>-3</c:v>
                </c:pt>
                <c:pt idx="38">
                  <c:v>-2</c:v>
                </c:pt>
                <c:pt idx="39">
                  <c:v>-1</c:v>
                </c:pt>
                <c:pt idx="40">
                  <c:v>0</c:v>
                </c:pt>
                <c:pt idx="41">
                  <c:v>1</c:v>
                </c:pt>
                <c:pt idx="42">
                  <c:v>2</c:v>
                </c:pt>
                <c:pt idx="43">
                  <c:v>3</c:v>
                </c:pt>
                <c:pt idx="44">
                  <c:v>4</c:v>
                </c:pt>
                <c:pt idx="45">
                  <c:v>5</c:v>
                </c:pt>
                <c:pt idx="46">
                  <c:v>6</c:v>
                </c:pt>
                <c:pt idx="47">
                  <c:v>7</c:v>
                </c:pt>
                <c:pt idx="48">
                  <c:v>8</c:v>
                </c:pt>
                <c:pt idx="49">
                  <c:v>9</c:v>
                </c:pt>
                <c:pt idx="50">
                  <c:v>10</c:v>
                </c:pt>
                <c:pt idx="51">
                  <c:v>11</c:v>
                </c:pt>
                <c:pt idx="52">
                  <c:v>12</c:v>
                </c:pt>
                <c:pt idx="53">
                  <c:v>13</c:v>
                </c:pt>
                <c:pt idx="54">
                  <c:v>14</c:v>
                </c:pt>
                <c:pt idx="55">
                  <c:v>15</c:v>
                </c:pt>
                <c:pt idx="56">
                  <c:v>16</c:v>
                </c:pt>
                <c:pt idx="57">
                  <c:v>17</c:v>
                </c:pt>
                <c:pt idx="58">
                  <c:v>18</c:v>
                </c:pt>
                <c:pt idx="59">
                  <c:v>19</c:v>
                </c:pt>
                <c:pt idx="60">
                  <c:v>20</c:v>
                </c:pt>
                <c:pt idx="61">
                  <c:v>21</c:v>
                </c:pt>
                <c:pt idx="62">
                  <c:v>22</c:v>
                </c:pt>
                <c:pt idx="63">
                  <c:v>23</c:v>
                </c:pt>
                <c:pt idx="64">
                  <c:v>24</c:v>
                </c:pt>
                <c:pt idx="65">
                  <c:v>25</c:v>
                </c:pt>
                <c:pt idx="66">
                  <c:v>26</c:v>
                </c:pt>
                <c:pt idx="67">
                  <c:v>27</c:v>
                </c:pt>
                <c:pt idx="68">
                  <c:v>28</c:v>
                </c:pt>
                <c:pt idx="69">
                  <c:v>29</c:v>
                </c:pt>
                <c:pt idx="70">
                  <c:v>30</c:v>
                </c:pt>
                <c:pt idx="71">
                  <c:v>31</c:v>
                </c:pt>
                <c:pt idx="72">
                  <c:v>32</c:v>
                </c:pt>
                <c:pt idx="73">
                  <c:v>33</c:v>
                </c:pt>
                <c:pt idx="74">
                  <c:v>34</c:v>
                </c:pt>
                <c:pt idx="75">
                  <c:v>35</c:v>
                </c:pt>
                <c:pt idx="76">
                  <c:v>36</c:v>
                </c:pt>
                <c:pt idx="77">
                  <c:v>37</c:v>
                </c:pt>
                <c:pt idx="78">
                  <c:v>38</c:v>
                </c:pt>
                <c:pt idx="79">
                  <c:v>39</c:v>
                </c:pt>
                <c:pt idx="80">
                  <c:v>40</c:v>
                </c:pt>
                <c:pt idx="81">
                  <c:v>41</c:v>
                </c:pt>
                <c:pt idx="82">
                  <c:v>42</c:v>
                </c:pt>
                <c:pt idx="83">
                  <c:v>43</c:v>
                </c:pt>
                <c:pt idx="84">
                  <c:v>44</c:v>
                </c:pt>
                <c:pt idx="85">
                  <c:v>45</c:v>
                </c:pt>
                <c:pt idx="86">
                  <c:v>46</c:v>
                </c:pt>
                <c:pt idx="87">
                  <c:v>47</c:v>
                </c:pt>
                <c:pt idx="88">
                  <c:v>48</c:v>
                </c:pt>
                <c:pt idx="89">
                  <c:v>49</c:v>
                </c:pt>
                <c:pt idx="90">
                  <c:v>50</c:v>
                </c:pt>
                <c:pt idx="91">
                  <c:v>51</c:v>
                </c:pt>
                <c:pt idx="92">
                  <c:v>52</c:v>
                </c:pt>
                <c:pt idx="93">
                  <c:v>53</c:v>
                </c:pt>
                <c:pt idx="94">
                  <c:v>54</c:v>
                </c:pt>
                <c:pt idx="95">
                  <c:v>55</c:v>
                </c:pt>
                <c:pt idx="96">
                  <c:v>56</c:v>
                </c:pt>
                <c:pt idx="97">
                  <c:v>57</c:v>
                </c:pt>
                <c:pt idx="98">
                  <c:v>58</c:v>
                </c:pt>
                <c:pt idx="99">
                  <c:v>59</c:v>
                </c:pt>
                <c:pt idx="100">
                  <c:v>60</c:v>
                </c:pt>
                <c:pt idx="101">
                  <c:v>61</c:v>
                </c:pt>
                <c:pt idx="102">
                  <c:v>62</c:v>
                </c:pt>
                <c:pt idx="103">
                  <c:v>63</c:v>
                </c:pt>
                <c:pt idx="104">
                  <c:v>64</c:v>
                </c:pt>
                <c:pt idx="105">
                  <c:v>65</c:v>
                </c:pt>
                <c:pt idx="106">
                  <c:v>66</c:v>
                </c:pt>
                <c:pt idx="107">
                  <c:v>67</c:v>
                </c:pt>
                <c:pt idx="108">
                  <c:v>68</c:v>
                </c:pt>
                <c:pt idx="109">
                  <c:v>69</c:v>
                </c:pt>
                <c:pt idx="110">
                  <c:v>70</c:v>
                </c:pt>
                <c:pt idx="111">
                  <c:v>71</c:v>
                </c:pt>
                <c:pt idx="112">
                  <c:v>72</c:v>
                </c:pt>
                <c:pt idx="113">
                  <c:v>73</c:v>
                </c:pt>
                <c:pt idx="114">
                  <c:v>74</c:v>
                </c:pt>
                <c:pt idx="115">
                  <c:v>75</c:v>
                </c:pt>
                <c:pt idx="116">
                  <c:v>76</c:v>
                </c:pt>
                <c:pt idx="117">
                  <c:v>77</c:v>
                </c:pt>
                <c:pt idx="118">
                  <c:v>78</c:v>
                </c:pt>
                <c:pt idx="119">
                  <c:v>79</c:v>
                </c:pt>
                <c:pt idx="120">
                  <c:v>80</c:v>
                </c:pt>
                <c:pt idx="121">
                  <c:v>81</c:v>
                </c:pt>
                <c:pt idx="122">
                  <c:v>82</c:v>
                </c:pt>
                <c:pt idx="123">
                  <c:v>83</c:v>
                </c:pt>
                <c:pt idx="124">
                  <c:v>84</c:v>
                </c:pt>
                <c:pt idx="125">
                  <c:v>85</c:v>
                </c:pt>
                <c:pt idx="126">
                  <c:v>86</c:v>
                </c:pt>
                <c:pt idx="127">
                  <c:v>87</c:v>
                </c:pt>
                <c:pt idx="128">
                  <c:v>88</c:v>
                </c:pt>
                <c:pt idx="129">
                  <c:v>89</c:v>
                </c:pt>
                <c:pt idx="130">
                  <c:v>90</c:v>
                </c:pt>
                <c:pt idx="131">
                  <c:v>91</c:v>
                </c:pt>
                <c:pt idx="132">
                  <c:v>92</c:v>
                </c:pt>
                <c:pt idx="133">
                  <c:v>93</c:v>
                </c:pt>
                <c:pt idx="134">
                  <c:v>94</c:v>
                </c:pt>
                <c:pt idx="135">
                  <c:v>95</c:v>
                </c:pt>
                <c:pt idx="136">
                  <c:v>96</c:v>
                </c:pt>
                <c:pt idx="137">
                  <c:v>97</c:v>
                </c:pt>
                <c:pt idx="138">
                  <c:v>98</c:v>
                </c:pt>
                <c:pt idx="139">
                  <c:v>99</c:v>
                </c:pt>
                <c:pt idx="140">
                  <c:v>100</c:v>
                </c:pt>
                <c:pt idx="141">
                  <c:v>101</c:v>
                </c:pt>
                <c:pt idx="142">
                  <c:v>102</c:v>
                </c:pt>
                <c:pt idx="143">
                  <c:v>103</c:v>
                </c:pt>
                <c:pt idx="144">
                  <c:v>104</c:v>
                </c:pt>
                <c:pt idx="145">
                  <c:v>105</c:v>
                </c:pt>
                <c:pt idx="146">
                  <c:v>106</c:v>
                </c:pt>
                <c:pt idx="147">
                  <c:v>107</c:v>
                </c:pt>
                <c:pt idx="148">
                  <c:v>108</c:v>
                </c:pt>
                <c:pt idx="149">
                  <c:v>109</c:v>
                </c:pt>
                <c:pt idx="150">
                  <c:v>110</c:v>
                </c:pt>
                <c:pt idx="151">
                  <c:v>111</c:v>
                </c:pt>
                <c:pt idx="152">
                  <c:v>112</c:v>
                </c:pt>
                <c:pt idx="153">
                  <c:v>113</c:v>
                </c:pt>
                <c:pt idx="154">
                  <c:v>114</c:v>
                </c:pt>
                <c:pt idx="155">
                  <c:v>115</c:v>
                </c:pt>
                <c:pt idx="156">
                  <c:v>116</c:v>
                </c:pt>
                <c:pt idx="157">
                  <c:v>117</c:v>
                </c:pt>
                <c:pt idx="158">
                  <c:v>118</c:v>
                </c:pt>
                <c:pt idx="159">
                  <c:v>119</c:v>
                </c:pt>
                <c:pt idx="160">
                  <c:v>120</c:v>
                </c:pt>
                <c:pt idx="161">
                  <c:v>121</c:v>
                </c:pt>
                <c:pt idx="162">
                  <c:v>122</c:v>
                </c:pt>
                <c:pt idx="163">
                  <c:v>123</c:v>
                </c:pt>
                <c:pt idx="164">
                  <c:v>124</c:v>
                </c:pt>
                <c:pt idx="165">
                  <c:v>125</c:v>
                </c:pt>
                <c:pt idx="166">
                  <c:v>126</c:v>
                </c:pt>
                <c:pt idx="167">
                  <c:v>127</c:v>
                </c:pt>
                <c:pt idx="168">
                  <c:v>128</c:v>
                </c:pt>
                <c:pt idx="169">
                  <c:v>129</c:v>
                </c:pt>
                <c:pt idx="170">
                  <c:v>130</c:v>
                </c:pt>
                <c:pt idx="171">
                  <c:v>131</c:v>
                </c:pt>
                <c:pt idx="172">
                  <c:v>132</c:v>
                </c:pt>
                <c:pt idx="173">
                  <c:v>133</c:v>
                </c:pt>
                <c:pt idx="174">
                  <c:v>134</c:v>
                </c:pt>
                <c:pt idx="175">
                  <c:v>135</c:v>
                </c:pt>
                <c:pt idx="176">
                  <c:v>136</c:v>
                </c:pt>
                <c:pt idx="177">
                  <c:v>137</c:v>
                </c:pt>
                <c:pt idx="178">
                  <c:v>138</c:v>
                </c:pt>
                <c:pt idx="179">
                  <c:v>139</c:v>
                </c:pt>
                <c:pt idx="180">
                  <c:v>140</c:v>
                </c:pt>
              </c:numCache>
            </c:numRef>
          </c:xVal>
          <c:yVal>
            <c:numRef>
              <c:f>Sheet1!$C$2:$C$182</c:f>
              <c:numCache>
                <c:formatCode>General</c:formatCode>
                <c:ptCount val="181"/>
                <c:pt idx="0">
                  <c:v>0.00582</c:v>
                </c:pt>
                <c:pt idx="1">
                  <c:v>0.00626</c:v>
                </c:pt>
                <c:pt idx="2">
                  <c:v>0.00673</c:v>
                </c:pt>
                <c:pt idx="3">
                  <c:v>0.00723</c:v>
                </c:pt>
                <c:pt idx="4">
                  <c:v>0.00777</c:v>
                </c:pt>
                <c:pt idx="5">
                  <c:v>0.00836</c:v>
                </c:pt>
                <c:pt idx="6">
                  <c:v>0.00898</c:v>
                </c:pt>
                <c:pt idx="7">
                  <c:v>0.00965</c:v>
                </c:pt>
                <c:pt idx="8">
                  <c:v>0.01038</c:v>
                </c:pt>
                <c:pt idx="9">
                  <c:v>0.01115</c:v>
                </c:pt>
                <c:pt idx="10">
                  <c:v>0.01199</c:v>
                </c:pt>
                <c:pt idx="11">
                  <c:v>0.01288</c:v>
                </c:pt>
                <c:pt idx="12">
                  <c:v>0.01385</c:v>
                </c:pt>
                <c:pt idx="13">
                  <c:v>0.01488</c:v>
                </c:pt>
                <c:pt idx="14">
                  <c:v>0.01599</c:v>
                </c:pt>
                <c:pt idx="15">
                  <c:v>0.01718</c:v>
                </c:pt>
                <c:pt idx="16">
                  <c:v>0.01847</c:v>
                </c:pt>
                <c:pt idx="17">
                  <c:v>0.01984</c:v>
                </c:pt>
                <c:pt idx="18">
                  <c:v>0.02132</c:v>
                </c:pt>
                <c:pt idx="19">
                  <c:v>0.0229</c:v>
                </c:pt>
                <c:pt idx="20">
                  <c:v>0.02461</c:v>
                </c:pt>
                <c:pt idx="21">
                  <c:v>0.02643</c:v>
                </c:pt>
                <c:pt idx="22">
                  <c:v>0.02839</c:v>
                </c:pt>
                <c:pt idx="23">
                  <c:v>0.0305</c:v>
                </c:pt>
                <c:pt idx="24">
                  <c:v>0.03275</c:v>
                </c:pt>
                <c:pt idx="25">
                  <c:v>0.03518</c:v>
                </c:pt>
                <c:pt idx="26">
                  <c:v>0.03777</c:v>
                </c:pt>
                <c:pt idx="27">
                  <c:v>0.04056</c:v>
                </c:pt>
                <c:pt idx="28">
                  <c:v>0.04354</c:v>
                </c:pt>
                <c:pt idx="29">
                  <c:v>0.04674</c:v>
                </c:pt>
                <c:pt idx="30">
                  <c:v>0.05017</c:v>
                </c:pt>
                <c:pt idx="31">
                  <c:v>0.05384</c:v>
                </c:pt>
                <c:pt idx="32">
                  <c:v>0.05777</c:v>
                </c:pt>
                <c:pt idx="33">
                  <c:v>0.06198</c:v>
                </c:pt>
                <c:pt idx="34">
                  <c:v>0.06649</c:v>
                </c:pt>
                <c:pt idx="35">
                  <c:v>0.07131</c:v>
                </c:pt>
                <c:pt idx="36">
                  <c:v>0.07647</c:v>
                </c:pt>
                <c:pt idx="37">
                  <c:v>0.08198</c:v>
                </c:pt>
                <c:pt idx="38">
                  <c:v>0.08787</c:v>
                </c:pt>
                <c:pt idx="39">
                  <c:v>0.09417</c:v>
                </c:pt>
                <c:pt idx="40">
                  <c:v>0.10089</c:v>
                </c:pt>
                <c:pt idx="41">
                  <c:v>0.10806</c:v>
                </c:pt>
                <c:pt idx="42">
                  <c:v>0.1157</c:v>
                </c:pt>
                <c:pt idx="43">
                  <c:v>0.12385</c:v>
                </c:pt>
                <c:pt idx="44">
                  <c:v>0.13253</c:v>
                </c:pt>
                <c:pt idx="45">
                  <c:v>0.14177</c:v>
                </c:pt>
                <c:pt idx="46">
                  <c:v>0.1516</c:v>
                </c:pt>
                <c:pt idx="47">
                  <c:v>0.16204</c:v>
                </c:pt>
                <c:pt idx="48">
                  <c:v>0.17313</c:v>
                </c:pt>
                <c:pt idx="49">
                  <c:v>0.1849</c:v>
                </c:pt>
                <c:pt idx="50">
                  <c:v>0.19737</c:v>
                </c:pt>
                <c:pt idx="51">
                  <c:v>0.21057</c:v>
                </c:pt>
                <c:pt idx="52">
                  <c:v>0.22452</c:v>
                </c:pt>
                <c:pt idx="53">
                  <c:v>0.23926</c:v>
                </c:pt>
                <c:pt idx="54">
                  <c:v>0.25481</c:v>
                </c:pt>
                <c:pt idx="55">
                  <c:v>0.27119</c:v>
                </c:pt>
                <c:pt idx="56">
                  <c:v>0.28841</c:v>
                </c:pt>
                <c:pt idx="57">
                  <c:v>0.30649</c:v>
                </c:pt>
                <c:pt idx="58">
                  <c:v>0.32545</c:v>
                </c:pt>
                <c:pt idx="59">
                  <c:v>0.34528</c:v>
                </c:pt>
                <c:pt idx="60">
                  <c:v>0.36599</c:v>
                </c:pt>
                <c:pt idx="61">
                  <c:v>0.38756</c:v>
                </c:pt>
                <c:pt idx="62">
                  <c:v>0.40999</c:v>
                </c:pt>
                <c:pt idx="63">
                  <c:v>0.43325</c:v>
                </c:pt>
                <c:pt idx="64">
                  <c:v>0.45731</c:v>
                </c:pt>
                <c:pt idx="65">
                  <c:v>0.48212</c:v>
                </c:pt>
                <c:pt idx="66">
                  <c:v>0.50763</c:v>
                </c:pt>
                <c:pt idx="67">
                  <c:v>0.53378</c:v>
                </c:pt>
                <c:pt idx="68">
                  <c:v>0.56049</c:v>
                </c:pt>
                <c:pt idx="69">
                  <c:v>0.58766</c:v>
                </c:pt>
                <c:pt idx="70">
                  <c:v>0.61521</c:v>
                </c:pt>
                <c:pt idx="71">
                  <c:v>0.643</c:v>
                </c:pt>
                <c:pt idx="72">
                  <c:v>0.67091</c:v>
                </c:pt>
                <c:pt idx="73">
                  <c:v>0.6988</c:v>
                </c:pt>
                <c:pt idx="74">
                  <c:v>0.7265</c:v>
                </c:pt>
                <c:pt idx="75">
                  <c:v>0.75387</c:v>
                </c:pt>
                <c:pt idx="76">
                  <c:v>0.78071</c:v>
                </c:pt>
                <c:pt idx="77">
                  <c:v>0.80686</c:v>
                </c:pt>
                <c:pt idx="78">
                  <c:v>0.8321</c:v>
                </c:pt>
                <c:pt idx="79">
                  <c:v>0.85627</c:v>
                </c:pt>
                <c:pt idx="80">
                  <c:v>0.87914</c:v>
                </c:pt>
                <c:pt idx="81">
                  <c:v>0.90055</c:v>
                </c:pt>
                <c:pt idx="82">
                  <c:v>0.92029</c:v>
                </c:pt>
                <c:pt idx="83">
                  <c:v>0.93819</c:v>
                </c:pt>
                <c:pt idx="84">
                  <c:v>0.95408</c:v>
                </c:pt>
                <c:pt idx="85">
                  <c:v>0.96781</c:v>
                </c:pt>
                <c:pt idx="86">
                  <c:v>0.97924</c:v>
                </c:pt>
                <c:pt idx="87">
                  <c:v>0.98825</c:v>
                </c:pt>
                <c:pt idx="88">
                  <c:v>0.99475</c:v>
                </c:pt>
                <c:pt idx="89">
                  <c:v>0.99869</c:v>
                </c:pt>
                <c:pt idx="90">
                  <c:v>1</c:v>
                </c:pt>
                <c:pt idx="91">
                  <c:v>0.99869</c:v>
                </c:pt>
                <c:pt idx="92">
                  <c:v>0.99475</c:v>
                </c:pt>
                <c:pt idx="93">
                  <c:v>0.98825</c:v>
                </c:pt>
                <c:pt idx="94">
                  <c:v>0.97924</c:v>
                </c:pt>
                <c:pt idx="95">
                  <c:v>0.96781</c:v>
                </c:pt>
                <c:pt idx="96">
                  <c:v>0.95408</c:v>
                </c:pt>
                <c:pt idx="97">
                  <c:v>0.93819</c:v>
                </c:pt>
                <c:pt idx="98">
                  <c:v>0.92029</c:v>
                </c:pt>
                <c:pt idx="99">
                  <c:v>0.90055</c:v>
                </c:pt>
                <c:pt idx="100">
                  <c:v>0.87914</c:v>
                </c:pt>
                <c:pt idx="101">
                  <c:v>0.85627</c:v>
                </c:pt>
                <c:pt idx="102">
                  <c:v>0.8321</c:v>
                </c:pt>
                <c:pt idx="103">
                  <c:v>0.80686</c:v>
                </c:pt>
                <c:pt idx="104">
                  <c:v>0.78071</c:v>
                </c:pt>
                <c:pt idx="105">
                  <c:v>0.75387</c:v>
                </c:pt>
                <c:pt idx="106">
                  <c:v>0.7265</c:v>
                </c:pt>
                <c:pt idx="107">
                  <c:v>0.6988</c:v>
                </c:pt>
                <c:pt idx="108">
                  <c:v>0.67091</c:v>
                </c:pt>
                <c:pt idx="109">
                  <c:v>0.643</c:v>
                </c:pt>
                <c:pt idx="110">
                  <c:v>0.61521</c:v>
                </c:pt>
                <c:pt idx="111">
                  <c:v>0.58766</c:v>
                </c:pt>
                <c:pt idx="112">
                  <c:v>0.56049</c:v>
                </c:pt>
                <c:pt idx="113">
                  <c:v>0.53378</c:v>
                </c:pt>
                <c:pt idx="114">
                  <c:v>0.50763</c:v>
                </c:pt>
                <c:pt idx="115">
                  <c:v>0.48212</c:v>
                </c:pt>
                <c:pt idx="116">
                  <c:v>0.45731</c:v>
                </c:pt>
                <c:pt idx="117">
                  <c:v>0.43325</c:v>
                </c:pt>
                <c:pt idx="118">
                  <c:v>0.40999</c:v>
                </c:pt>
                <c:pt idx="119">
                  <c:v>0.38756</c:v>
                </c:pt>
                <c:pt idx="120">
                  <c:v>0.36599</c:v>
                </c:pt>
                <c:pt idx="121">
                  <c:v>0.34528</c:v>
                </c:pt>
                <c:pt idx="122">
                  <c:v>0.32545</c:v>
                </c:pt>
                <c:pt idx="123">
                  <c:v>0.30649</c:v>
                </c:pt>
                <c:pt idx="124">
                  <c:v>0.28841</c:v>
                </c:pt>
                <c:pt idx="125">
                  <c:v>0.27119</c:v>
                </c:pt>
                <c:pt idx="126">
                  <c:v>0.25481</c:v>
                </c:pt>
                <c:pt idx="127">
                  <c:v>0.23926</c:v>
                </c:pt>
                <c:pt idx="128">
                  <c:v>0.22452</c:v>
                </c:pt>
                <c:pt idx="129">
                  <c:v>0.21057</c:v>
                </c:pt>
                <c:pt idx="130">
                  <c:v>0.19737</c:v>
                </c:pt>
                <c:pt idx="131">
                  <c:v>0.1849</c:v>
                </c:pt>
                <c:pt idx="132">
                  <c:v>0.17313</c:v>
                </c:pt>
                <c:pt idx="133">
                  <c:v>0.16204</c:v>
                </c:pt>
                <c:pt idx="134">
                  <c:v>0.1516</c:v>
                </c:pt>
                <c:pt idx="135">
                  <c:v>0.14177</c:v>
                </c:pt>
                <c:pt idx="136">
                  <c:v>0.13253</c:v>
                </c:pt>
                <c:pt idx="137">
                  <c:v>0.12385</c:v>
                </c:pt>
                <c:pt idx="138">
                  <c:v>0.1157</c:v>
                </c:pt>
                <c:pt idx="139">
                  <c:v>0.10806</c:v>
                </c:pt>
                <c:pt idx="140">
                  <c:v>0.10089</c:v>
                </c:pt>
                <c:pt idx="141">
                  <c:v>0.09417</c:v>
                </c:pt>
                <c:pt idx="142">
                  <c:v>0.08787</c:v>
                </c:pt>
                <c:pt idx="143">
                  <c:v>0.08198</c:v>
                </c:pt>
                <c:pt idx="144">
                  <c:v>0.07647</c:v>
                </c:pt>
                <c:pt idx="145">
                  <c:v>0.07131</c:v>
                </c:pt>
                <c:pt idx="146">
                  <c:v>0.06649</c:v>
                </c:pt>
                <c:pt idx="147">
                  <c:v>0.06198</c:v>
                </c:pt>
                <c:pt idx="148">
                  <c:v>0.05777</c:v>
                </c:pt>
                <c:pt idx="149">
                  <c:v>0.05384</c:v>
                </c:pt>
                <c:pt idx="150">
                  <c:v>0.05017</c:v>
                </c:pt>
                <c:pt idx="151">
                  <c:v>0.04674</c:v>
                </c:pt>
                <c:pt idx="152">
                  <c:v>0.04354</c:v>
                </c:pt>
                <c:pt idx="153">
                  <c:v>0.04056</c:v>
                </c:pt>
                <c:pt idx="154">
                  <c:v>0.03777</c:v>
                </c:pt>
                <c:pt idx="155">
                  <c:v>0.03518</c:v>
                </c:pt>
                <c:pt idx="156">
                  <c:v>0.03275</c:v>
                </c:pt>
                <c:pt idx="157">
                  <c:v>0.0305</c:v>
                </c:pt>
                <c:pt idx="158">
                  <c:v>0.02839</c:v>
                </c:pt>
                <c:pt idx="159">
                  <c:v>0.02643</c:v>
                </c:pt>
                <c:pt idx="160">
                  <c:v>0.02461</c:v>
                </c:pt>
                <c:pt idx="161">
                  <c:v>0.0229</c:v>
                </c:pt>
                <c:pt idx="162">
                  <c:v>0.02132</c:v>
                </c:pt>
                <c:pt idx="163">
                  <c:v>0.01984</c:v>
                </c:pt>
                <c:pt idx="164">
                  <c:v>0.01847</c:v>
                </c:pt>
                <c:pt idx="165">
                  <c:v>0.01718</c:v>
                </c:pt>
                <c:pt idx="166">
                  <c:v>0.01599</c:v>
                </c:pt>
                <c:pt idx="167">
                  <c:v>0.01488</c:v>
                </c:pt>
                <c:pt idx="168">
                  <c:v>0.01385</c:v>
                </c:pt>
                <c:pt idx="169">
                  <c:v>0.01288</c:v>
                </c:pt>
                <c:pt idx="170">
                  <c:v>0.01199</c:v>
                </c:pt>
                <c:pt idx="171">
                  <c:v>0.01115</c:v>
                </c:pt>
                <c:pt idx="172">
                  <c:v>0.01038</c:v>
                </c:pt>
                <c:pt idx="173">
                  <c:v>0.00965</c:v>
                </c:pt>
                <c:pt idx="174">
                  <c:v>0.00898</c:v>
                </c:pt>
                <c:pt idx="175">
                  <c:v>0.00836</c:v>
                </c:pt>
                <c:pt idx="176">
                  <c:v>0.00777</c:v>
                </c:pt>
                <c:pt idx="177">
                  <c:v>0.00723</c:v>
                </c:pt>
                <c:pt idx="178">
                  <c:v>0.00673</c:v>
                </c:pt>
                <c:pt idx="179">
                  <c:v>0.00626</c:v>
                </c:pt>
                <c:pt idx="180">
                  <c:v>0.00582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40"/>
          <c:min val="-4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Variación de precio del acero (miles de S/)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0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LOGNORMAL 10 / 6</c:v>
                </c:pt>
              </c:strCache>
            </c:strRef>
          </c:tx>
          <c:spPr>
            <a:solidFill>
              <a:srgbClr val="FF6600"/>
            </a:solidFill>
            <a:ln w="3175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</c:numCache>
            </c:numRef>
          </c:xVal>
          <c:yVal>
            <c:numRef>
              <c:f>Sheet1!$B$2:$B$162</c:f>
              <c:numCache>
                <c:formatCode>General</c:formatCode>
                <c:ptCount val="161"/>
                <c:pt idx="0">
                  <c:v>0</c:v>
                </c:pt>
                <c:pt idx="1">
                  <c:v>0</c:v>
                </c:pt>
                <c:pt idx="2">
                  <c:v>0.00003</c:v>
                </c:pt>
                <c:pt idx="3">
                  <c:v>0.00062</c:v>
                </c:pt>
                <c:pt idx="4">
                  <c:v>0.00395</c:v>
                </c:pt>
                <c:pt idx="5">
                  <c:v>0.01384</c:v>
                </c:pt>
                <c:pt idx="6">
                  <c:v>0.03424</c:v>
                </c:pt>
                <c:pt idx="7">
                  <c:v>0.06766</c:v>
                </c:pt>
                <c:pt idx="8">
                  <c:v>0.11468</c:v>
                </c:pt>
                <c:pt idx="9">
                  <c:v>0.17406</c:v>
                </c:pt>
                <c:pt idx="10">
                  <c:v>0.24333</c:v>
                </c:pt>
                <c:pt idx="11">
                  <c:v>0.31939</c:v>
                </c:pt>
                <c:pt idx="12">
                  <c:v>0.39897</c:v>
                </c:pt>
                <c:pt idx="13">
                  <c:v>0.47906</c:v>
                </c:pt>
                <c:pt idx="14">
                  <c:v>0.55703</c:v>
                </c:pt>
                <c:pt idx="15">
                  <c:v>0.63077</c:v>
                </c:pt>
                <c:pt idx="16">
                  <c:v>0.69871</c:v>
                </c:pt>
                <c:pt idx="17">
                  <c:v>0.75974</c:v>
                </c:pt>
                <c:pt idx="18">
                  <c:v>0.81321</c:v>
                </c:pt>
                <c:pt idx="19">
                  <c:v>0.8588</c:v>
                </c:pt>
                <c:pt idx="20">
                  <c:v>0.8965</c:v>
                </c:pt>
                <c:pt idx="21">
                  <c:v>0.92652</c:v>
                </c:pt>
                <c:pt idx="22">
                  <c:v>0.9492</c:v>
                </c:pt>
                <c:pt idx="23">
                  <c:v>0.96503</c:v>
                </c:pt>
                <c:pt idx="24">
                  <c:v>0.97454</c:v>
                </c:pt>
                <c:pt idx="25">
                  <c:v>0.97832</c:v>
                </c:pt>
                <c:pt idx="26">
                  <c:v>0.97697</c:v>
                </c:pt>
                <c:pt idx="27">
                  <c:v>0.97108</c:v>
                </c:pt>
                <c:pt idx="28">
                  <c:v>0.96121</c:v>
                </c:pt>
                <c:pt idx="29">
                  <c:v>0.94791</c:v>
                </c:pt>
                <c:pt idx="30">
                  <c:v>0.93168</c:v>
                </c:pt>
                <c:pt idx="31">
                  <c:v>0.913</c:v>
                </c:pt>
                <c:pt idx="32">
                  <c:v>0.89229</c:v>
                </c:pt>
                <c:pt idx="33">
                  <c:v>0.86994</c:v>
                </c:pt>
                <c:pt idx="34">
                  <c:v>0.8463</c:v>
                </c:pt>
                <c:pt idx="35">
                  <c:v>0.82168</c:v>
                </c:pt>
                <c:pt idx="36">
                  <c:v>0.79635</c:v>
                </c:pt>
                <c:pt idx="37">
                  <c:v>0.77055</c:v>
                </c:pt>
                <c:pt idx="38">
                  <c:v>0.7445</c:v>
                </c:pt>
                <c:pt idx="39">
                  <c:v>0.71837</c:v>
                </c:pt>
                <c:pt idx="40">
                  <c:v>0.69232</c:v>
                </c:pt>
                <c:pt idx="41">
                  <c:v>0.66648</c:v>
                </c:pt>
                <c:pt idx="42">
                  <c:v>0.64097</c:v>
                </c:pt>
                <c:pt idx="43">
                  <c:v>0.61588</c:v>
                </c:pt>
                <c:pt idx="44">
                  <c:v>0.59129</c:v>
                </c:pt>
                <c:pt idx="45">
                  <c:v>0.56726</c:v>
                </c:pt>
                <c:pt idx="46">
                  <c:v>0.54383</c:v>
                </c:pt>
                <c:pt idx="47">
                  <c:v>0.52105</c:v>
                </c:pt>
                <c:pt idx="48">
                  <c:v>0.49895</c:v>
                </c:pt>
                <c:pt idx="49">
                  <c:v>0.47755</c:v>
                </c:pt>
                <c:pt idx="50">
                  <c:v>0.45685</c:v>
                </c:pt>
                <c:pt idx="51">
                  <c:v>0.43688</c:v>
                </c:pt>
                <c:pt idx="52">
                  <c:v>0.41762</c:v>
                </c:pt>
                <c:pt idx="53">
                  <c:v>0.39908</c:v>
                </c:pt>
                <c:pt idx="54">
                  <c:v>0.38124</c:v>
                </c:pt>
                <c:pt idx="55">
                  <c:v>0.36411</c:v>
                </c:pt>
                <c:pt idx="56">
                  <c:v>0.34767</c:v>
                </c:pt>
                <c:pt idx="57">
                  <c:v>0.33189</c:v>
                </c:pt>
                <c:pt idx="58">
                  <c:v>0.31678</c:v>
                </c:pt>
                <c:pt idx="59">
                  <c:v>0.3023</c:v>
                </c:pt>
                <c:pt idx="60">
                  <c:v>0.28845</c:v>
                </c:pt>
                <c:pt idx="61">
                  <c:v>0.2752</c:v>
                </c:pt>
                <c:pt idx="62">
                  <c:v>0.26252</c:v>
                </c:pt>
                <c:pt idx="63">
                  <c:v>0.25042</c:v>
                </c:pt>
                <c:pt idx="64">
                  <c:v>0.23885</c:v>
                </c:pt>
                <c:pt idx="65">
                  <c:v>0.2278</c:v>
                </c:pt>
                <c:pt idx="66">
                  <c:v>0.21726</c:v>
                </c:pt>
                <c:pt idx="67">
                  <c:v>0.2072</c:v>
                </c:pt>
                <c:pt idx="68">
                  <c:v>0.1976</c:v>
                </c:pt>
                <c:pt idx="69">
                  <c:v>0.18845</c:v>
                </c:pt>
                <c:pt idx="70">
                  <c:v>0.17972</c:v>
                </c:pt>
                <c:pt idx="71">
                  <c:v>0.17139</c:v>
                </c:pt>
                <c:pt idx="72">
                  <c:v>0.16346</c:v>
                </c:pt>
                <c:pt idx="73">
                  <c:v>0.1559</c:v>
                </c:pt>
                <c:pt idx="74">
                  <c:v>0.14869</c:v>
                </c:pt>
                <c:pt idx="75">
                  <c:v>0.14182</c:v>
                </c:pt>
                <c:pt idx="76">
                  <c:v>0.13528</c:v>
                </c:pt>
                <c:pt idx="77">
                  <c:v>0.12905</c:v>
                </c:pt>
                <c:pt idx="78">
                  <c:v>0.12311</c:v>
                </c:pt>
                <c:pt idx="79">
                  <c:v>0.11745</c:v>
                </c:pt>
                <c:pt idx="80">
                  <c:v>0.11206</c:v>
                </c:pt>
                <c:pt idx="81">
                  <c:v>0.10693</c:v>
                </c:pt>
                <c:pt idx="82">
                  <c:v>0.10204</c:v>
                </c:pt>
                <c:pt idx="83">
                  <c:v>0.09738</c:v>
                </c:pt>
                <c:pt idx="84">
                  <c:v>0.09295</c:v>
                </c:pt>
                <c:pt idx="85">
                  <c:v>0.08872</c:v>
                </c:pt>
                <c:pt idx="86">
                  <c:v>0.08469</c:v>
                </c:pt>
                <c:pt idx="87">
                  <c:v>0.08086</c:v>
                </c:pt>
                <c:pt idx="88">
                  <c:v>0.07721</c:v>
                </c:pt>
                <c:pt idx="89">
                  <c:v>0.07372</c:v>
                </c:pt>
                <c:pt idx="90">
                  <c:v>0.07041</c:v>
                </c:pt>
                <c:pt idx="91">
                  <c:v>0.06725</c:v>
                </c:pt>
                <c:pt idx="92">
                  <c:v>0.06424</c:v>
                </c:pt>
                <c:pt idx="93">
                  <c:v>0.06137</c:v>
                </c:pt>
                <c:pt idx="94">
                  <c:v>0.05863</c:v>
                </c:pt>
                <c:pt idx="95">
                  <c:v>0.05603</c:v>
                </c:pt>
                <c:pt idx="96">
                  <c:v>0.05355</c:v>
                </c:pt>
                <c:pt idx="97">
                  <c:v>0.05118</c:v>
                </c:pt>
                <c:pt idx="98">
                  <c:v>0.04892</c:v>
                </c:pt>
                <c:pt idx="99">
                  <c:v>0.04677</c:v>
                </c:pt>
                <c:pt idx="100">
                  <c:v>0.04472</c:v>
                </c:pt>
                <c:pt idx="101">
                  <c:v>0.04276</c:v>
                </c:pt>
                <c:pt idx="102">
                  <c:v>0.04089</c:v>
                </c:pt>
                <c:pt idx="103">
                  <c:v>0.03912</c:v>
                </c:pt>
                <c:pt idx="104">
                  <c:v>0.03742</c:v>
                </c:pt>
                <c:pt idx="105">
                  <c:v>0.0358</c:v>
                </c:pt>
                <c:pt idx="106">
                  <c:v>0.03425</c:v>
                </c:pt>
                <c:pt idx="107">
                  <c:v>0.03278</c:v>
                </c:pt>
                <c:pt idx="108">
                  <c:v>0.03137</c:v>
                </c:pt>
                <c:pt idx="109">
                  <c:v>0.03003</c:v>
                </c:pt>
                <c:pt idx="110">
                  <c:v>0.02875</c:v>
                </c:pt>
                <c:pt idx="111">
                  <c:v>0.02753</c:v>
                </c:pt>
                <c:pt idx="112">
                  <c:v>0.02636</c:v>
                </c:pt>
                <c:pt idx="113">
                  <c:v>0.02524</c:v>
                </c:pt>
                <c:pt idx="114">
                  <c:v>0.02418</c:v>
                </c:pt>
                <c:pt idx="115">
                  <c:v>0.02316</c:v>
                </c:pt>
                <c:pt idx="116">
                  <c:v>0.02219</c:v>
                </c:pt>
                <c:pt idx="117">
                  <c:v>0.02126</c:v>
                </c:pt>
                <c:pt idx="118">
                  <c:v>0.02038</c:v>
                </c:pt>
                <c:pt idx="119">
                  <c:v>0.01953</c:v>
                </c:pt>
                <c:pt idx="120">
                  <c:v>0.01872</c:v>
                </c:pt>
                <c:pt idx="121">
                  <c:v>0.01794</c:v>
                </c:pt>
                <c:pt idx="122">
                  <c:v>0.01721</c:v>
                </c:pt>
                <c:pt idx="123">
                  <c:v>0.0165</c:v>
                </c:pt>
                <c:pt idx="124">
                  <c:v>0.01582</c:v>
                </c:pt>
                <c:pt idx="125">
                  <c:v>0.01518</c:v>
                </c:pt>
                <c:pt idx="126">
                  <c:v>0.01456</c:v>
                </c:pt>
                <c:pt idx="127">
                  <c:v>0.01397</c:v>
                </c:pt>
                <c:pt idx="128">
                  <c:v>0.0134</c:v>
                </c:pt>
                <c:pt idx="129">
                  <c:v>0.01286</c:v>
                </c:pt>
                <c:pt idx="130">
                  <c:v>0.01234</c:v>
                </c:pt>
                <c:pt idx="131">
                  <c:v>0.01185</c:v>
                </c:pt>
                <c:pt idx="132">
                  <c:v>0.01137</c:v>
                </c:pt>
                <c:pt idx="133">
                  <c:v>0.01092</c:v>
                </c:pt>
                <c:pt idx="134">
                  <c:v>0.01048</c:v>
                </c:pt>
                <c:pt idx="135">
                  <c:v>0.01007</c:v>
                </c:pt>
                <c:pt idx="136">
                  <c:v>0.00967</c:v>
                </c:pt>
                <c:pt idx="137">
                  <c:v>0.00929</c:v>
                </c:pt>
                <c:pt idx="138">
                  <c:v>0.00892</c:v>
                </c:pt>
                <c:pt idx="139">
                  <c:v>0.00857</c:v>
                </c:pt>
                <c:pt idx="140">
                  <c:v>0.00824</c:v>
                </c:pt>
                <c:pt idx="141">
                  <c:v>0.00792</c:v>
                </c:pt>
                <c:pt idx="142">
                  <c:v>0.00761</c:v>
                </c:pt>
                <c:pt idx="143">
                  <c:v>0.00732</c:v>
                </c:pt>
                <c:pt idx="144">
                  <c:v>0.00703</c:v>
                </c:pt>
                <c:pt idx="145">
                  <c:v>0.00676</c:v>
                </c:pt>
                <c:pt idx="146">
                  <c:v>0.0065</c:v>
                </c:pt>
                <c:pt idx="147">
                  <c:v>0.00625</c:v>
                </c:pt>
                <c:pt idx="148">
                  <c:v>0.00601</c:v>
                </c:pt>
                <c:pt idx="149">
                  <c:v>0.00579</c:v>
                </c:pt>
                <c:pt idx="150">
                  <c:v>0.00557</c:v>
                </c:pt>
                <c:pt idx="151">
                  <c:v>0.00535</c:v>
                </c:pt>
                <c:pt idx="152">
                  <c:v>0.00515</c:v>
                </c:pt>
                <c:pt idx="153">
                  <c:v>0.00496</c:v>
                </c:pt>
                <c:pt idx="154">
                  <c:v>0.00477</c:v>
                </c:pt>
                <c:pt idx="155">
                  <c:v>0.00459</c:v>
                </c:pt>
                <c:pt idx="156">
                  <c:v>0.00442</c:v>
                </c:pt>
                <c:pt idx="157">
                  <c:v>0.00426</c:v>
                </c:pt>
                <c:pt idx="158">
                  <c:v>0.0041</c:v>
                </c:pt>
                <c:pt idx="159">
                  <c:v>0.00395</c:v>
                </c:pt>
                <c:pt idx="160">
                  <c:v>0.0038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GAMMA 3 / 3,33</c:v>
                </c:pt>
              </c:strCache>
            </c:strRef>
          </c:tx>
          <c:spPr>
            <a:solidFill>
              <a:srgbClr val="0068FF"/>
            </a:solidFill>
            <a:ln w="31750" cap="flat">
              <a:solidFill>
                <a:srgbClr val="0068F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68FF"/>
              </a:solidFill>
              <a:ln w="9525" cap="flat">
                <a:solidFill>
                  <a:srgbClr val="0068FF"/>
                </a:solidFill>
                <a:prstDash val="solid"/>
                <a:round/>
              </a:ln>
              <a:effectLst/>
            </c:spPr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</c:numCache>
            </c:numRef>
          </c:xVal>
          <c:yVal>
            <c:numRef>
              <c:f>Sheet1!$C$2:$C$162</c:f>
              <c:numCache>
                <c:formatCode>General</c:formatCode>
                <c:ptCount val="161"/>
                <c:pt idx="0">
                  <c:v>0</c:v>
                </c:pt>
                <c:pt idx="1">
                  <c:v>0.00783</c:v>
                </c:pt>
                <c:pt idx="2">
                  <c:v>0.02905</c:v>
                </c:pt>
                <c:pt idx="3">
                  <c:v>0.06064</c:v>
                </c:pt>
                <c:pt idx="4">
                  <c:v>0.10001</c:v>
                </c:pt>
                <c:pt idx="5">
                  <c:v>0.14498</c:v>
                </c:pt>
                <c:pt idx="6">
                  <c:v>0.19368</c:v>
                </c:pt>
                <c:pt idx="7">
                  <c:v>0.24457</c:v>
                </c:pt>
                <c:pt idx="8">
                  <c:v>0.29636</c:v>
                </c:pt>
                <c:pt idx="9">
                  <c:v>0.34798</c:v>
                </c:pt>
                <c:pt idx="10">
                  <c:v>0.39856</c:v>
                </c:pt>
                <c:pt idx="11">
                  <c:v>0.44741</c:v>
                </c:pt>
                <c:pt idx="12">
                  <c:v>0.49398</c:v>
                </c:pt>
                <c:pt idx="13">
                  <c:v>0.53785</c:v>
                </c:pt>
                <c:pt idx="14">
                  <c:v>0.57871</c:v>
                </c:pt>
                <c:pt idx="15">
                  <c:v>0.61633</c:v>
                </c:pt>
                <c:pt idx="16">
                  <c:v>0.65058</c:v>
                </c:pt>
                <c:pt idx="17">
                  <c:v>0.68137</c:v>
                </c:pt>
                <c:pt idx="18">
                  <c:v>0.7087</c:v>
                </c:pt>
                <c:pt idx="19">
                  <c:v>0.73257</c:v>
                </c:pt>
                <c:pt idx="20">
                  <c:v>0.75306</c:v>
                </c:pt>
                <c:pt idx="21">
                  <c:v>0.77026</c:v>
                </c:pt>
                <c:pt idx="22">
                  <c:v>0.78428</c:v>
                </c:pt>
                <c:pt idx="23">
                  <c:v>0.79526</c:v>
                </c:pt>
                <c:pt idx="24">
                  <c:v>0.80335</c:v>
                </c:pt>
                <c:pt idx="25">
                  <c:v>0.80871</c:v>
                </c:pt>
                <c:pt idx="26">
                  <c:v>0.8115</c:v>
                </c:pt>
                <c:pt idx="27">
                  <c:v>0.81189</c:v>
                </c:pt>
                <c:pt idx="28">
                  <c:v>0.81005</c:v>
                </c:pt>
                <c:pt idx="29">
                  <c:v>0.80616</c:v>
                </c:pt>
                <c:pt idx="30">
                  <c:v>0.80038</c:v>
                </c:pt>
                <c:pt idx="31">
                  <c:v>0.79287</c:v>
                </c:pt>
                <c:pt idx="32">
                  <c:v>0.7838</c:v>
                </c:pt>
                <c:pt idx="33">
                  <c:v>0.77333</c:v>
                </c:pt>
                <c:pt idx="34">
                  <c:v>0.76159</c:v>
                </c:pt>
                <c:pt idx="35">
                  <c:v>0.74873</c:v>
                </c:pt>
                <c:pt idx="36">
                  <c:v>0.73489</c:v>
                </c:pt>
                <c:pt idx="37">
                  <c:v>0.72019</c:v>
                </c:pt>
                <c:pt idx="38">
                  <c:v>0.70476</c:v>
                </c:pt>
                <c:pt idx="39">
                  <c:v>0.6887</c:v>
                </c:pt>
                <c:pt idx="40">
                  <c:v>0.67213</c:v>
                </c:pt>
                <c:pt idx="41">
                  <c:v>0.65513</c:v>
                </c:pt>
                <c:pt idx="42">
                  <c:v>0.6378</c:v>
                </c:pt>
                <c:pt idx="43">
                  <c:v>0.62023</c:v>
                </c:pt>
                <c:pt idx="44">
                  <c:v>0.60249</c:v>
                </c:pt>
                <c:pt idx="45">
                  <c:v>0.58465</c:v>
                </c:pt>
                <c:pt idx="46">
                  <c:v>0.56678</c:v>
                </c:pt>
                <c:pt idx="47">
                  <c:v>0.54894</c:v>
                </c:pt>
                <c:pt idx="48">
                  <c:v>0.53117</c:v>
                </c:pt>
                <c:pt idx="49">
                  <c:v>0.51354</c:v>
                </c:pt>
                <c:pt idx="50">
                  <c:v>0.49608</c:v>
                </c:pt>
                <c:pt idx="51">
                  <c:v>0.47883</c:v>
                </c:pt>
                <c:pt idx="52">
                  <c:v>0.46182</c:v>
                </c:pt>
                <c:pt idx="53">
                  <c:v>0.44509</c:v>
                </c:pt>
                <c:pt idx="54">
                  <c:v>0.42866</c:v>
                </c:pt>
                <c:pt idx="55">
                  <c:v>0.41255</c:v>
                </c:pt>
                <c:pt idx="56">
                  <c:v>0.39678</c:v>
                </c:pt>
                <c:pt idx="57">
                  <c:v>0.38138</c:v>
                </c:pt>
                <c:pt idx="58">
                  <c:v>0.36634</c:v>
                </c:pt>
                <c:pt idx="59">
                  <c:v>0.35169</c:v>
                </c:pt>
                <c:pt idx="60">
                  <c:v>0.33744</c:v>
                </c:pt>
                <c:pt idx="61">
                  <c:v>0.32358</c:v>
                </c:pt>
                <c:pt idx="62">
                  <c:v>0.31012</c:v>
                </c:pt>
                <c:pt idx="63">
                  <c:v>0.29707</c:v>
                </c:pt>
                <c:pt idx="64">
                  <c:v>0.28442</c:v>
                </c:pt>
                <c:pt idx="65">
                  <c:v>0.27218</c:v>
                </c:pt>
                <c:pt idx="66">
                  <c:v>0.26034</c:v>
                </c:pt>
                <c:pt idx="67">
                  <c:v>0.2489</c:v>
                </c:pt>
                <c:pt idx="68">
                  <c:v>0.23786</c:v>
                </c:pt>
                <c:pt idx="69">
                  <c:v>0.22722</c:v>
                </c:pt>
                <c:pt idx="70">
                  <c:v>0.21695</c:v>
                </c:pt>
                <c:pt idx="71">
                  <c:v>0.20707</c:v>
                </c:pt>
                <c:pt idx="72">
                  <c:v>0.19756</c:v>
                </c:pt>
                <c:pt idx="73">
                  <c:v>0.18841</c:v>
                </c:pt>
                <c:pt idx="74">
                  <c:v>0.17962</c:v>
                </c:pt>
                <c:pt idx="75">
                  <c:v>0.17117</c:v>
                </c:pt>
                <c:pt idx="76">
                  <c:v>0.16307</c:v>
                </c:pt>
                <c:pt idx="77">
                  <c:v>0.15529</c:v>
                </c:pt>
                <c:pt idx="78">
                  <c:v>0.14784</c:v>
                </c:pt>
                <c:pt idx="79">
                  <c:v>0.14069</c:v>
                </c:pt>
                <c:pt idx="80">
                  <c:v>0.13385</c:v>
                </c:pt>
                <c:pt idx="81">
                  <c:v>0.1273</c:v>
                </c:pt>
                <c:pt idx="82">
                  <c:v>0.12104</c:v>
                </c:pt>
                <c:pt idx="83">
                  <c:v>0.11505</c:v>
                </c:pt>
                <c:pt idx="84">
                  <c:v>0.10932</c:v>
                </c:pt>
                <c:pt idx="85">
                  <c:v>0.10385</c:v>
                </c:pt>
                <c:pt idx="86">
                  <c:v>0.09863</c:v>
                </c:pt>
                <c:pt idx="87">
                  <c:v>0.09364</c:v>
                </c:pt>
                <c:pt idx="88">
                  <c:v>0.08889</c:v>
                </c:pt>
                <c:pt idx="89">
                  <c:v>0.08435</c:v>
                </c:pt>
                <c:pt idx="90">
                  <c:v>0.08002</c:v>
                </c:pt>
                <c:pt idx="91">
                  <c:v>0.0759</c:v>
                </c:pt>
                <c:pt idx="92">
                  <c:v>0.07197</c:v>
                </c:pt>
                <c:pt idx="93">
                  <c:v>0.06823</c:v>
                </c:pt>
                <c:pt idx="94">
                  <c:v>0.06467</c:v>
                </c:pt>
                <c:pt idx="95">
                  <c:v>0.06128</c:v>
                </c:pt>
                <c:pt idx="96">
                  <c:v>0.05805</c:v>
                </c:pt>
                <c:pt idx="97">
                  <c:v>0.05499</c:v>
                </c:pt>
                <c:pt idx="98">
                  <c:v>0.05207</c:v>
                </c:pt>
                <c:pt idx="99">
                  <c:v>0.0493</c:v>
                </c:pt>
                <c:pt idx="100">
                  <c:v>0.04667</c:v>
                </c:pt>
                <c:pt idx="101">
                  <c:v>0.04416</c:v>
                </c:pt>
                <c:pt idx="102">
                  <c:v>0.04179</c:v>
                </c:pt>
                <c:pt idx="103">
                  <c:v>0.03953</c:v>
                </c:pt>
                <c:pt idx="104">
                  <c:v>0.03739</c:v>
                </c:pt>
                <c:pt idx="105">
                  <c:v>0.03536</c:v>
                </c:pt>
                <c:pt idx="106">
                  <c:v>0.03343</c:v>
                </c:pt>
                <c:pt idx="107">
                  <c:v>0.03161</c:v>
                </c:pt>
                <c:pt idx="108">
                  <c:v>0.02987</c:v>
                </c:pt>
                <c:pt idx="109">
                  <c:v>0.02823</c:v>
                </c:pt>
                <c:pt idx="110">
                  <c:v>0.02667</c:v>
                </c:pt>
                <c:pt idx="111">
                  <c:v>0.0252</c:v>
                </c:pt>
                <c:pt idx="112">
                  <c:v>0.0238</c:v>
                </c:pt>
                <c:pt idx="113">
                  <c:v>0.02248</c:v>
                </c:pt>
                <c:pt idx="114">
                  <c:v>0.02122</c:v>
                </c:pt>
                <c:pt idx="115">
                  <c:v>0.02004</c:v>
                </c:pt>
                <c:pt idx="116">
                  <c:v>0.01891</c:v>
                </c:pt>
                <c:pt idx="117">
                  <c:v>0.01785</c:v>
                </c:pt>
                <c:pt idx="118">
                  <c:v>0.01685</c:v>
                </c:pt>
                <c:pt idx="119">
                  <c:v>0.01589</c:v>
                </c:pt>
                <c:pt idx="120">
                  <c:v>0.01499</c:v>
                </c:pt>
                <c:pt idx="121">
                  <c:v>0.01414</c:v>
                </c:pt>
                <c:pt idx="122">
                  <c:v>0.01334</c:v>
                </c:pt>
                <c:pt idx="123">
                  <c:v>0.01258</c:v>
                </c:pt>
                <c:pt idx="124">
                  <c:v>0.01186</c:v>
                </c:pt>
                <c:pt idx="125">
                  <c:v>0.01118</c:v>
                </c:pt>
                <c:pt idx="126">
                  <c:v>0.01054</c:v>
                </c:pt>
                <c:pt idx="127">
                  <c:v>0.00993</c:v>
                </c:pt>
                <c:pt idx="128">
                  <c:v>0.00936</c:v>
                </c:pt>
                <c:pt idx="129">
                  <c:v>0.00882</c:v>
                </c:pt>
                <c:pt idx="130">
                  <c:v>0.00831</c:v>
                </c:pt>
                <c:pt idx="131">
                  <c:v>0.00783</c:v>
                </c:pt>
                <c:pt idx="132">
                  <c:v>0.00738</c:v>
                </c:pt>
                <c:pt idx="133">
                  <c:v>0.00695</c:v>
                </c:pt>
                <c:pt idx="134">
                  <c:v>0.00654</c:v>
                </c:pt>
                <c:pt idx="135">
                  <c:v>0.00616</c:v>
                </c:pt>
                <c:pt idx="136">
                  <c:v>0.0058</c:v>
                </c:pt>
                <c:pt idx="137">
                  <c:v>0.00546</c:v>
                </c:pt>
                <c:pt idx="138">
                  <c:v>0.00514</c:v>
                </c:pt>
                <c:pt idx="139">
                  <c:v>0.00484</c:v>
                </c:pt>
                <c:pt idx="140">
                  <c:v>0.00455</c:v>
                </c:pt>
                <c:pt idx="141">
                  <c:v>0.00429</c:v>
                </c:pt>
                <c:pt idx="142">
                  <c:v>0.00403</c:v>
                </c:pt>
                <c:pt idx="143">
                  <c:v>0.00379</c:v>
                </c:pt>
                <c:pt idx="144">
                  <c:v>0.00357</c:v>
                </c:pt>
                <c:pt idx="145">
                  <c:v>0.00336</c:v>
                </c:pt>
                <c:pt idx="146">
                  <c:v>0.00316</c:v>
                </c:pt>
                <c:pt idx="147">
                  <c:v>0.00297</c:v>
                </c:pt>
                <c:pt idx="148">
                  <c:v>0.00279</c:v>
                </c:pt>
                <c:pt idx="149">
                  <c:v>0.00263</c:v>
                </c:pt>
                <c:pt idx="150">
                  <c:v>0.00247</c:v>
                </c:pt>
                <c:pt idx="151">
                  <c:v>0.00232</c:v>
                </c:pt>
                <c:pt idx="152">
                  <c:v>0.00218</c:v>
                </c:pt>
                <c:pt idx="153">
                  <c:v>0.00205</c:v>
                </c:pt>
                <c:pt idx="154">
                  <c:v>0.00193</c:v>
                </c:pt>
                <c:pt idx="155">
                  <c:v>0.00181</c:v>
                </c:pt>
                <c:pt idx="156">
                  <c:v>0.0017</c:v>
                </c:pt>
                <c:pt idx="157">
                  <c:v>0.0016</c:v>
                </c:pt>
                <c:pt idx="158">
                  <c:v>0.0015</c:v>
                </c:pt>
                <c:pt idx="159">
                  <c:v>0.00141</c:v>
                </c:pt>
                <c:pt idx="160">
                  <c:v>0.00133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WEIBULL 2 / 11,3</c:v>
                </c:pt>
              </c:strCache>
            </c:strRef>
          </c:tx>
          <c:spPr>
            <a:solidFill>
              <a:srgbClr val="333333"/>
            </a:solidFill>
            <a:ln w="3175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</c:numCache>
            </c:numRef>
          </c:xVal>
          <c:yVal>
            <c:numRef>
              <c:f>Sheet1!$D$2:$D$162</c:f>
              <c:numCache>
                <c:formatCode>General</c:formatCode>
                <c:ptCount val="161"/>
                <c:pt idx="0">
                  <c:v>0</c:v>
                </c:pt>
                <c:pt idx="1">
                  <c:v>0.03928</c:v>
                </c:pt>
                <c:pt idx="2">
                  <c:v>0.07844</c:v>
                </c:pt>
                <c:pt idx="3">
                  <c:v>0.11737</c:v>
                </c:pt>
                <c:pt idx="4">
                  <c:v>0.15595</c:v>
                </c:pt>
                <c:pt idx="5">
                  <c:v>0.19408</c:v>
                </c:pt>
                <c:pt idx="6">
                  <c:v>0.23165</c:v>
                </c:pt>
                <c:pt idx="7">
                  <c:v>0.26853</c:v>
                </c:pt>
                <c:pt idx="8">
                  <c:v>0.30464</c:v>
                </c:pt>
                <c:pt idx="9">
                  <c:v>0.33987</c:v>
                </c:pt>
                <c:pt idx="10">
                  <c:v>0.37413</c:v>
                </c:pt>
                <c:pt idx="11">
                  <c:v>0.40732</c:v>
                </c:pt>
                <c:pt idx="12">
                  <c:v>0.43935</c:v>
                </c:pt>
                <c:pt idx="13">
                  <c:v>0.47016</c:v>
                </c:pt>
                <c:pt idx="14">
                  <c:v>0.49965</c:v>
                </c:pt>
                <c:pt idx="15">
                  <c:v>0.52777</c:v>
                </c:pt>
                <c:pt idx="16">
                  <c:v>0.55445</c:v>
                </c:pt>
                <c:pt idx="17">
                  <c:v>0.57963</c:v>
                </c:pt>
                <c:pt idx="18">
                  <c:v>0.60326</c:v>
                </c:pt>
                <c:pt idx="19">
                  <c:v>0.62531</c:v>
                </c:pt>
                <c:pt idx="20">
                  <c:v>0.64573</c:v>
                </c:pt>
                <c:pt idx="21">
                  <c:v>0.6645</c:v>
                </c:pt>
                <c:pt idx="22">
                  <c:v>0.68159</c:v>
                </c:pt>
                <c:pt idx="23">
                  <c:v>0.69699</c:v>
                </c:pt>
                <c:pt idx="24">
                  <c:v>0.7107</c:v>
                </c:pt>
                <c:pt idx="25">
                  <c:v>0.72271</c:v>
                </c:pt>
                <c:pt idx="26">
                  <c:v>0.73302</c:v>
                </c:pt>
                <c:pt idx="27">
                  <c:v>0.74165</c:v>
                </c:pt>
                <c:pt idx="28">
                  <c:v>0.74862</c:v>
                </c:pt>
                <c:pt idx="29">
                  <c:v>0.75395</c:v>
                </c:pt>
                <c:pt idx="30">
                  <c:v>0.75767</c:v>
                </c:pt>
                <c:pt idx="31">
                  <c:v>0.75981</c:v>
                </c:pt>
                <c:pt idx="32">
                  <c:v>0.76042</c:v>
                </c:pt>
                <c:pt idx="33">
                  <c:v>0.75954</c:v>
                </c:pt>
                <c:pt idx="34">
                  <c:v>0.75722</c:v>
                </c:pt>
                <c:pt idx="35">
                  <c:v>0.75352</c:v>
                </c:pt>
                <c:pt idx="36">
                  <c:v>0.74848</c:v>
                </c:pt>
                <c:pt idx="37">
                  <c:v>0.74218</c:v>
                </c:pt>
                <c:pt idx="38">
                  <c:v>0.73467</c:v>
                </c:pt>
                <c:pt idx="39">
                  <c:v>0.72602</c:v>
                </c:pt>
                <c:pt idx="40">
                  <c:v>0.71629</c:v>
                </c:pt>
                <c:pt idx="41">
                  <c:v>0.70556</c:v>
                </c:pt>
                <c:pt idx="42">
                  <c:v>0.69389</c:v>
                </c:pt>
                <c:pt idx="43">
                  <c:v>0.68136</c:v>
                </c:pt>
                <c:pt idx="44">
                  <c:v>0.66804</c:v>
                </c:pt>
                <c:pt idx="45">
                  <c:v>0.654</c:v>
                </c:pt>
                <c:pt idx="46">
                  <c:v>0.63931</c:v>
                </c:pt>
                <c:pt idx="47">
                  <c:v>0.62404</c:v>
                </c:pt>
                <c:pt idx="48">
                  <c:v>0.60826</c:v>
                </c:pt>
                <c:pt idx="49">
                  <c:v>0.59204</c:v>
                </c:pt>
                <c:pt idx="50">
                  <c:v>0.57545</c:v>
                </c:pt>
                <c:pt idx="51">
                  <c:v>0.55854</c:v>
                </c:pt>
                <c:pt idx="52">
                  <c:v>0.5414</c:v>
                </c:pt>
                <c:pt idx="53">
                  <c:v>0.52407</c:v>
                </c:pt>
                <c:pt idx="54">
                  <c:v>0.50662</c:v>
                </c:pt>
                <c:pt idx="55">
                  <c:v>0.4891</c:v>
                </c:pt>
                <c:pt idx="56">
                  <c:v>0.47157</c:v>
                </c:pt>
                <c:pt idx="57">
                  <c:v>0.45407</c:v>
                </c:pt>
                <c:pt idx="58">
                  <c:v>0.43666</c:v>
                </c:pt>
                <c:pt idx="59">
                  <c:v>0.41938</c:v>
                </c:pt>
                <c:pt idx="60">
                  <c:v>0.40228</c:v>
                </c:pt>
                <c:pt idx="61">
                  <c:v>0.38538</c:v>
                </c:pt>
                <c:pt idx="62">
                  <c:v>0.36873</c:v>
                </c:pt>
                <c:pt idx="63">
                  <c:v>0.35237</c:v>
                </c:pt>
                <c:pt idx="64">
                  <c:v>0.33631</c:v>
                </c:pt>
                <c:pt idx="65">
                  <c:v>0.3206</c:v>
                </c:pt>
                <c:pt idx="66">
                  <c:v>0.30524</c:v>
                </c:pt>
                <c:pt idx="67">
                  <c:v>0.29027</c:v>
                </c:pt>
                <c:pt idx="68">
                  <c:v>0.2757</c:v>
                </c:pt>
                <c:pt idx="69">
                  <c:v>0.26155</c:v>
                </c:pt>
                <c:pt idx="70">
                  <c:v>0.24783</c:v>
                </c:pt>
                <c:pt idx="71">
                  <c:v>0.23455</c:v>
                </c:pt>
                <c:pt idx="72">
                  <c:v>0.22172</c:v>
                </c:pt>
                <c:pt idx="73">
                  <c:v>0.20934</c:v>
                </c:pt>
                <c:pt idx="74">
                  <c:v>0.19743</c:v>
                </c:pt>
                <c:pt idx="75">
                  <c:v>0.18597</c:v>
                </c:pt>
                <c:pt idx="76">
                  <c:v>0.17498</c:v>
                </c:pt>
                <c:pt idx="77">
                  <c:v>0.16445</c:v>
                </c:pt>
                <c:pt idx="78">
                  <c:v>0.15437</c:v>
                </c:pt>
                <c:pt idx="79">
                  <c:v>0.14475</c:v>
                </c:pt>
                <c:pt idx="80">
                  <c:v>0.13557</c:v>
                </c:pt>
                <c:pt idx="81">
                  <c:v>0.12682</c:v>
                </c:pt>
                <c:pt idx="82">
                  <c:v>0.11851</c:v>
                </c:pt>
                <c:pt idx="83">
                  <c:v>0.11062</c:v>
                </c:pt>
                <c:pt idx="84">
                  <c:v>0.10313</c:v>
                </c:pt>
                <c:pt idx="85">
                  <c:v>0.09605</c:v>
                </c:pt>
                <c:pt idx="86">
                  <c:v>0.08935</c:v>
                </c:pt>
                <c:pt idx="87">
                  <c:v>0.08302</c:v>
                </c:pt>
                <c:pt idx="88">
                  <c:v>0.07706</c:v>
                </c:pt>
                <c:pt idx="89">
                  <c:v>0.07145</c:v>
                </c:pt>
                <c:pt idx="90">
                  <c:v>0.06617</c:v>
                </c:pt>
                <c:pt idx="91">
                  <c:v>0.06121</c:v>
                </c:pt>
                <c:pt idx="92">
                  <c:v>0.05656</c:v>
                </c:pt>
                <c:pt idx="93">
                  <c:v>0.05221</c:v>
                </c:pt>
                <c:pt idx="94">
                  <c:v>0.04814</c:v>
                </c:pt>
                <c:pt idx="95">
                  <c:v>0.04434</c:v>
                </c:pt>
                <c:pt idx="96">
                  <c:v>0.04079</c:v>
                </c:pt>
                <c:pt idx="97">
                  <c:v>0.03749</c:v>
                </c:pt>
                <c:pt idx="98">
                  <c:v>0.03442</c:v>
                </c:pt>
                <c:pt idx="99">
                  <c:v>0.03156</c:v>
                </c:pt>
                <c:pt idx="100">
                  <c:v>0.02891</c:v>
                </c:pt>
                <c:pt idx="101">
                  <c:v>0.02646</c:v>
                </c:pt>
                <c:pt idx="102">
                  <c:v>0.02418</c:v>
                </c:pt>
                <c:pt idx="103">
                  <c:v>0.02208</c:v>
                </c:pt>
                <c:pt idx="104">
                  <c:v>0.02014</c:v>
                </c:pt>
                <c:pt idx="105">
                  <c:v>0.01835</c:v>
                </c:pt>
                <c:pt idx="106">
                  <c:v>0.0167</c:v>
                </c:pt>
                <c:pt idx="107">
                  <c:v>0.01518</c:v>
                </c:pt>
                <c:pt idx="108">
                  <c:v>0.01379</c:v>
                </c:pt>
                <c:pt idx="109">
                  <c:v>0.01251</c:v>
                </c:pt>
                <c:pt idx="110">
                  <c:v>0.01134</c:v>
                </c:pt>
                <c:pt idx="111">
                  <c:v>0.01026</c:v>
                </c:pt>
                <c:pt idx="112">
                  <c:v>0.00928</c:v>
                </c:pt>
                <c:pt idx="113">
                  <c:v>0.00838</c:v>
                </c:pt>
                <c:pt idx="114">
                  <c:v>0.00757</c:v>
                </c:pt>
                <c:pt idx="115">
                  <c:v>0.00682</c:v>
                </c:pt>
                <c:pt idx="116">
                  <c:v>0.00614</c:v>
                </c:pt>
                <c:pt idx="117">
                  <c:v>0.00552</c:v>
                </c:pt>
                <c:pt idx="118">
                  <c:v>0.00496</c:v>
                </c:pt>
                <c:pt idx="119">
                  <c:v>0.00446</c:v>
                </c:pt>
                <c:pt idx="120">
                  <c:v>0.004</c:v>
                </c:pt>
                <c:pt idx="121">
                  <c:v>0.00358</c:v>
                </c:pt>
                <c:pt idx="122">
                  <c:v>0.0032</c:v>
                </c:pt>
                <c:pt idx="123">
                  <c:v>0.00286</c:v>
                </c:pt>
                <c:pt idx="124">
                  <c:v>0.00256</c:v>
                </c:pt>
                <c:pt idx="125">
                  <c:v>0.00228</c:v>
                </c:pt>
                <c:pt idx="126">
                  <c:v>0.00203</c:v>
                </c:pt>
                <c:pt idx="127">
                  <c:v>0.00181</c:v>
                </c:pt>
                <c:pt idx="128">
                  <c:v>0.00161</c:v>
                </c:pt>
                <c:pt idx="129">
                  <c:v>0.00143</c:v>
                </c:pt>
                <c:pt idx="130">
                  <c:v>0.00127</c:v>
                </c:pt>
                <c:pt idx="131">
                  <c:v>0.00112</c:v>
                </c:pt>
                <c:pt idx="132">
                  <c:v>0.001</c:v>
                </c:pt>
                <c:pt idx="133">
                  <c:v>0.00088</c:v>
                </c:pt>
                <c:pt idx="134">
                  <c:v>0.00078</c:v>
                </c:pt>
                <c:pt idx="135">
                  <c:v>0.00069</c:v>
                </c:pt>
                <c:pt idx="136">
                  <c:v>0.00061</c:v>
                </c:pt>
                <c:pt idx="137">
                  <c:v>0.00053</c:v>
                </c:pt>
                <c:pt idx="138">
                  <c:v>0.00047</c:v>
                </c:pt>
                <c:pt idx="139">
                  <c:v>0.00041</c:v>
                </c:pt>
                <c:pt idx="140">
                  <c:v>0.00036</c:v>
                </c:pt>
                <c:pt idx="141">
                  <c:v>0.00032</c:v>
                </c:pt>
                <c:pt idx="142">
                  <c:v>0.00028</c:v>
                </c:pt>
                <c:pt idx="143">
                  <c:v>0.00024</c:v>
                </c:pt>
                <c:pt idx="144">
                  <c:v>0.00021</c:v>
                </c:pt>
                <c:pt idx="145">
                  <c:v>0.00019</c:v>
                </c:pt>
                <c:pt idx="146">
                  <c:v>0.00016</c:v>
                </c:pt>
                <c:pt idx="147">
                  <c:v>0.00014</c:v>
                </c:pt>
                <c:pt idx="148">
                  <c:v>0.00012</c:v>
                </c:pt>
                <c:pt idx="149">
                  <c:v>0.00011</c:v>
                </c:pt>
                <c:pt idx="150">
                  <c:v>0.00009</c:v>
                </c:pt>
                <c:pt idx="151">
                  <c:v>0.00008</c:v>
                </c:pt>
                <c:pt idx="152">
                  <c:v>0.00007</c:v>
                </c:pt>
                <c:pt idx="153">
                  <c:v>0.00006</c:v>
                </c:pt>
                <c:pt idx="154">
                  <c:v>0.00005</c:v>
                </c:pt>
                <c:pt idx="155">
                  <c:v>0.00005</c:v>
                </c:pt>
                <c:pt idx="156">
                  <c:v>0.00004</c:v>
                </c:pt>
                <c:pt idx="157">
                  <c:v>0.00003</c:v>
                </c:pt>
                <c:pt idx="158">
                  <c:v>0.00003</c:v>
                </c:pt>
                <c:pt idx="159">
                  <c:v>0.00003</c:v>
                </c:pt>
                <c:pt idx="160">
                  <c:v>0.00002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EXPONENCIAL 10</c:v>
                </c:pt>
              </c:strCache>
            </c:strRef>
          </c:tx>
          <c:spPr>
            <a:solidFill>
              <a:srgbClr val="000000"/>
            </a:solidFill>
            <a:ln w="31750" cap="flat">
              <a:solidFill>
                <a:srgbClr val="0000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xVal>
            <c:numRef>
              <c:f>Sheet1!$A$2:$A$162</c:f>
              <c:numCache>
                <c:formatCode>General</c:formatCode>
                <c:ptCount val="16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</c:numCache>
            </c:numRef>
          </c:xVal>
          <c:yVal>
            <c:numRef>
              <c:f>Sheet1!$E$2:$E$162</c:f>
              <c:numCache>
                <c:formatCode>General</c:formatCode>
                <c:ptCount val="161"/>
                <c:pt idx="0">
                  <c:v>1</c:v>
                </c:pt>
                <c:pt idx="1">
                  <c:v>0.97531</c:v>
                </c:pt>
                <c:pt idx="2">
                  <c:v>0.95123</c:v>
                </c:pt>
                <c:pt idx="3">
                  <c:v>0.92774</c:v>
                </c:pt>
                <c:pt idx="4">
                  <c:v>0.90484</c:v>
                </c:pt>
                <c:pt idx="5">
                  <c:v>0.8825</c:v>
                </c:pt>
                <c:pt idx="6">
                  <c:v>0.86071</c:v>
                </c:pt>
                <c:pt idx="7">
                  <c:v>0.83946</c:v>
                </c:pt>
                <c:pt idx="8">
                  <c:v>0.81873</c:v>
                </c:pt>
                <c:pt idx="9">
                  <c:v>0.79852</c:v>
                </c:pt>
                <c:pt idx="10">
                  <c:v>0.7788</c:v>
                </c:pt>
                <c:pt idx="11">
                  <c:v>0.75957</c:v>
                </c:pt>
                <c:pt idx="12">
                  <c:v>0.74082</c:v>
                </c:pt>
                <c:pt idx="13">
                  <c:v>0.72253</c:v>
                </c:pt>
                <c:pt idx="14">
                  <c:v>0.70469</c:v>
                </c:pt>
                <c:pt idx="15">
                  <c:v>0.68729</c:v>
                </c:pt>
                <c:pt idx="16">
                  <c:v>0.67032</c:v>
                </c:pt>
                <c:pt idx="17">
                  <c:v>0.65377</c:v>
                </c:pt>
                <c:pt idx="18">
                  <c:v>0.63763</c:v>
                </c:pt>
                <c:pt idx="19">
                  <c:v>0.62189</c:v>
                </c:pt>
                <c:pt idx="20">
                  <c:v>0.60653</c:v>
                </c:pt>
                <c:pt idx="21">
                  <c:v>0.59156</c:v>
                </c:pt>
                <c:pt idx="22">
                  <c:v>0.57695</c:v>
                </c:pt>
                <c:pt idx="23">
                  <c:v>0.5627</c:v>
                </c:pt>
                <c:pt idx="24">
                  <c:v>0.54881</c:v>
                </c:pt>
                <c:pt idx="25">
                  <c:v>0.53526</c:v>
                </c:pt>
                <c:pt idx="26">
                  <c:v>0.52205</c:v>
                </c:pt>
                <c:pt idx="27">
                  <c:v>0.50916</c:v>
                </c:pt>
                <c:pt idx="28">
                  <c:v>0.49659</c:v>
                </c:pt>
                <c:pt idx="29">
                  <c:v>0.48432</c:v>
                </c:pt>
                <c:pt idx="30">
                  <c:v>0.47237</c:v>
                </c:pt>
                <c:pt idx="31">
                  <c:v>0.4607</c:v>
                </c:pt>
                <c:pt idx="32">
                  <c:v>0.44933</c:v>
                </c:pt>
                <c:pt idx="33">
                  <c:v>0.43823</c:v>
                </c:pt>
                <c:pt idx="34">
                  <c:v>0.42741</c:v>
                </c:pt>
                <c:pt idx="35">
                  <c:v>0.41686</c:v>
                </c:pt>
                <c:pt idx="36">
                  <c:v>0.40657</c:v>
                </c:pt>
                <c:pt idx="37">
                  <c:v>0.39653</c:v>
                </c:pt>
                <c:pt idx="38">
                  <c:v>0.38674</c:v>
                </c:pt>
                <c:pt idx="39">
                  <c:v>0.37719</c:v>
                </c:pt>
                <c:pt idx="40">
                  <c:v>0.36788</c:v>
                </c:pt>
                <c:pt idx="41">
                  <c:v>0.3588</c:v>
                </c:pt>
                <c:pt idx="42">
                  <c:v>0.34994</c:v>
                </c:pt>
                <c:pt idx="43">
                  <c:v>0.3413</c:v>
                </c:pt>
                <c:pt idx="44">
                  <c:v>0.33287</c:v>
                </c:pt>
                <c:pt idx="45">
                  <c:v>0.32465</c:v>
                </c:pt>
                <c:pt idx="46">
                  <c:v>0.31664</c:v>
                </c:pt>
                <c:pt idx="47">
                  <c:v>0.30882</c:v>
                </c:pt>
                <c:pt idx="48">
                  <c:v>0.30119</c:v>
                </c:pt>
                <c:pt idx="49">
                  <c:v>0.29376</c:v>
                </c:pt>
                <c:pt idx="50">
                  <c:v>0.2865</c:v>
                </c:pt>
                <c:pt idx="51">
                  <c:v>0.27943</c:v>
                </c:pt>
                <c:pt idx="52">
                  <c:v>0.27253</c:v>
                </c:pt>
                <c:pt idx="53">
                  <c:v>0.2658</c:v>
                </c:pt>
                <c:pt idx="54">
                  <c:v>0.25924</c:v>
                </c:pt>
                <c:pt idx="55">
                  <c:v>0.25284</c:v>
                </c:pt>
                <c:pt idx="56">
                  <c:v>0.2466</c:v>
                </c:pt>
                <c:pt idx="57">
                  <c:v>0.24051</c:v>
                </c:pt>
                <c:pt idx="58">
                  <c:v>0.23457</c:v>
                </c:pt>
                <c:pt idx="59">
                  <c:v>0.22878</c:v>
                </c:pt>
                <c:pt idx="60">
                  <c:v>0.22313</c:v>
                </c:pt>
                <c:pt idx="61">
                  <c:v>0.21762</c:v>
                </c:pt>
                <c:pt idx="62">
                  <c:v>0.21225</c:v>
                </c:pt>
                <c:pt idx="63">
                  <c:v>0.20701</c:v>
                </c:pt>
                <c:pt idx="64">
                  <c:v>0.2019</c:v>
                </c:pt>
                <c:pt idx="65">
                  <c:v>0.19691</c:v>
                </c:pt>
                <c:pt idx="66">
                  <c:v>0.19205</c:v>
                </c:pt>
                <c:pt idx="67">
                  <c:v>0.18731</c:v>
                </c:pt>
                <c:pt idx="68">
                  <c:v>0.18268</c:v>
                </c:pt>
                <c:pt idx="69">
                  <c:v>0.17817</c:v>
                </c:pt>
                <c:pt idx="70">
                  <c:v>0.17377</c:v>
                </c:pt>
                <c:pt idx="71">
                  <c:v>0.16948</c:v>
                </c:pt>
                <c:pt idx="72">
                  <c:v>0.1653</c:v>
                </c:pt>
                <c:pt idx="73">
                  <c:v>0.16122</c:v>
                </c:pt>
                <c:pt idx="74">
                  <c:v>0.15724</c:v>
                </c:pt>
                <c:pt idx="75">
                  <c:v>0.15335</c:v>
                </c:pt>
                <c:pt idx="76">
                  <c:v>0.14957</c:v>
                </c:pt>
                <c:pt idx="77">
                  <c:v>0.14588</c:v>
                </c:pt>
                <c:pt idx="78">
                  <c:v>0.14227</c:v>
                </c:pt>
                <c:pt idx="79">
                  <c:v>0.13876</c:v>
                </c:pt>
                <c:pt idx="80">
                  <c:v>0.13534</c:v>
                </c:pt>
                <c:pt idx="81">
                  <c:v>0.13199</c:v>
                </c:pt>
                <c:pt idx="82">
                  <c:v>0.12873</c:v>
                </c:pt>
                <c:pt idx="83">
                  <c:v>0.12556</c:v>
                </c:pt>
                <c:pt idx="84">
                  <c:v>0.12246</c:v>
                </c:pt>
                <c:pt idx="85">
                  <c:v>0.11943</c:v>
                </c:pt>
                <c:pt idx="86">
                  <c:v>0.11648</c:v>
                </c:pt>
                <c:pt idx="87">
                  <c:v>0.11361</c:v>
                </c:pt>
                <c:pt idx="88">
                  <c:v>0.1108</c:v>
                </c:pt>
                <c:pt idx="89">
                  <c:v>0.10807</c:v>
                </c:pt>
                <c:pt idx="90">
                  <c:v>0.1054</c:v>
                </c:pt>
                <c:pt idx="91">
                  <c:v>0.1028</c:v>
                </c:pt>
                <c:pt idx="92">
                  <c:v>0.10026</c:v>
                </c:pt>
                <c:pt idx="93">
                  <c:v>0.09778</c:v>
                </c:pt>
                <c:pt idx="94">
                  <c:v>0.09537</c:v>
                </c:pt>
                <c:pt idx="95">
                  <c:v>0.09301</c:v>
                </c:pt>
                <c:pt idx="96">
                  <c:v>0.09072</c:v>
                </c:pt>
                <c:pt idx="97">
                  <c:v>0.08848</c:v>
                </c:pt>
                <c:pt idx="98">
                  <c:v>0.08629</c:v>
                </c:pt>
                <c:pt idx="99">
                  <c:v>0.08416</c:v>
                </c:pt>
                <c:pt idx="100">
                  <c:v>0.08208</c:v>
                </c:pt>
                <c:pt idx="101">
                  <c:v>0.08006</c:v>
                </c:pt>
                <c:pt idx="102">
                  <c:v>0.07808</c:v>
                </c:pt>
                <c:pt idx="103">
                  <c:v>0.07615</c:v>
                </c:pt>
                <c:pt idx="104">
                  <c:v>0.07427</c:v>
                </c:pt>
                <c:pt idx="105">
                  <c:v>0.07244</c:v>
                </c:pt>
                <c:pt idx="106">
                  <c:v>0.07065</c:v>
                </c:pt>
                <c:pt idx="107">
                  <c:v>0.06891</c:v>
                </c:pt>
                <c:pt idx="108">
                  <c:v>0.06721</c:v>
                </c:pt>
                <c:pt idx="109">
                  <c:v>0.06555</c:v>
                </c:pt>
                <c:pt idx="110">
                  <c:v>0.06393</c:v>
                </c:pt>
                <c:pt idx="111">
                  <c:v>0.06235</c:v>
                </c:pt>
                <c:pt idx="112">
                  <c:v>0.06081</c:v>
                </c:pt>
                <c:pt idx="113">
                  <c:v>0.05931</c:v>
                </c:pt>
                <c:pt idx="114">
                  <c:v>0.05784</c:v>
                </c:pt>
                <c:pt idx="115">
                  <c:v>0.05642</c:v>
                </c:pt>
                <c:pt idx="116">
                  <c:v>0.05502</c:v>
                </c:pt>
                <c:pt idx="117">
                  <c:v>0.05366</c:v>
                </c:pt>
                <c:pt idx="118">
                  <c:v>0.05234</c:v>
                </c:pt>
                <c:pt idx="119">
                  <c:v>0.05105</c:v>
                </c:pt>
                <c:pt idx="120">
                  <c:v>0.04979</c:v>
                </c:pt>
                <c:pt idx="121">
                  <c:v>0.04856</c:v>
                </c:pt>
                <c:pt idx="122">
                  <c:v>0.04736</c:v>
                </c:pt>
                <c:pt idx="123">
                  <c:v>0.04619</c:v>
                </c:pt>
                <c:pt idx="124">
                  <c:v>0.04505</c:v>
                </c:pt>
                <c:pt idx="125">
                  <c:v>0.04394</c:v>
                </c:pt>
                <c:pt idx="126">
                  <c:v>0.04285</c:v>
                </c:pt>
                <c:pt idx="127">
                  <c:v>0.04179</c:v>
                </c:pt>
                <c:pt idx="128">
                  <c:v>0.04076</c:v>
                </c:pt>
                <c:pt idx="129">
                  <c:v>0.03976</c:v>
                </c:pt>
                <c:pt idx="130">
                  <c:v>0.03877</c:v>
                </c:pt>
                <c:pt idx="131">
                  <c:v>0.03782</c:v>
                </c:pt>
                <c:pt idx="132">
                  <c:v>0.03688</c:v>
                </c:pt>
                <c:pt idx="133">
                  <c:v>0.03597</c:v>
                </c:pt>
                <c:pt idx="134">
                  <c:v>0.03508</c:v>
                </c:pt>
                <c:pt idx="135">
                  <c:v>0.03422</c:v>
                </c:pt>
                <c:pt idx="136">
                  <c:v>0.03337</c:v>
                </c:pt>
                <c:pt idx="137">
                  <c:v>0.03255</c:v>
                </c:pt>
                <c:pt idx="138">
                  <c:v>0.03175</c:v>
                </c:pt>
                <c:pt idx="139">
                  <c:v>0.03096</c:v>
                </c:pt>
                <c:pt idx="140">
                  <c:v>0.0302</c:v>
                </c:pt>
                <c:pt idx="141">
                  <c:v>0.02945</c:v>
                </c:pt>
                <c:pt idx="142">
                  <c:v>0.02872</c:v>
                </c:pt>
                <c:pt idx="143">
                  <c:v>0.02802</c:v>
                </c:pt>
                <c:pt idx="144">
                  <c:v>0.02732</c:v>
                </c:pt>
                <c:pt idx="145">
                  <c:v>0.02665</c:v>
                </c:pt>
                <c:pt idx="146">
                  <c:v>0.02599</c:v>
                </c:pt>
                <c:pt idx="147">
                  <c:v>0.02535</c:v>
                </c:pt>
                <c:pt idx="148">
                  <c:v>0.02472</c:v>
                </c:pt>
                <c:pt idx="149">
                  <c:v>0.02411</c:v>
                </c:pt>
                <c:pt idx="150">
                  <c:v>0.02352</c:v>
                </c:pt>
                <c:pt idx="151">
                  <c:v>0.02294</c:v>
                </c:pt>
                <c:pt idx="152">
                  <c:v>0.02237</c:v>
                </c:pt>
                <c:pt idx="153">
                  <c:v>0.02182</c:v>
                </c:pt>
                <c:pt idx="154">
                  <c:v>0.02128</c:v>
                </c:pt>
                <c:pt idx="155">
                  <c:v>0.02075</c:v>
                </c:pt>
                <c:pt idx="156">
                  <c:v>0.02024</c:v>
                </c:pt>
                <c:pt idx="157">
                  <c:v>0.01974</c:v>
                </c:pt>
                <c:pt idx="158">
                  <c:v>0.01925</c:v>
                </c:pt>
                <c:pt idx="159">
                  <c:v>0.01878</c:v>
                </c:pt>
                <c:pt idx="160">
                  <c:v>0.01832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Días (o S/, HH…)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GUMBEL 15 / 6: días perdidos por lluvia máxima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GUMBEL 15 / 6</c:v>
                </c:pt>
              </c:strCache>
            </c:strRef>
          </c:tx>
          <c:spPr>
            <a:solidFill>
              <a:srgbClr val="0068FF"/>
            </a:solidFill>
            <a:ln w="31750" cap="flat">
              <a:solidFill>
                <a:srgbClr val="0068F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68FF"/>
              </a:solidFill>
              <a:ln w="9525" cap="flat">
                <a:solidFill>
                  <a:srgbClr val="0068FF"/>
                </a:solidFill>
                <a:prstDash val="solid"/>
                <a:round/>
              </a:ln>
              <a:effectLst/>
            </c:spPr>
          </c:marker>
          <c:xVal>
            <c:numRef>
              <c:f>Sheet1!$A$2:$A$152</c:f>
              <c:numCache>
                <c:formatCode>General</c:formatCode>
                <c:ptCount val="151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1.2</c:v>
                </c:pt>
                <c:pt idx="4">
                  <c:v>1.6</c:v>
                </c:pt>
                <c:pt idx="5">
                  <c:v>2</c:v>
                </c:pt>
                <c:pt idx="6">
                  <c:v>2.4</c:v>
                </c:pt>
                <c:pt idx="7">
                  <c:v>2.8</c:v>
                </c:pt>
                <c:pt idx="8">
                  <c:v>3.2</c:v>
                </c:pt>
                <c:pt idx="9">
                  <c:v>3.6</c:v>
                </c:pt>
                <c:pt idx="10">
                  <c:v>4</c:v>
                </c:pt>
                <c:pt idx="11">
                  <c:v>4.4</c:v>
                </c:pt>
                <c:pt idx="12">
                  <c:v>4.8</c:v>
                </c:pt>
                <c:pt idx="13">
                  <c:v>5.2</c:v>
                </c:pt>
                <c:pt idx="14">
                  <c:v>5.6</c:v>
                </c:pt>
                <c:pt idx="15">
                  <c:v>6</c:v>
                </c:pt>
                <c:pt idx="16">
                  <c:v>6.4</c:v>
                </c:pt>
                <c:pt idx="17">
                  <c:v>6.8</c:v>
                </c:pt>
                <c:pt idx="18">
                  <c:v>7.2</c:v>
                </c:pt>
                <c:pt idx="19">
                  <c:v>7.6</c:v>
                </c:pt>
                <c:pt idx="20">
                  <c:v>8</c:v>
                </c:pt>
                <c:pt idx="21">
                  <c:v>8.4</c:v>
                </c:pt>
                <c:pt idx="22">
                  <c:v>8.8</c:v>
                </c:pt>
                <c:pt idx="23">
                  <c:v>9.2</c:v>
                </c:pt>
                <c:pt idx="24">
                  <c:v>9.6</c:v>
                </c:pt>
                <c:pt idx="25">
                  <c:v>10</c:v>
                </c:pt>
                <c:pt idx="26">
                  <c:v>10.4</c:v>
                </c:pt>
                <c:pt idx="27">
                  <c:v>10.8</c:v>
                </c:pt>
                <c:pt idx="28">
                  <c:v>11.2</c:v>
                </c:pt>
                <c:pt idx="29">
                  <c:v>11.6</c:v>
                </c:pt>
                <c:pt idx="30">
                  <c:v>12</c:v>
                </c:pt>
                <c:pt idx="31">
                  <c:v>12.4</c:v>
                </c:pt>
                <c:pt idx="32">
                  <c:v>12.8</c:v>
                </c:pt>
                <c:pt idx="33">
                  <c:v>13.2</c:v>
                </c:pt>
                <c:pt idx="34">
                  <c:v>13.6</c:v>
                </c:pt>
                <c:pt idx="35">
                  <c:v>14</c:v>
                </c:pt>
                <c:pt idx="36">
                  <c:v>14.4</c:v>
                </c:pt>
                <c:pt idx="37">
                  <c:v>14.8</c:v>
                </c:pt>
                <c:pt idx="38">
                  <c:v>15.2</c:v>
                </c:pt>
                <c:pt idx="39">
                  <c:v>15.6</c:v>
                </c:pt>
                <c:pt idx="40">
                  <c:v>16</c:v>
                </c:pt>
                <c:pt idx="41">
                  <c:v>16.4</c:v>
                </c:pt>
                <c:pt idx="42">
                  <c:v>16.8</c:v>
                </c:pt>
                <c:pt idx="43">
                  <c:v>17.2</c:v>
                </c:pt>
                <c:pt idx="44">
                  <c:v>17.6</c:v>
                </c:pt>
                <c:pt idx="45">
                  <c:v>18</c:v>
                </c:pt>
                <c:pt idx="46">
                  <c:v>18.4</c:v>
                </c:pt>
                <c:pt idx="47">
                  <c:v>18.8</c:v>
                </c:pt>
                <c:pt idx="48">
                  <c:v>19.2</c:v>
                </c:pt>
                <c:pt idx="49">
                  <c:v>19.6</c:v>
                </c:pt>
                <c:pt idx="50">
                  <c:v>20</c:v>
                </c:pt>
                <c:pt idx="51">
                  <c:v>20.4</c:v>
                </c:pt>
                <c:pt idx="52">
                  <c:v>20.8</c:v>
                </c:pt>
                <c:pt idx="53">
                  <c:v>21.2</c:v>
                </c:pt>
                <c:pt idx="54">
                  <c:v>21.6</c:v>
                </c:pt>
                <c:pt idx="55">
                  <c:v>22</c:v>
                </c:pt>
                <c:pt idx="56">
                  <c:v>22.4</c:v>
                </c:pt>
                <c:pt idx="57">
                  <c:v>22.8</c:v>
                </c:pt>
                <c:pt idx="58">
                  <c:v>23.2</c:v>
                </c:pt>
                <c:pt idx="59">
                  <c:v>23.6</c:v>
                </c:pt>
                <c:pt idx="60">
                  <c:v>24</c:v>
                </c:pt>
                <c:pt idx="61">
                  <c:v>24.4</c:v>
                </c:pt>
                <c:pt idx="62">
                  <c:v>24.8</c:v>
                </c:pt>
                <c:pt idx="63">
                  <c:v>25.2</c:v>
                </c:pt>
                <c:pt idx="64">
                  <c:v>25.6</c:v>
                </c:pt>
                <c:pt idx="65">
                  <c:v>26</c:v>
                </c:pt>
                <c:pt idx="66">
                  <c:v>26.4</c:v>
                </c:pt>
                <c:pt idx="67">
                  <c:v>26.8</c:v>
                </c:pt>
                <c:pt idx="68">
                  <c:v>27.2</c:v>
                </c:pt>
                <c:pt idx="69">
                  <c:v>27.6</c:v>
                </c:pt>
                <c:pt idx="70">
                  <c:v>28</c:v>
                </c:pt>
                <c:pt idx="71">
                  <c:v>28.4</c:v>
                </c:pt>
                <c:pt idx="72">
                  <c:v>28.8</c:v>
                </c:pt>
                <c:pt idx="73">
                  <c:v>29.2</c:v>
                </c:pt>
                <c:pt idx="74">
                  <c:v>29.6</c:v>
                </c:pt>
                <c:pt idx="75">
                  <c:v>30</c:v>
                </c:pt>
                <c:pt idx="76">
                  <c:v>30.4</c:v>
                </c:pt>
                <c:pt idx="77">
                  <c:v>30.8</c:v>
                </c:pt>
                <c:pt idx="78">
                  <c:v>31.2</c:v>
                </c:pt>
                <c:pt idx="79">
                  <c:v>31.6</c:v>
                </c:pt>
                <c:pt idx="80">
                  <c:v>32</c:v>
                </c:pt>
                <c:pt idx="81">
                  <c:v>32.4</c:v>
                </c:pt>
                <c:pt idx="82">
                  <c:v>32.8</c:v>
                </c:pt>
                <c:pt idx="83">
                  <c:v>33.2</c:v>
                </c:pt>
                <c:pt idx="84">
                  <c:v>33.6</c:v>
                </c:pt>
                <c:pt idx="85">
                  <c:v>34</c:v>
                </c:pt>
                <c:pt idx="86">
                  <c:v>34.4</c:v>
                </c:pt>
                <c:pt idx="87">
                  <c:v>34.8</c:v>
                </c:pt>
                <c:pt idx="88">
                  <c:v>35.2</c:v>
                </c:pt>
                <c:pt idx="89">
                  <c:v>35.6</c:v>
                </c:pt>
                <c:pt idx="90">
                  <c:v>36</c:v>
                </c:pt>
                <c:pt idx="91">
                  <c:v>36.4</c:v>
                </c:pt>
                <c:pt idx="92">
                  <c:v>36.8</c:v>
                </c:pt>
                <c:pt idx="93">
                  <c:v>37.2</c:v>
                </c:pt>
                <c:pt idx="94">
                  <c:v>37.6</c:v>
                </c:pt>
                <c:pt idx="95">
                  <c:v>38</c:v>
                </c:pt>
                <c:pt idx="96">
                  <c:v>38.4</c:v>
                </c:pt>
                <c:pt idx="97">
                  <c:v>38.8</c:v>
                </c:pt>
                <c:pt idx="98">
                  <c:v>39.2</c:v>
                </c:pt>
                <c:pt idx="99">
                  <c:v>39.6</c:v>
                </c:pt>
                <c:pt idx="100">
                  <c:v>40</c:v>
                </c:pt>
                <c:pt idx="101">
                  <c:v>40.4</c:v>
                </c:pt>
                <c:pt idx="102">
                  <c:v>40.8</c:v>
                </c:pt>
                <c:pt idx="103">
                  <c:v>41.2</c:v>
                </c:pt>
                <c:pt idx="104">
                  <c:v>41.6</c:v>
                </c:pt>
                <c:pt idx="105">
                  <c:v>42</c:v>
                </c:pt>
                <c:pt idx="106">
                  <c:v>42.4</c:v>
                </c:pt>
                <c:pt idx="107">
                  <c:v>42.8</c:v>
                </c:pt>
                <c:pt idx="108">
                  <c:v>43.2</c:v>
                </c:pt>
                <c:pt idx="109">
                  <c:v>43.6</c:v>
                </c:pt>
                <c:pt idx="110">
                  <c:v>44</c:v>
                </c:pt>
                <c:pt idx="111">
                  <c:v>44.4</c:v>
                </c:pt>
                <c:pt idx="112">
                  <c:v>44.8</c:v>
                </c:pt>
                <c:pt idx="113">
                  <c:v>45.2</c:v>
                </c:pt>
                <c:pt idx="114">
                  <c:v>45.6</c:v>
                </c:pt>
                <c:pt idx="115">
                  <c:v>46</c:v>
                </c:pt>
                <c:pt idx="116">
                  <c:v>46.4</c:v>
                </c:pt>
                <c:pt idx="117">
                  <c:v>46.8</c:v>
                </c:pt>
                <c:pt idx="118">
                  <c:v>47.2</c:v>
                </c:pt>
                <c:pt idx="119">
                  <c:v>47.6</c:v>
                </c:pt>
                <c:pt idx="120">
                  <c:v>48</c:v>
                </c:pt>
                <c:pt idx="121">
                  <c:v>48.4</c:v>
                </c:pt>
                <c:pt idx="122">
                  <c:v>48.8</c:v>
                </c:pt>
                <c:pt idx="123">
                  <c:v>49.2</c:v>
                </c:pt>
                <c:pt idx="124">
                  <c:v>49.6</c:v>
                </c:pt>
                <c:pt idx="125">
                  <c:v>50</c:v>
                </c:pt>
                <c:pt idx="126">
                  <c:v>50.4</c:v>
                </c:pt>
                <c:pt idx="127">
                  <c:v>50.8</c:v>
                </c:pt>
                <c:pt idx="128">
                  <c:v>51.2</c:v>
                </c:pt>
                <c:pt idx="129">
                  <c:v>51.6</c:v>
                </c:pt>
                <c:pt idx="130">
                  <c:v>52</c:v>
                </c:pt>
                <c:pt idx="131">
                  <c:v>52.4</c:v>
                </c:pt>
                <c:pt idx="132">
                  <c:v>52.8</c:v>
                </c:pt>
                <c:pt idx="133">
                  <c:v>53.2</c:v>
                </c:pt>
                <c:pt idx="134">
                  <c:v>53.6</c:v>
                </c:pt>
                <c:pt idx="135">
                  <c:v>54</c:v>
                </c:pt>
                <c:pt idx="136">
                  <c:v>54.4</c:v>
                </c:pt>
                <c:pt idx="137">
                  <c:v>54.8</c:v>
                </c:pt>
                <c:pt idx="138">
                  <c:v>55.2</c:v>
                </c:pt>
                <c:pt idx="139">
                  <c:v>55.6</c:v>
                </c:pt>
                <c:pt idx="140">
                  <c:v>56</c:v>
                </c:pt>
                <c:pt idx="141">
                  <c:v>56.4</c:v>
                </c:pt>
                <c:pt idx="142">
                  <c:v>56.8</c:v>
                </c:pt>
                <c:pt idx="143">
                  <c:v>57.2</c:v>
                </c:pt>
                <c:pt idx="144">
                  <c:v>57.6</c:v>
                </c:pt>
                <c:pt idx="145">
                  <c:v>58</c:v>
                </c:pt>
                <c:pt idx="146">
                  <c:v>58.4</c:v>
                </c:pt>
                <c:pt idx="147">
                  <c:v>58.8</c:v>
                </c:pt>
                <c:pt idx="148">
                  <c:v>59.2</c:v>
                </c:pt>
                <c:pt idx="149">
                  <c:v>59.6</c:v>
                </c:pt>
                <c:pt idx="150">
                  <c:v>60</c:v>
                </c:pt>
              </c:numCache>
            </c:numRef>
          </c:xVal>
          <c:yVal>
            <c:numRef>
              <c:f>Sheet1!$B$2:$B$152</c:f>
              <c:numCache>
                <c:formatCode>General</c:formatCode>
                <c:ptCount val="151"/>
                <c:pt idx="0">
                  <c:v>0.00017</c:v>
                </c:pt>
                <c:pt idx="1">
                  <c:v>0.00035</c:v>
                </c:pt>
                <c:pt idx="2">
                  <c:v>0.00068</c:v>
                </c:pt>
                <c:pt idx="3">
                  <c:v>0.00126</c:v>
                </c:pt>
                <c:pt idx="4">
                  <c:v>0.00225</c:v>
                </c:pt>
                <c:pt idx="5">
                  <c:v>0.00384</c:v>
                </c:pt>
                <c:pt idx="6">
                  <c:v>0.00631</c:v>
                </c:pt>
                <c:pt idx="7">
                  <c:v>0.01</c:v>
                </c:pt>
                <c:pt idx="8">
                  <c:v>0.0153</c:v>
                </c:pt>
                <c:pt idx="9">
                  <c:v>0.0227</c:v>
                </c:pt>
                <c:pt idx="10">
                  <c:v>0.03269</c:v>
                </c:pt>
                <c:pt idx="11">
                  <c:v>0.04577</c:v>
                </c:pt>
                <c:pt idx="12">
                  <c:v>0.06245</c:v>
                </c:pt>
                <c:pt idx="13">
                  <c:v>0.08316</c:v>
                </c:pt>
                <c:pt idx="14">
                  <c:v>0.10824</c:v>
                </c:pt>
                <c:pt idx="15">
                  <c:v>0.13791</c:v>
                </c:pt>
                <c:pt idx="16">
                  <c:v>0.17226</c:v>
                </c:pt>
                <c:pt idx="17">
                  <c:v>0.21118</c:v>
                </c:pt>
                <c:pt idx="18">
                  <c:v>0.25443</c:v>
                </c:pt>
                <c:pt idx="19">
                  <c:v>0.30156</c:v>
                </c:pt>
                <c:pt idx="20">
                  <c:v>0.35202</c:v>
                </c:pt>
                <c:pt idx="21">
                  <c:v>0.4051</c:v>
                </c:pt>
                <c:pt idx="22">
                  <c:v>0.46</c:v>
                </c:pt>
                <c:pt idx="23">
                  <c:v>0.51584</c:v>
                </c:pt>
                <c:pt idx="24">
                  <c:v>0.57175</c:v>
                </c:pt>
                <c:pt idx="25">
                  <c:v>0.62682</c:v>
                </c:pt>
                <c:pt idx="26">
                  <c:v>0.6802</c:v>
                </c:pt>
                <c:pt idx="27">
                  <c:v>0.7311</c:v>
                </c:pt>
                <c:pt idx="28">
                  <c:v>0.7788</c:v>
                </c:pt>
                <c:pt idx="29">
                  <c:v>0.8227</c:v>
                </c:pt>
                <c:pt idx="30">
                  <c:v>0.86228</c:v>
                </c:pt>
                <c:pt idx="31">
                  <c:v>0.89717</c:v>
                </c:pt>
                <c:pt idx="32">
                  <c:v>0.92709</c:v>
                </c:pt>
                <c:pt idx="33">
                  <c:v>0.95189</c:v>
                </c:pt>
                <c:pt idx="34">
                  <c:v>0.97149</c:v>
                </c:pt>
                <c:pt idx="35">
                  <c:v>0.98596</c:v>
                </c:pt>
                <c:pt idx="36">
                  <c:v>0.99539</c:v>
                </c:pt>
                <c:pt idx="37">
                  <c:v>0.99999</c:v>
                </c:pt>
                <c:pt idx="38">
                  <c:v>1</c:v>
                </c:pt>
                <c:pt idx="39">
                  <c:v>0.99572</c:v>
                </c:pt>
                <c:pt idx="40">
                  <c:v>0.98748</c:v>
                </c:pt>
                <c:pt idx="41">
                  <c:v>0.97563</c:v>
                </c:pt>
                <c:pt idx="42">
                  <c:v>0.96053</c:v>
                </c:pt>
                <c:pt idx="43">
                  <c:v>0.94256</c:v>
                </c:pt>
                <c:pt idx="44">
                  <c:v>0.92208</c:v>
                </c:pt>
                <c:pt idx="45">
                  <c:v>0.89944</c:v>
                </c:pt>
                <c:pt idx="46">
                  <c:v>0.875</c:v>
                </c:pt>
                <c:pt idx="47">
                  <c:v>0.84908</c:v>
                </c:pt>
                <c:pt idx="48">
                  <c:v>0.82198</c:v>
                </c:pt>
                <c:pt idx="49">
                  <c:v>0.794</c:v>
                </c:pt>
                <c:pt idx="50">
                  <c:v>0.76538</c:v>
                </c:pt>
                <c:pt idx="51">
                  <c:v>0.73637</c:v>
                </c:pt>
                <c:pt idx="52">
                  <c:v>0.70718</c:v>
                </c:pt>
                <c:pt idx="53">
                  <c:v>0.678</c:v>
                </c:pt>
                <c:pt idx="54">
                  <c:v>0.649</c:v>
                </c:pt>
                <c:pt idx="55">
                  <c:v>0.62032</c:v>
                </c:pt>
                <c:pt idx="56">
                  <c:v>0.59209</c:v>
                </c:pt>
                <c:pt idx="57">
                  <c:v>0.56441</c:v>
                </c:pt>
                <c:pt idx="58">
                  <c:v>0.53737</c:v>
                </c:pt>
                <c:pt idx="59">
                  <c:v>0.51105</c:v>
                </c:pt>
                <c:pt idx="60">
                  <c:v>0.4855</c:v>
                </c:pt>
                <c:pt idx="61">
                  <c:v>0.46077</c:v>
                </c:pt>
                <c:pt idx="62">
                  <c:v>0.4369</c:v>
                </c:pt>
                <c:pt idx="63">
                  <c:v>0.4139</c:v>
                </c:pt>
                <c:pt idx="64">
                  <c:v>0.39179</c:v>
                </c:pt>
                <c:pt idx="65">
                  <c:v>0.37059</c:v>
                </c:pt>
                <c:pt idx="66">
                  <c:v>0.35028</c:v>
                </c:pt>
                <c:pt idx="67">
                  <c:v>0.33087</c:v>
                </c:pt>
                <c:pt idx="68">
                  <c:v>0.31233</c:v>
                </c:pt>
                <c:pt idx="69">
                  <c:v>0.29467</c:v>
                </c:pt>
                <c:pt idx="70">
                  <c:v>0.27785</c:v>
                </c:pt>
                <c:pt idx="71">
                  <c:v>0.26186</c:v>
                </c:pt>
                <c:pt idx="72">
                  <c:v>0.24667</c:v>
                </c:pt>
                <c:pt idx="73">
                  <c:v>0.23226</c:v>
                </c:pt>
                <c:pt idx="74">
                  <c:v>0.2186</c:v>
                </c:pt>
                <c:pt idx="75">
                  <c:v>0.20566</c:v>
                </c:pt>
                <c:pt idx="76">
                  <c:v>0.19342</c:v>
                </c:pt>
                <c:pt idx="77">
                  <c:v>0.18184</c:v>
                </c:pt>
                <c:pt idx="78">
                  <c:v>0.1709</c:v>
                </c:pt>
                <c:pt idx="79">
                  <c:v>0.16058</c:v>
                </c:pt>
                <c:pt idx="80">
                  <c:v>0.15083</c:v>
                </c:pt>
                <c:pt idx="81">
                  <c:v>0.14164</c:v>
                </c:pt>
                <c:pt idx="82">
                  <c:v>0.13298</c:v>
                </c:pt>
                <c:pt idx="83">
                  <c:v>0.12481</c:v>
                </c:pt>
                <c:pt idx="84">
                  <c:v>0.11713</c:v>
                </c:pt>
                <c:pt idx="85">
                  <c:v>0.10989</c:v>
                </c:pt>
                <c:pt idx="86">
                  <c:v>0.10308</c:v>
                </c:pt>
                <c:pt idx="87">
                  <c:v>0.09668</c:v>
                </c:pt>
                <c:pt idx="88">
                  <c:v>0.09066</c:v>
                </c:pt>
                <c:pt idx="89">
                  <c:v>0.085</c:v>
                </c:pt>
                <c:pt idx="90">
                  <c:v>0.07969</c:v>
                </c:pt>
                <c:pt idx="91">
                  <c:v>0.07469</c:v>
                </c:pt>
                <c:pt idx="92">
                  <c:v>0.07</c:v>
                </c:pt>
                <c:pt idx="93">
                  <c:v>0.0656</c:v>
                </c:pt>
                <c:pt idx="94">
                  <c:v>0.06147</c:v>
                </c:pt>
                <c:pt idx="95">
                  <c:v>0.05759</c:v>
                </c:pt>
                <c:pt idx="96">
                  <c:v>0.05395</c:v>
                </c:pt>
                <c:pt idx="97">
                  <c:v>0.05054</c:v>
                </c:pt>
                <c:pt idx="98">
                  <c:v>0.04734</c:v>
                </c:pt>
                <c:pt idx="99">
                  <c:v>0.04433</c:v>
                </c:pt>
                <c:pt idx="100">
                  <c:v>0.04152</c:v>
                </c:pt>
                <c:pt idx="101">
                  <c:v>0.03888</c:v>
                </c:pt>
                <c:pt idx="102">
                  <c:v>0.03641</c:v>
                </c:pt>
                <c:pt idx="103">
                  <c:v>0.03409</c:v>
                </c:pt>
                <c:pt idx="104">
                  <c:v>0.03192</c:v>
                </c:pt>
                <c:pt idx="105">
                  <c:v>0.02988</c:v>
                </c:pt>
                <c:pt idx="106">
                  <c:v>0.02797</c:v>
                </c:pt>
                <c:pt idx="107">
                  <c:v>0.02619</c:v>
                </c:pt>
                <c:pt idx="108">
                  <c:v>0.02451</c:v>
                </c:pt>
                <c:pt idx="109">
                  <c:v>0.02295</c:v>
                </c:pt>
                <c:pt idx="110">
                  <c:v>0.02148</c:v>
                </c:pt>
                <c:pt idx="111">
                  <c:v>0.0201</c:v>
                </c:pt>
                <c:pt idx="112">
                  <c:v>0.01882</c:v>
                </c:pt>
                <c:pt idx="113">
                  <c:v>0.01761</c:v>
                </c:pt>
                <c:pt idx="114">
                  <c:v>0.01648</c:v>
                </c:pt>
                <c:pt idx="115">
                  <c:v>0.01542</c:v>
                </c:pt>
                <c:pt idx="116">
                  <c:v>0.01443</c:v>
                </c:pt>
                <c:pt idx="117">
                  <c:v>0.01351</c:v>
                </c:pt>
                <c:pt idx="118">
                  <c:v>0.01264</c:v>
                </c:pt>
                <c:pt idx="119">
                  <c:v>0.01183</c:v>
                </c:pt>
                <c:pt idx="120">
                  <c:v>0.01107</c:v>
                </c:pt>
                <c:pt idx="121">
                  <c:v>0.01036</c:v>
                </c:pt>
                <c:pt idx="122">
                  <c:v>0.00969</c:v>
                </c:pt>
                <c:pt idx="123">
                  <c:v>0.00907</c:v>
                </c:pt>
                <c:pt idx="124">
                  <c:v>0.00849</c:v>
                </c:pt>
                <c:pt idx="125">
                  <c:v>0.00794</c:v>
                </c:pt>
                <c:pt idx="126">
                  <c:v>0.00743</c:v>
                </c:pt>
                <c:pt idx="127">
                  <c:v>0.00695</c:v>
                </c:pt>
                <c:pt idx="128">
                  <c:v>0.00651</c:v>
                </c:pt>
                <c:pt idx="129">
                  <c:v>0.00609</c:v>
                </c:pt>
                <c:pt idx="130">
                  <c:v>0.00569</c:v>
                </c:pt>
                <c:pt idx="131">
                  <c:v>0.00533</c:v>
                </c:pt>
                <c:pt idx="132">
                  <c:v>0.00499</c:v>
                </c:pt>
                <c:pt idx="133">
                  <c:v>0.00466</c:v>
                </c:pt>
                <c:pt idx="134">
                  <c:v>0.00436</c:v>
                </c:pt>
                <c:pt idx="135">
                  <c:v>0.00408</c:v>
                </c:pt>
                <c:pt idx="136">
                  <c:v>0.00382</c:v>
                </c:pt>
                <c:pt idx="137">
                  <c:v>0.00357</c:v>
                </c:pt>
                <c:pt idx="138">
                  <c:v>0.00334</c:v>
                </c:pt>
                <c:pt idx="139">
                  <c:v>0.00313</c:v>
                </c:pt>
                <c:pt idx="140">
                  <c:v>0.00293</c:v>
                </c:pt>
                <c:pt idx="141">
                  <c:v>0.00274</c:v>
                </c:pt>
                <c:pt idx="142">
                  <c:v>0.00256</c:v>
                </c:pt>
                <c:pt idx="143">
                  <c:v>0.0024</c:v>
                </c:pt>
                <c:pt idx="144">
                  <c:v>0.00224</c:v>
                </c:pt>
                <c:pt idx="145">
                  <c:v>0.0021</c:v>
                </c:pt>
                <c:pt idx="146">
                  <c:v>0.00196</c:v>
                </c:pt>
                <c:pt idx="147">
                  <c:v>0.00184</c:v>
                </c:pt>
                <c:pt idx="148">
                  <c:v>0.00172</c:v>
                </c:pt>
                <c:pt idx="149">
                  <c:v>0.00161</c:v>
                </c:pt>
                <c:pt idx="150">
                  <c:v>0.0015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Días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0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PARETO 2,5 / 100 000: monto de un reclamo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PARETO 2,5 / 100 000</c:v>
                </c:pt>
              </c:strCache>
            </c:strRef>
          </c:tx>
          <c:spPr>
            <a:solidFill>
              <a:srgbClr val="FF433D"/>
            </a:solidFill>
            <a:ln w="31750" cap="flat">
              <a:solidFill>
                <a:srgbClr val="FF433D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433D"/>
              </a:solidFill>
              <a:ln w="9525" cap="flat">
                <a:solidFill>
                  <a:srgbClr val="FF433D"/>
                </a:solidFill>
                <a:prstDash val="solid"/>
                <a:round/>
              </a:ln>
              <a:effectLst/>
            </c:spPr>
          </c:marker>
          <c:xVal>
            <c:numRef>
              <c:f>Sheet1!$A$2:$A$402</c:f>
              <c:numCache>
                <c:formatCode>General</c:formatCode>
                <c:ptCount val="4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  <c:pt idx="301">
                  <c:v>602</c:v>
                </c:pt>
                <c:pt idx="302">
                  <c:v>604</c:v>
                </c:pt>
                <c:pt idx="303">
                  <c:v>606</c:v>
                </c:pt>
                <c:pt idx="304">
                  <c:v>608</c:v>
                </c:pt>
                <c:pt idx="305">
                  <c:v>610</c:v>
                </c:pt>
                <c:pt idx="306">
                  <c:v>612</c:v>
                </c:pt>
                <c:pt idx="307">
                  <c:v>614</c:v>
                </c:pt>
                <c:pt idx="308">
                  <c:v>616</c:v>
                </c:pt>
                <c:pt idx="309">
                  <c:v>618</c:v>
                </c:pt>
                <c:pt idx="310">
                  <c:v>620</c:v>
                </c:pt>
                <c:pt idx="311">
                  <c:v>622</c:v>
                </c:pt>
                <c:pt idx="312">
                  <c:v>624</c:v>
                </c:pt>
                <c:pt idx="313">
                  <c:v>626</c:v>
                </c:pt>
                <c:pt idx="314">
                  <c:v>628</c:v>
                </c:pt>
                <c:pt idx="315">
                  <c:v>630</c:v>
                </c:pt>
                <c:pt idx="316">
                  <c:v>632</c:v>
                </c:pt>
                <c:pt idx="317">
                  <c:v>634</c:v>
                </c:pt>
                <c:pt idx="318">
                  <c:v>636</c:v>
                </c:pt>
                <c:pt idx="319">
                  <c:v>638</c:v>
                </c:pt>
                <c:pt idx="320">
                  <c:v>640</c:v>
                </c:pt>
                <c:pt idx="321">
                  <c:v>642</c:v>
                </c:pt>
                <c:pt idx="322">
                  <c:v>644</c:v>
                </c:pt>
                <c:pt idx="323">
                  <c:v>646</c:v>
                </c:pt>
                <c:pt idx="324">
                  <c:v>648</c:v>
                </c:pt>
                <c:pt idx="325">
                  <c:v>650</c:v>
                </c:pt>
                <c:pt idx="326">
                  <c:v>652</c:v>
                </c:pt>
                <c:pt idx="327">
                  <c:v>654</c:v>
                </c:pt>
                <c:pt idx="328">
                  <c:v>656</c:v>
                </c:pt>
                <c:pt idx="329">
                  <c:v>658</c:v>
                </c:pt>
                <c:pt idx="330">
                  <c:v>660</c:v>
                </c:pt>
                <c:pt idx="331">
                  <c:v>662</c:v>
                </c:pt>
                <c:pt idx="332">
                  <c:v>664</c:v>
                </c:pt>
                <c:pt idx="333">
                  <c:v>666</c:v>
                </c:pt>
                <c:pt idx="334">
                  <c:v>668</c:v>
                </c:pt>
                <c:pt idx="335">
                  <c:v>670</c:v>
                </c:pt>
                <c:pt idx="336">
                  <c:v>672</c:v>
                </c:pt>
                <c:pt idx="337">
                  <c:v>674</c:v>
                </c:pt>
                <c:pt idx="338">
                  <c:v>676</c:v>
                </c:pt>
                <c:pt idx="339">
                  <c:v>678</c:v>
                </c:pt>
                <c:pt idx="340">
                  <c:v>680</c:v>
                </c:pt>
                <c:pt idx="341">
                  <c:v>682</c:v>
                </c:pt>
                <c:pt idx="342">
                  <c:v>684</c:v>
                </c:pt>
                <c:pt idx="343">
                  <c:v>686</c:v>
                </c:pt>
                <c:pt idx="344">
                  <c:v>688</c:v>
                </c:pt>
                <c:pt idx="345">
                  <c:v>690</c:v>
                </c:pt>
                <c:pt idx="346">
                  <c:v>692</c:v>
                </c:pt>
                <c:pt idx="347">
                  <c:v>694</c:v>
                </c:pt>
                <c:pt idx="348">
                  <c:v>696</c:v>
                </c:pt>
                <c:pt idx="349">
                  <c:v>698</c:v>
                </c:pt>
                <c:pt idx="350">
                  <c:v>700</c:v>
                </c:pt>
                <c:pt idx="351">
                  <c:v>702</c:v>
                </c:pt>
                <c:pt idx="352">
                  <c:v>704</c:v>
                </c:pt>
                <c:pt idx="353">
                  <c:v>706</c:v>
                </c:pt>
                <c:pt idx="354">
                  <c:v>708</c:v>
                </c:pt>
                <c:pt idx="355">
                  <c:v>710</c:v>
                </c:pt>
                <c:pt idx="356">
                  <c:v>712</c:v>
                </c:pt>
                <c:pt idx="357">
                  <c:v>714</c:v>
                </c:pt>
                <c:pt idx="358">
                  <c:v>716</c:v>
                </c:pt>
                <c:pt idx="359">
                  <c:v>718</c:v>
                </c:pt>
                <c:pt idx="360">
                  <c:v>720</c:v>
                </c:pt>
                <c:pt idx="361">
                  <c:v>722</c:v>
                </c:pt>
                <c:pt idx="362">
                  <c:v>724</c:v>
                </c:pt>
                <c:pt idx="363">
                  <c:v>726</c:v>
                </c:pt>
                <c:pt idx="364">
                  <c:v>728</c:v>
                </c:pt>
                <c:pt idx="365">
                  <c:v>730</c:v>
                </c:pt>
                <c:pt idx="366">
                  <c:v>732</c:v>
                </c:pt>
                <c:pt idx="367">
                  <c:v>734</c:v>
                </c:pt>
                <c:pt idx="368">
                  <c:v>736</c:v>
                </c:pt>
                <c:pt idx="369">
                  <c:v>738</c:v>
                </c:pt>
                <c:pt idx="370">
                  <c:v>740</c:v>
                </c:pt>
                <c:pt idx="371">
                  <c:v>742</c:v>
                </c:pt>
                <c:pt idx="372">
                  <c:v>744</c:v>
                </c:pt>
                <c:pt idx="373">
                  <c:v>746</c:v>
                </c:pt>
                <c:pt idx="374">
                  <c:v>748</c:v>
                </c:pt>
                <c:pt idx="375">
                  <c:v>750</c:v>
                </c:pt>
                <c:pt idx="376">
                  <c:v>752</c:v>
                </c:pt>
                <c:pt idx="377">
                  <c:v>754</c:v>
                </c:pt>
                <c:pt idx="378">
                  <c:v>756</c:v>
                </c:pt>
                <c:pt idx="379">
                  <c:v>758</c:v>
                </c:pt>
                <c:pt idx="380">
                  <c:v>760</c:v>
                </c:pt>
                <c:pt idx="381">
                  <c:v>762</c:v>
                </c:pt>
                <c:pt idx="382">
                  <c:v>764</c:v>
                </c:pt>
                <c:pt idx="383">
                  <c:v>766</c:v>
                </c:pt>
                <c:pt idx="384">
                  <c:v>768</c:v>
                </c:pt>
                <c:pt idx="385">
                  <c:v>770</c:v>
                </c:pt>
                <c:pt idx="386">
                  <c:v>772</c:v>
                </c:pt>
                <c:pt idx="387">
                  <c:v>774</c:v>
                </c:pt>
                <c:pt idx="388">
                  <c:v>776</c:v>
                </c:pt>
                <c:pt idx="389">
                  <c:v>778</c:v>
                </c:pt>
                <c:pt idx="390">
                  <c:v>780</c:v>
                </c:pt>
                <c:pt idx="391">
                  <c:v>782</c:v>
                </c:pt>
                <c:pt idx="392">
                  <c:v>784</c:v>
                </c:pt>
                <c:pt idx="393">
                  <c:v>786</c:v>
                </c:pt>
                <c:pt idx="394">
                  <c:v>788</c:v>
                </c:pt>
                <c:pt idx="395">
                  <c:v>790</c:v>
                </c:pt>
                <c:pt idx="396">
                  <c:v>792</c:v>
                </c:pt>
                <c:pt idx="397">
                  <c:v>794</c:v>
                </c:pt>
                <c:pt idx="398">
                  <c:v>796</c:v>
                </c:pt>
                <c:pt idx="399">
                  <c:v>798</c:v>
                </c:pt>
                <c:pt idx="400">
                  <c:v>800</c:v>
                </c:pt>
              </c:numCache>
            </c:numRef>
          </c:xVal>
          <c:yVal>
            <c:numRef>
              <c:f>Sheet1!$B$2:$B$402</c:f>
              <c:numCache>
                <c:formatCode>General</c:formatCode>
                <c:ptCount val="4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1</c:v>
                </c:pt>
                <c:pt idx="51">
                  <c:v>0.93304</c:v>
                </c:pt>
                <c:pt idx="52">
                  <c:v>0.87173</c:v>
                </c:pt>
                <c:pt idx="53">
                  <c:v>0.81551</c:v>
                </c:pt>
                <c:pt idx="54">
                  <c:v>0.76387</c:v>
                </c:pt>
                <c:pt idx="55">
                  <c:v>0.71635</c:v>
                </c:pt>
                <c:pt idx="56">
                  <c:v>0.67257</c:v>
                </c:pt>
                <c:pt idx="57">
                  <c:v>0.63217</c:v>
                </c:pt>
                <c:pt idx="58">
                  <c:v>0.59484</c:v>
                </c:pt>
                <c:pt idx="59">
                  <c:v>0.56029</c:v>
                </c:pt>
                <c:pt idx="60">
                  <c:v>0.52828</c:v>
                </c:pt>
                <c:pt idx="61">
                  <c:v>0.49859</c:v>
                </c:pt>
                <c:pt idx="62">
                  <c:v>0.471</c:v>
                </c:pt>
                <c:pt idx="63">
                  <c:v>0.44535</c:v>
                </c:pt>
                <c:pt idx="64">
                  <c:v>0.42147</c:v>
                </c:pt>
                <c:pt idx="65">
                  <c:v>0.39921</c:v>
                </c:pt>
                <c:pt idx="66">
                  <c:v>0.37843</c:v>
                </c:pt>
                <c:pt idx="67">
                  <c:v>0.35903</c:v>
                </c:pt>
                <c:pt idx="68">
                  <c:v>0.34089</c:v>
                </c:pt>
                <c:pt idx="69">
                  <c:v>0.32391</c:v>
                </c:pt>
                <c:pt idx="70">
                  <c:v>0.308</c:v>
                </c:pt>
                <c:pt idx="71">
                  <c:v>0.29308</c:v>
                </c:pt>
                <c:pt idx="72">
                  <c:v>0.27908</c:v>
                </c:pt>
                <c:pt idx="73">
                  <c:v>0.26593</c:v>
                </c:pt>
                <c:pt idx="74">
                  <c:v>0.25356</c:v>
                </c:pt>
                <c:pt idx="75">
                  <c:v>0.24192</c:v>
                </c:pt>
                <c:pt idx="76">
                  <c:v>0.23097</c:v>
                </c:pt>
                <c:pt idx="77">
                  <c:v>0.22064</c:v>
                </c:pt>
                <c:pt idx="78">
                  <c:v>0.21089</c:v>
                </c:pt>
                <c:pt idx="79">
                  <c:v>0.2017</c:v>
                </c:pt>
                <c:pt idx="80">
                  <c:v>0.19301</c:v>
                </c:pt>
                <c:pt idx="81">
                  <c:v>0.1848</c:v>
                </c:pt>
                <c:pt idx="82">
                  <c:v>0.17703</c:v>
                </c:pt>
                <c:pt idx="83">
                  <c:v>0.16968</c:v>
                </c:pt>
                <c:pt idx="84">
                  <c:v>0.16271</c:v>
                </c:pt>
                <c:pt idx="85">
                  <c:v>0.15611</c:v>
                </c:pt>
                <c:pt idx="86">
                  <c:v>0.14985</c:v>
                </c:pt>
                <c:pt idx="87">
                  <c:v>0.14391</c:v>
                </c:pt>
                <c:pt idx="88">
                  <c:v>0.13826</c:v>
                </c:pt>
                <c:pt idx="89">
                  <c:v>0.1329</c:v>
                </c:pt>
                <c:pt idx="90">
                  <c:v>0.1278</c:v>
                </c:pt>
                <c:pt idx="91">
                  <c:v>0.12296</c:v>
                </c:pt>
                <c:pt idx="92">
                  <c:v>0.11834</c:v>
                </c:pt>
                <c:pt idx="93">
                  <c:v>0.11395</c:v>
                </c:pt>
                <c:pt idx="94">
                  <c:v>0.10976</c:v>
                </c:pt>
                <c:pt idx="95">
                  <c:v>0.10577</c:v>
                </c:pt>
                <c:pt idx="96">
                  <c:v>0.10196</c:v>
                </c:pt>
                <c:pt idx="97">
                  <c:v>0.09833</c:v>
                </c:pt>
                <c:pt idx="98">
                  <c:v>0.09486</c:v>
                </c:pt>
                <c:pt idx="99">
                  <c:v>0.09155</c:v>
                </c:pt>
                <c:pt idx="100">
                  <c:v>0.08839</c:v>
                </c:pt>
                <c:pt idx="101">
                  <c:v>0.08536</c:v>
                </c:pt>
                <c:pt idx="102">
                  <c:v>0.08247</c:v>
                </c:pt>
                <c:pt idx="103">
                  <c:v>0.0797</c:v>
                </c:pt>
                <c:pt idx="104">
                  <c:v>0.07705</c:v>
                </c:pt>
                <c:pt idx="105">
                  <c:v>0.07451</c:v>
                </c:pt>
                <c:pt idx="106">
                  <c:v>0.07208</c:v>
                </c:pt>
                <c:pt idx="107">
                  <c:v>0.06975</c:v>
                </c:pt>
                <c:pt idx="108">
                  <c:v>0.06752</c:v>
                </c:pt>
                <c:pt idx="109">
                  <c:v>0.06537</c:v>
                </c:pt>
                <c:pt idx="110">
                  <c:v>0.06332</c:v>
                </c:pt>
                <c:pt idx="111">
                  <c:v>0.06134</c:v>
                </c:pt>
                <c:pt idx="112">
                  <c:v>0.05945</c:v>
                </c:pt>
                <c:pt idx="113">
                  <c:v>0.05763</c:v>
                </c:pt>
                <c:pt idx="114">
                  <c:v>0.05588</c:v>
                </c:pt>
                <c:pt idx="115">
                  <c:v>0.05419</c:v>
                </c:pt>
                <c:pt idx="116">
                  <c:v>0.05258</c:v>
                </c:pt>
                <c:pt idx="117">
                  <c:v>0.05102</c:v>
                </c:pt>
                <c:pt idx="118">
                  <c:v>0.04952</c:v>
                </c:pt>
                <c:pt idx="119">
                  <c:v>0.04808</c:v>
                </c:pt>
                <c:pt idx="120">
                  <c:v>0.04669</c:v>
                </c:pt>
                <c:pt idx="121">
                  <c:v>0.04536</c:v>
                </c:pt>
                <c:pt idx="122">
                  <c:v>0.04407</c:v>
                </c:pt>
                <c:pt idx="123">
                  <c:v>0.04283</c:v>
                </c:pt>
                <c:pt idx="124">
                  <c:v>0.04163</c:v>
                </c:pt>
                <c:pt idx="125">
                  <c:v>0.04048</c:v>
                </c:pt>
                <c:pt idx="126">
                  <c:v>0.03936</c:v>
                </c:pt>
                <c:pt idx="127">
                  <c:v>0.03829</c:v>
                </c:pt>
                <c:pt idx="128">
                  <c:v>0.03725</c:v>
                </c:pt>
                <c:pt idx="129">
                  <c:v>0.03625</c:v>
                </c:pt>
                <c:pt idx="130">
                  <c:v>0.03529</c:v>
                </c:pt>
                <c:pt idx="131">
                  <c:v>0.03435</c:v>
                </c:pt>
                <c:pt idx="132">
                  <c:v>0.03345</c:v>
                </c:pt>
                <c:pt idx="133">
                  <c:v>0.03258</c:v>
                </c:pt>
                <c:pt idx="134">
                  <c:v>0.03173</c:v>
                </c:pt>
                <c:pt idx="135">
                  <c:v>0.03092</c:v>
                </c:pt>
                <c:pt idx="136">
                  <c:v>0.03013</c:v>
                </c:pt>
                <c:pt idx="137">
                  <c:v>0.02937</c:v>
                </c:pt>
                <c:pt idx="138">
                  <c:v>0.02863</c:v>
                </c:pt>
                <c:pt idx="139">
                  <c:v>0.02792</c:v>
                </c:pt>
                <c:pt idx="140">
                  <c:v>0.02722</c:v>
                </c:pt>
                <c:pt idx="141">
                  <c:v>0.02655</c:v>
                </c:pt>
                <c:pt idx="142">
                  <c:v>0.02591</c:v>
                </c:pt>
                <c:pt idx="143">
                  <c:v>0.02528</c:v>
                </c:pt>
                <c:pt idx="144">
                  <c:v>0.02467</c:v>
                </c:pt>
                <c:pt idx="145">
                  <c:v>0.02408</c:v>
                </c:pt>
                <c:pt idx="146">
                  <c:v>0.0235</c:v>
                </c:pt>
                <c:pt idx="147">
                  <c:v>0.02295</c:v>
                </c:pt>
                <c:pt idx="148">
                  <c:v>0.02241</c:v>
                </c:pt>
                <c:pt idx="149">
                  <c:v>0.02189</c:v>
                </c:pt>
                <c:pt idx="150">
                  <c:v>0.02138</c:v>
                </c:pt>
                <c:pt idx="151">
                  <c:v>0.02089</c:v>
                </c:pt>
                <c:pt idx="152">
                  <c:v>0.02041</c:v>
                </c:pt>
                <c:pt idx="153">
                  <c:v>0.01995</c:v>
                </c:pt>
                <c:pt idx="154">
                  <c:v>0.0195</c:v>
                </c:pt>
                <c:pt idx="155">
                  <c:v>0.01906</c:v>
                </c:pt>
                <c:pt idx="156">
                  <c:v>0.01864</c:v>
                </c:pt>
                <c:pt idx="157">
                  <c:v>0.01823</c:v>
                </c:pt>
                <c:pt idx="158">
                  <c:v>0.01783</c:v>
                </c:pt>
                <c:pt idx="159">
                  <c:v>0.01744</c:v>
                </c:pt>
                <c:pt idx="160">
                  <c:v>0.01706</c:v>
                </c:pt>
                <c:pt idx="161">
                  <c:v>0.01669</c:v>
                </c:pt>
                <c:pt idx="162">
                  <c:v>0.01633</c:v>
                </c:pt>
                <c:pt idx="163">
                  <c:v>0.01599</c:v>
                </c:pt>
                <c:pt idx="164">
                  <c:v>0.01565</c:v>
                </c:pt>
                <c:pt idx="165">
                  <c:v>0.01532</c:v>
                </c:pt>
                <c:pt idx="166">
                  <c:v>0.015</c:v>
                </c:pt>
                <c:pt idx="167">
                  <c:v>0.01469</c:v>
                </c:pt>
                <c:pt idx="168">
                  <c:v>0.01438</c:v>
                </c:pt>
                <c:pt idx="169">
                  <c:v>0.01409</c:v>
                </c:pt>
                <c:pt idx="170">
                  <c:v>0.0138</c:v>
                </c:pt>
                <c:pt idx="171">
                  <c:v>0.01352</c:v>
                </c:pt>
                <c:pt idx="172">
                  <c:v>0.01324</c:v>
                </c:pt>
                <c:pt idx="173">
                  <c:v>0.01298</c:v>
                </c:pt>
                <c:pt idx="174">
                  <c:v>0.01272</c:v>
                </c:pt>
                <c:pt idx="175">
                  <c:v>0.01247</c:v>
                </c:pt>
                <c:pt idx="176">
                  <c:v>0.01222</c:v>
                </c:pt>
                <c:pt idx="177">
                  <c:v>0.01198</c:v>
                </c:pt>
                <c:pt idx="178">
                  <c:v>0.01175</c:v>
                </c:pt>
                <c:pt idx="179">
                  <c:v>0.01152</c:v>
                </c:pt>
                <c:pt idx="180">
                  <c:v>0.0113</c:v>
                </c:pt>
                <c:pt idx="181">
                  <c:v>0.01108</c:v>
                </c:pt>
                <c:pt idx="182">
                  <c:v>0.01087</c:v>
                </c:pt>
                <c:pt idx="183">
                  <c:v>0.01066</c:v>
                </c:pt>
                <c:pt idx="184">
                  <c:v>0.01046</c:v>
                </c:pt>
                <c:pt idx="185">
                  <c:v>0.01026</c:v>
                </c:pt>
                <c:pt idx="186">
                  <c:v>0.01007</c:v>
                </c:pt>
                <c:pt idx="187">
                  <c:v>0.00988</c:v>
                </c:pt>
                <c:pt idx="188">
                  <c:v>0.0097</c:v>
                </c:pt>
                <c:pt idx="189">
                  <c:v>0.00952</c:v>
                </c:pt>
                <c:pt idx="190">
                  <c:v>0.00935</c:v>
                </c:pt>
                <c:pt idx="191">
                  <c:v>0.00918</c:v>
                </c:pt>
                <c:pt idx="192">
                  <c:v>0.00901</c:v>
                </c:pt>
                <c:pt idx="193">
                  <c:v>0.00885</c:v>
                </c:pt>
                <c:pt idx="194">
                  <c:v>0.00869</c:v>
                </c:pt>
                <c:pt idx="195">
                  <c:v>0.00854</c:v>
                </c:pt>
                <c:pt idx="196">
                  <c:v>0.00838</c:v>
                </c:pt>
                <c:pt idx="197">
                  <c:v>0.00824</c:v>
                </c:pt>
                <c:pt idx="198">
                  <c:v>0.00809</c:v>
                </c:pt>
                <c:pt idx="199">
                  <c:v>0.00795</c:v>
                </c:pt>
                <c:pt idx="200">
                  <c:v>0.00781</c:v>
                </c:pt>
                <c:pt idx="201">
                  <c:v>0.00768</c:v>
                </c:pt>
                <c:pt idx="202">
                  <c:v>0.00755</c:v>
                </c:pt>
                <c:pt idx="203">
                  <c:v>0.00742</c:v>
                </c:pt>
                <c:pt idx="204">
                  <c:v>0.00729</c:v>
                </c:pt>
                <c:pt idx="205">
                  <c:v>0.00717</c:v>
                </c:pt>
                <c:pt idx="206">
                  <c:v>0.00704</c:v>
                </c:pt>
                <c:pt idx="207">
                  <c:v>0.00693</c:v>
                </c:pt>
                <c:pt idx="208">
                  <c:v>0.00681</c:v>
                </c:pt>
                <c:pt idx="209">
                  <c:v>0.0067</c:v>
                </c:pt>
                <c:pt idx="210">
                  <c:v>0.00659</c:v>
                </c:pt>
                <c:pt idx="211">
                  <c:v>0.00648</c:v>
                </c:pt>
                <c:pt idx="212">
                  <c:v>0.00637</c:v>
                </c:pt>
                <c:pt idx="213">
                  <c:v>0.00627</c:v>
                </c:pt>
                <c:pt idx="214">
                  <c:v>0.00617</c:v>
                </c:pt>
                <c:pt idx="215">
                  <c:v>0.00607</c:v>
                </c:pt>
                <c:pt idx="216">
                  <c:v>0.00597</c:v>
                </c:pt>
                <c:pt idx="217">
                  <c:v>0.00587</c:v>
                </c:pt>
                <c:pt idx="218">
                  <c:v>0.00578</c:v>
                </c:pt>
                <c:pt idx="219">
                  <c:v>0.00569</c:v>
                </c:pt>
                <c:pt idx="220">
                  <c:v>0.0056</c:v>
                </c:pt>
                <c:pt idx="221">
                  <c:v>0.00551</c:v>
                </c:pt>
                <c:pt idx="222">
                  <c:v>0.00542</c:v>
                </c:pt>
                <c:pt idx="223">
                  <c:v>0.00534</c:v>
                </c:pt>
                <c:pt idx="224">
                  <c:v>0.00525</c:v>
                </c:pt>
                <c:pt idx="225">
                  <c:v>0.00517</c:v>
                </c:pt>
                <c:pt idx="226">
                  <c:v>0.00509</c:v>
                </c:pt>
                <c:pt idx="227">
                  <c:v>0.00502</c:v>
                </c:pt>
                <c:pt idx="228">
                  <c:v>0.00494</c:v>
                </c:pt>
                <c:pt idx="229">
                  <c:v>0.00486</c:v>
                </c:pt>
                <c:pt idx="230">
                  <c:v>0.00479</c:v>
                </c:pt>
                <c:pt idx="231">
                  <c:v>0.00472</c:v>
                </c:pt>
                <c:pt idx="232">
                  <c:v>0.00465</c:v>
                </c:pt>
                <c:pt idx="233">
                  <c:v>0.00458</c:v>
                </c:pt>
                <c:pt idx="234">
                  <c:v>0.00451</c:v>
                </c:pt>
                <c:pt idx="235">
                  <c:v>0.00444</c:v>
                </c:pt>
                <c:pt idx="236">
                  <c:v>0.00438</c:v>
                </c:pt>
                <c:pt idx="237">
                  <c:v>0.00431</c:v>
                </c:pt>
                <c:pt idx="238">
                  <c:v>0.00425</c:v>
                </c:pt>
                <c:pt idx="239">
                  <c:v>0.00419</c:v>
                </c:pt>
                <c:pt idx="240">
                  <c:v>0.00413</c:v>
                </c:pt>
                <c:pt idx="241">
                  <c:v>0.00407</c:v>
                </c:pt>
                <c:pt idx="242">
                  <c:v>0.00401</c:v>
                </c:pt>
                <c:pt idx="243">
                  <c:v>0.00395</c:v>
                </c:pt>
                <c:pt idx="244">
                  <c:v>0.0039</c:v>
                </c:pt>
                <c:pt idx="245">
                  <c:v>0.00384</c:v>
                </c:pt>
                <c:pt idx="246">
                  <c:v>0.00379</c:v>
                </c:pt>
                <c:pt idx="247">
                  <c:v>0.00373</c:v>
                </c:pt>
                <c:pt idx="248">
                  <c:v>0.00368</c:v>
                </c:pt>
                <c:pt idx="249">
                  <c:v>0.00363</c:v>
                </c:pt>
                <c:pt idx="250">
                  <c:v>0.00358</c:v>
                </c:pt>
                <c:pt idx="251">
                  <c:v>0.00353</c:v>
                </c:pt>
                <c:pt idx="252">
                  <c:v>0.00348</c:v>
                </c:pt>
                <c:pt idx="253">
                  <c:v>0.00343</c:v>
                </c:pt>
                <c:pt idx="254">
                  <c:v>0.00338</c:v>
                </c:pt>
                <c:pt idx="255">
                  <c:v>0.00334</c:v>
                </c:pt>
                <c:pt idx="256">
                  <c:v>0.00329</c:v>
                </c:pt>
                <c:pt idx="257">
                  <c:v>0.00325</c:v>
                </c:pt>
                <c:pt idx="258">
                  <c:v>0.0032</c:v>
                </c:pt>
                <c:pt idx="259">
                  <c:v>0.00316</c:v>
                </c:pt>
                <c:pt idx="260">
                  <c:v>0.00312</c:v>
                </c:pt>
                <c:pt idx="261">
                  <c:v>0.00308</c:v>
                </c:pt>
                <c:pt idx="262">
                  <c:v>0.00304</c:v>
                </c:pt>
                <c:pt idx="263">
                  <c:v>0.003</c:v>
                </c:pt>
                <c:pt idx="264">
                  <c:v>0.00296</c:v>
                </c:pt>
                <c:pt idx="265">
                  <c:v>0.00292</c:v>
                </c:pt>
                <c:pt idx="266">
                  <c:v>0.00288</c:v>
                </c:pt>
                <c:pt idx="267">
                  <c:v>0.00284</c:v>
                </c:pt>
                <c:pt idx="268">
                  <c:v>0.0028</c:v>
                </c:pt>
                <c:pt idx="269">
                  <c:v>0.00277</c:v>
                </c:pt>
                <c:pt idx="270">
                  <c:v>0.00273</c:v>
                </c:pt>
                <c:pt idx="271">
                  <c:v>0.0027</c:v>
                </c:pt>
                <c:pt idx="272">
                  <c:v>0.00266</c:v>
                </c:pt>
                <c:pt idx="273">
                  <c:v>0.00263</c:v>
                </c:pt>
                <c:pt idx="274">
                  <c:v>0.0026</c:v>
                </c:pt>
                <c:pt idx="275">
                  <c:v>0.00256</c:v>
                </c:pt>
                <c:pt idx="276">
                  <c:v>0.00253</c:v>
                </c:pt>
                <c:pt idx="277">
                  <c:v>0.0025</c:v>
                </c:pt>
                <c:pt idx="278">
                  <c:v>0.00247</c:v>
                </c:pt>
                <c:pt idx="279">
                  <c:v>0.00244</c:v>
                </c:pt>
                <c:pt idx="280">
                  <c:v>0.00241</c:v>
                </c:pt>
                <c:pt idx="281">
                  <c:v>0.00238</c:v>
                </c:pt>
                <c:pt idx="282">
                  <c:v>0.00235</c:v>
                </c:pt>
                <c:pt idx="283">
                  <c:v>0.00232</c:v>
                </c:pt>
                <c:pt idx="284">
                  <c:v>0.00229</c:v>
                </c:pt>
                <c:pt idx="285">
                  <c:v>0.00226</c:v>
                </c:pt>
                <c:pt idx="286">
                  <c:v>0.00223</c:v>
                </c:pt>
                <c:pt idx="287">
                  <c:v>0.00221</c:v>
                </c:pt>
                <c:pt idx="288">
                  <c:v>0.00218</c:v>
                </c:pt>
                <c:pt idx="289">
                  <c:v>0.00215</c:v>
                </c:pt>
                <c:pt idx="290">
                  <c:v>0.00213</c:v>
                </c:pt>
                <c:pt idx="291">
                  <c:v>0.0021</c:v>
                </c:pt>
                <c:pt idx="292">
                  <c:v>0.00208</c:v>
                </c:pt>
                <c:pt idx="293">
                  <c:v>0.00205</c:v>
                </c:pt>
                <c:pt idx="294">
                  <c:v>0.00203</c:v>
                </c:pt>
                <c:pt idx="295">
                  <c:v>0.002</c:v>
                </c:pt>
                <c:pt idx="296">
                  <c:v>0.00198</c:v>
                </c:pt>
                <c:pt idx="297">
                  <c:v>0.00196</c:v>
                </c:pt>
                <c:pt idx="298">
                  <c:v>0.00193</c:v>
                </c:pt>
                <c:pt idx="299">
                  <c:v>0.00191</c:v>
                </c:pt>
                <c:pt idx="300">
                  <c:v>0.00189</c:v>
                </c:pt>
                <c:pt idx="301">
                  <c:v>0.00187</c:v>
                </c:pt>
                <c:pt idx="302">
                  <c:v>0.00185</c:v>
                </c:pt>
                <c:pt idx="303">
                  <c:v>0.00183</c:v>
                </c:pt>
                <c:pt idx="304">
                  <c:v>0.0018</c:v>
                </c:pt>
                <c:pt idx="305">
                  <c:v>0.00178</c:v>
                </c:pt>
                <c:pt idx="306">
                  <c:v>0.00176</c:v>
                </c:pt>
                <c:pt idx="307">
                  <c:v>0.00174</c:v>
                </c:pt>
                <c:pt idx="308">
                  <c:v>0.00172</c:v>
                </c:pt>
                <c:pt idx="309">
                  <c:v>0.0017</c:v>
                </c:pt>
                <c:pt idx="310">
                  <c:v>0.00169</c:v>
                </c:pt>
                <c:pt idx="311">
                  <c:v>0.00167</c:v>
                </c:pt>
                <c:pt idx="312">
                  <c:v>0.00165</c:v>
                </c:pt>
                <c:pt idx="313">
                  <c:v>0.00163</c:v>
                </c:pt>
                <c:pt idx="314">
                  <c:v>0.00161</c:v>
                </c:pt>
                <c:pt idx="315">
                  <c:v>0.00159</c:v>
                </c:pt>
                <c:pt idx="316">
                  <c:v>0.00158</c:v>
                </c:pt>
                <c:pt idx="317">
                  <c:v>0.00156</c:v>
                </c:pt>
                <c:pt idx="318">
                  <c:v>0.00154</c:v>
                </c:pt>
                <c:pt idx="319">
                  <c:v>0.00152</c:v>
                </c:pt>
                <c:pt idx="320">
                  <c:v>0.00151</c:v>
                </c:pt>
                <c:pt idx="321">
                  <c:v>0.00149</c:v>
                </c:pt>
                <c:pt idx="322">
                  <c:v>0.00148</c:v>
                </c:pt>
                <c:pt idx="323">
                  <c:v>0.00146</c:v>
                </c:pt>
                <c:pt idx="324">
                  <c:v>0.00144</c:v>
                </c:pt>
                <c:pt idx="325">
                  <c:v>0.00143</c:v>
                </c:pt>
                <c:pt idx="326">
                  <c:v>0.00141</c:v>
                </c:pt>
                <c:pt idx="327">
                  <c:v>0.0014</c:v>
                </c:pt>
                <c:pt idx="328">
                  <c:v>0.00138</c:v>
                </c:pt>
                <c:pt idx="329">
                  <c:v>0.00137</c:v>
                </c:pt>
                <c:pt idx="330">
                  <c:v>0.00135</c:v>
                </c:pt>
                <c:pt idx="331">
                  <c:v>0.00134</c:v>
                </c:pt>
                <c:pt idx="332">
                  <c:v>0.00133</c:v>
                </c:pt>
                <c:pt idx="333">
                  <c:v>0.00131</c:v>
                </c:pt>
                <c:pt idx="334">
                  <c:v>0.0013</c:v>
                </c:pt>
                <c:pt idx="335">
                  <c:v>0.00128</c:v>
                </c:pt>
                <c:pt idx="336">
                  <c:v>0.00127</c:v>
                </c:pt>
                <c:pt idx="337">
                  <c:v>0.00126</c:v>
                </c:pt>
                <c:pt idx="338">
                  <c:v>0.00125</c:v>
                </c:pt>
                <c:pt idx="339">
                  <c:v>0.00123</c:v>
                </c:pt>
                <c:pt idx="340">
                  <c:v>0.00122</c:v>
                </c:pt>
                <c:pt idx="341">
                  <c:v>0.00121</c:v>
                </c:pt>
                <c:pt idx="342">
                  <c:v>0.00119</c:v>
                </c:pt>
                <c:pt idx="343">
                  <c:v>0.00118</c:v>
                </c:pt>
                <c:pt idx="344">
                  <c:v>0.00117</c:v>
                </c:pt>
                <c:pt idx="345">
                  <c:v>0.00116</c:v>
                </c:pt>
                <c:pt idx="346">
                  <c:v>0.00115</c:v>
                </c:pt>
                <c:pt idx="347">
                  <c:v>0.00114</c:v>
                </c:pt>
                <c:pt idx="348">
                  <c:v>0.00112</c:v>
                </c:pt>
                <c:pt idx="349">
                  <c:v>0.00111</c:v>
                </c:pt>
                <c:pt idx="350">
                  <c:v>0.0011</c:v>
                </c:pt>
                <c:pt idx="351">
                  <c:v>0.00109</c:v>
                </c:pt>
                <c:pt idx="352">
                  <c:v>0.00108</c:v>
                </c:pt>
                <c:pt idx="353">
                  <c:v>0.00107</c:v>
                </c:pt>
                <c:pt idx="354">
                  <c:v>0.00106</c:v>
                </c:pt>
                <c:pt idx="355">
                  <c:v>0.00105</c:v>
                </c:pt>
                <c:pt idx="356">
                  <c:v>0.00104</c:v>
                </c:pt>
                <c:pt idx="357">
                  <c:v>0.00103</c:v>
                </c:pt>
                <c:pt idx="358">
                  <c:v>0.00102</c:v>
                </c:pt>
                <c:pt idx="359">
                  <c:v>0.00101</c:v>
                </c:pt>
                <c:pt idx="360">
                  <c:v>0.001</c:v>
                </c:pt>
                <c:pt idx="361">
                  <c:v>0.00099</c:v>
                </c:pt>
                <c:pt idx="362">
                  <c:v>0.00098</c:v>
                </c:pt>
                <c:pt idx="363">
                  <c:v>0.00097</c:v>
                </c:pt>
                <c:pt idx="364">
                  <c:v>0.00096</c:v>
                </c:pt>
                <c:pt idx="365">
                  <c:v>0.00095</c:v>
                </c:pt>
                <c:pt idx="366">
                  <c:v>0.00094</c:v>
                </c:pt>
                <c:pt idx="367">
                  <c:v>0.00093</c:v>
                </c:pt>
                <c:pt idx="368">
                  <c:v>0.00092</c:v>
                </c:pt>
                <c:pt idx="369">
                  <c:v>0.00092</c:v>
                </c:pt>
                <c:pt idx="370">
                  <c:v>0.00091</c:v>
                </c:pt>
                <c:pt idx="371">
                  <c:v>0.0009</c:v>
                </c:pt>
                <c:pt idx="372">
                  <c:v>0.00089</c:v>
                </c:pt>
                <c:pt idx="373">
                  <c:v>0.00088</c:v>
                </c:pt>
                <c:pt idx="374">
                  <c:v>0.00087</c:v>
                </c:pt>
                <c:pt idx="375">
                  <c:v>0.00087</c:v>
                </c:pt>
                <c:pt idx="376">
                  <c:v>0.00086</c:v>
                </c:pt>
                <c:pt idx="377">
                  <c:v>0.00085</c:v>
                </c:pt>
                <c:pt idx="378">
                  <c:v>0.00084</c:v>
                </c:pt>
                <c:pt idx="379">
                  <c:v>0.00083</c:v>
                </c:pt>
                <c:pt idx="380">
                  <c:v>0.00083</c:v>
                </c:pt>
                <c:pt idx="381">
                  <c:v>0.00082</c:v>
                </c:pt>
                <c:pt idx="382">
                  <c:v>0.00081</c:v>
                </c:pt>
                <c:pt idx="383">
                  <c:v>0.0008</c:v>
                </c:pt>
                <c:pt idx="384">
                  <c:v>0.0008</c:v>
                </c:pt>
                <c:pt idx="385">
                  <c:v>0.00079</c:v>
                </c:pt>
                <c:pt idx="386">
                  <c:v>0.00078</c:v>
                </c:pt>
                <c:pt idx="387">
                  <c:v>0.00078</c:v>
                </c:pt>
                <c:pt idx="388">
                  <c:v>0.00077</c:v>
                </c:pt>
                <c:pt idx="389">
                  <c:v>0.00076</c:v>
                </c:pt>
                <c:pt idx="390">
                  <c:v>0.00075</c:v>
                </c:pt>
                <c:pt idx="391">
                  <c:v>0.00075</c:v>
                </c:pt>
                <c:pt idx="392">
                  <c:v>0.00074</c:v>
                </c:pt>
                <c:pt idx="393">
                  <c:v>0.00073</c:v>
                </c:pt>
                <c:pt idx="394">
                  <c:v>0.00073</c:v>
                </c:pt>
                <c:pt idx="395">
                  <c:v>0.00072</c:v>
                </c:pt>
                <c:pt idx="396">
                  <c:v>0.00072</c:v>
                </c:pt>
                <c:pt idx="397">
                  <c:v>0.00071</c:v>
                </c:pt>
                <c:pt idx="398">
                  <c:v>0.0007</c:v>
                </c:pt>
                <c:pt idx="399">
                  <c:v>0.0007</c:v>
                </c:pt>
                <c:pt idx="400">
                  <c:v>0.00069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Miles de S/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6B6B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00"/>
      </c:val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POISSON media 3: eventos en el periodo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Probabilidad</c:v>
                </c:pt>
              </c:strCache>
            </c:strRef>
          </c:tx>
          <c:spPr>
            <a:solidFill>
              <a:srgbClr val="0068F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0.05</c:v>
                </c:pt>
                <c:pt idx="1">
                  <c:v>0.149</c:v>
                </c:pt>
                <c:pt idx="2">
                  <c:v>0.224</c:v>
                </c:pt>
                <c:pt idx="3">
                  <c:v>0.224</c:v>
                </c:pt>
                <c:pt idx="4">
                  <c:v>0.168</c:v>
                </c:pt>
                <c:pt idx="5">
                  <c:v>0.101</c:v>
                </c:pt>
                <c:pt idx="6">
                  <c:v>0.05</c:v>
                </c:pt>
                <c:pt idx="7">
                  <c:v>0.022</c:v>
                </c:pt>
                <c:pt idx="8">
                  <c:v>0.008</c:v>
                </c:pt>
                <c:pt idx="9">
                  <c:v>0.003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Número de eventos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BINOMIAL 40 / 0,15: submittals rechazados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Probabilidad</c:v>
                </c:pt>
              </c:strCache>
            </c:strRef>
          </c:tx>
          <c:spPr>
            <a:solidFill>
              <a:srgbClr val="FF660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0.002</c:v>
                </c:pt>
                <c:pt idx="1">
                  <c:v>0.011</c:v>
                </c:pt>
                <c:pt idx="2">
                  <c:v>0.036</c:v>
                </c:pt>
                <c:pt idx="3">
                  <c:v>0.082</c:v>
                </c:pt>
                <c:pt idx="4">
                  <c:v>0.133</c:v>
                </c:pt>
                <c:pt idx="5">
                  <c:v>0.169</c:v>
                </c:pt>
                <c:pt idx="6">
                  <c:v>0.174</c:v>
                </c:pt>
                <c:pt idx="7">
                  <c:v>0.149</c:v>
                </c:pt>
                <c:pt idx="8">
                  <c:v>0.109</c:v>
                </c:pt>
                <c:pt idx="9">
                  <c:v>0.068</c:v>
                </c:pt>
                <c:pt idx="10">
                  <c:v>0.037</c:v>
                </c:pt>
                <c:pt idx="11">
                  <c:v>0.018</c:v>
                </c:pt>
                <c:pt idx="12">
                  <c:v>0.008</c:v>
                </c:pt>
                <c:pt idx="13">
                  <c:v>0.003</c:v>
                </c:pt>
                <c:pt idx="14">
                  <c:v>0.001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Rechazos de 40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Curva S — costo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</c:v>
                </c:pt>
              </c:strCache>
            </c:strRef>
          </c:tx>
          <c:spPr>
            <a:solidFill>
              <a:srgbClr val="FF6600"/>
            </a:solidFill>
            <a:ln w="3810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1.09751</c:v>
                </c:pt>
                <c:pt idx="1">
                  <c:v>7.06905</c:v>
                </c:pt>
                <c:pt idx="2">
                  <c:v>8.72795</c:v>
                </c:pt>
                <c:pt idx="3">
                  <c:v>9.90703</c:v>
                </c:pt>
                <c:pt idx="4">
                  <c:v>10.94147</c:v>
                </c:pt>
                <c:pt idx="5">
                  <c:v>11.90858</c:v>
                </c:pt>
                <c:pt idx="6">
                  <c:v>12.75293</c:v>
                </c:pt>
                <c:pt idx="7">
                  <c:v>13.5416</c:v>
                </c:pt>
                <c:pt idx="8">
                  <c:v>14.38144</c:v>
                </c:pt>
                <c:pt idx="9">
                  <c:v>15.16327</c:v>
                </c:pt>
                <c:pt idx="10">
                  <c:v>15.93995</c:v>
                </c:pt>
                <c:pt idx="11">
                  <c:v>16.72479</c:v>
                </c:pt>
                <c:pt idx="12">
                  <c:v>17.51753</c:v>
                </c:pt>
                <c:pt idx="13">
                  <c:v>18.38398</c:v>
                </c:pt>
                <c:pt idx="14">
                  <c:v>19.38936</c:v>
                </c:pt>
                <c:pt idx="15">
                  <c:v>20.39238</c:v>
                </c:pt>
                <c:pt idx="16">
                  <c:v>21.61841</c:v>
                </c:pt>
                <c:pt idx="17">
                  <c:v>22.96647</c:v>
                </c:pt>
                <c:pt idx="18">
                  <c:v>24.74191</c:v>
                </c:pt>
                <c:pt idx="19">
                  <c:v>27.41115</c:v>
                </c:pt>
                <c:pt idx="20">
                  <c:v>40.9732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5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Impacto total de los riesgos en costo (millones S/)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"/>
      </c:val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33333"/>
                    </a:solidFill>
                    <a:latin typeface="Arial"/>
                  </a:rPr>
                  <a:t>% acumulado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para capacitar a quienes llenan el registro de riesgos y corren la macro. La parte central (secciones 2 a 4) explica las distribuciones, que es lo más difícil de entender.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secciones 2, 3 y 4 son el núcleo: sin entender qué es una distribución, el resto de la herramienta es una caja negra.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ventaja frente a sumar valores fijos: no todos los riesgos ocurren a la vez; la simulación refleja esa combinación de forma natural y entrega probabilidades, no un solo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se edita PARAMETROS. Las hojas de resultados se borran y reescriben en cada corrida.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3 es donde se decide la calidad del resultado: las secciones siguientes explican cómo llenarlo.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más trabajo que dar un número: basta con tres (mínimo, más probable, máximo). Ganamos poder decir con qué probabilidad no se supera cada monto.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45 % de las iteraciones R-11 no ocurre y aporta 0. En el 55 % restante aporta un valor sacado de su distribución. Por eso el impacto se escribe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riesgo ocurre, cuesta y demora a la vez: la macro no puede producir un escenario con costo pero sin retraso para el mismo 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Densidad: la altura indica frecuencia relativa. Acumulada: para cada valor, qué fracción de los escenarios queda por debajo. El P80 se lee donde la curva cruza 80 %.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frecuente: poner como moda el valor más temido. La media de PERT = (mín + 4·moda + máx)/6.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práctica, más del 90 % de los riesgos de un registro de obra se modelan con PERT o TRIANGULAR porque se estiman con expertos. Las demás se usan cuando hay datos o un comportamiento particular.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Escuchar las palabras: «más o menos», «normalmente», «lo típico» = moda; «rara vez» = percentil (TRIGEN); «cualquiera» = uniforme; «escenarios» = discreta.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personas tienden a subestimar la incertidumbre: los extremos que dan suelen ser demasiado estrechos. Por eso TRIGEN es útil: pide percentiles, no extremos absolutos.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10/20/45: media triangular 25 días, PERT 22,5 días. TRIGEN amplía el rango porque el 10 % de los casos queda por debajo de 10 y otro 10 % por encima de 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no hay datos ni una razón clara, quédese con PERT. BETA_GENERAL requiere estimar α y β, normalmente con una herramienta de ajuste estadístico.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DISCRETA el valor 0 es un escenario válido además de la probabilidad del riesgo: por ejemplo, el riesgo ocurre pero la penalidad no se aplica.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práctica: 68 % de los valores caen a ±1 desviación de la media y 95 % a ±2. Si un valor negativo no tiene sentido físico, use NORMAL_TRUNCADA con mínimo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usan sobre todo cuando hay datos para ajustar. LOGNORMAL se parametriza con media y desviación de los valores reales (no del logaritmo).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distribuciones dominan el P90–P99. Úselas solo si el comportamiento extremo es real, porque pueden inflar la contingencia.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POISSON: P1 media de eventos. BINOMIAL: P1 número de intentos n, P2 probabilidad p de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P1…P4 vacíos donde la distribución no los usa. La validación marca en rojo parámetros faltantes o incoherentes (mín. &gt; moda, desviación ≤ 0, probabilidades que no suman 1…).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P1…P4 vacíos donde la distribución no los usa. La validación marca en rojo parámetros faltantes o incoherentes (mín. &gt; moda, desviación ≤ 0, probabilidades que no suman 1…).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R-05 afecta tres dimensiones a la vez: cuando ocurre, las tres reciben impacto en la misma iteración.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respuesta conviene si la reducción del P80 (o de la media) supera su costo. Con números aleatorios comunes, la diferencia se debe solo a la respuesta, no al 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correlación no cambia la probabilidad ni la distribución de cada riesgo, solo cómo se combinan los valores altos y bajos.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validación detecta los errores de forma (orden, faltantes), pero no los de concepto (unidades, duplicados). Esos dependen de quien llena el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Filas con ACTIVO = NO se ignoran. Los 5 riesgos EJEMPLO de la versión 1 están desactivados.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de Vose: presupuestar la media (≈ S/ 16,2 M) como partida de riesgos y el colchón P80 − media (≈ S/ 5,1 M) como contingencia. El total es el mismo.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tornado usa correlación de rangos (Spearman) y el «swing»: cuánto cambia el total cuando el riesgo está en su 10 % alto vs. su 10 % 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herramienta es tan buena como los datos: el trabajo de fondo es la elicitación de distribuciones con los dueños de los riesgos.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CUANTITATIVO DE RIESGOS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Montecarlo en Excel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uso de la macro, con énfasis en cómo elegir y llenar las distribuciones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MonteCarlo_Riesgos.xlsm  ·  costo · plazo · ingeniería de diseño · ingeniería de campo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332720" y="1325880"/>
            <a:ext cx="822960" cy="82296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∿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veremos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la herramienta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completo, de los riesgos a la contingencia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640080" cy="64008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de distribución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vs. impacto; qué hace la macro en cada escenario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640080" cy="64008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elegir la distribución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6758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de decisión y lo que dice el experto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640080" cy="64008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20 distribuciones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6758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familias, con ejemplos de obra y qué va en P1…P4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640080" cy="64008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especiales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138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Dimensiones, oportunidades, respuestas y correlación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4754880"/>
            <a:ext cx="640080" cy="64008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 interpretar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5138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Botones, validación, curva S, tornado y contingencia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LA HERRAMIENTA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registro de riesgos a una contingencia justificada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riesgos con probabilidad e impactos (hoja PARAMETROS)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98064" y="210312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2286000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80944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Distribuciones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34290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impacto se describe como un rango, no como un número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047488" y="210312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2286000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036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escenarios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4290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macro «juega» el proyecto miles de veces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296912" y="210312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2286000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979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79792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34290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de no superar cada monto o plazo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308592" y="3017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546336" y="210312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29216" y="2286000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29216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29216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Contingencia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34290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elige el nivel (P80) y se lee la reserva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846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escenario la macro decide si cada riesgo ocurre y, si ocurre, cuánto impacta. Sumando los riesgos obtiene un total; repitiendo miles de veces obtiene la forma completa de lo que puede pasar.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LA HERRAMIENTA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11 hojas del libro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93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Propósito, pasos y limitaciones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93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Distribuciones para no especialistas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993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Configuración, dimensiones y registro de riesgos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98280" y="1993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Estadísticas, reservas y precisión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CURVA_S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acumulada e histograma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37560" y="32918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TORNADO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que más mueven el total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32918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P10…P90 y VME por riesgo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15400" y="32918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9828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MATRIZ_PI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probabilidad–impacto 5×5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919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COMPARACION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303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vs. después de las respuestas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337560" y="4754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20440" y="4919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520440" y="5303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Primeras 5 000 iteraciones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26480" y="4754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4919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5303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teoría y la bibliografía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915400" y="4754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06840" y="4892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ámbar: la única hoja donde se ingresan datos. Las demás las escribe la macro.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LA HERRAMIENTA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uso en 6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01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macros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9019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el .xlsm › «Habilitar contenido». Si Windows lo bloquea: clic derecho › Propiedades › Desbloquear.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651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PARAMETROS: costo base, plazo base, iteraciones (10 000), semilla, nivel de confianza (80 %), reserva de gestión.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01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riesgos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fila por riesgo: probabilidad y, para cada dimensión que afecte, su distribución y P1…P4.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513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415137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✔ VALIDAR DATOS: rojo = error que impide correr; ámbar = advertencia a revisar.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28032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011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90118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▶ CORRER SIMULACIÓN. 10 000 iteraciones tardan del orden de un minuto.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502920" cy="50292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650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565099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y CURVA_S para la contingencia; TORNADO para saber dónde actuar.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de distribución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más importante de la herramienta — y lo más difícil de entender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LA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número a un rango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distribución describe lo que NO sabemos con exactitud: qué valores son posibles y cuáles son más probables.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 tradicional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 600 000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número. No dice qué tan seguro es, ni cuánto podría llegar a costar si sale mal.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4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Falsa precisión: el costo real casi nunca será exactamente ese.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846320" y="1920240"/>
          <a:ext cx="6766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846320" y="53949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200 000 · lo más probable 600 000 · máximo 1 400 000. La altura de la curva indica qué valores salen más a menudo.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LA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riesgo responde DOS preguntas distintas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en columnas distintas y nunca se mezclan.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0068FF"/>
          </a:solidFill>
          <a:ln w="12700">
            <a:solidFill>
              <a:srgbClr val="0068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40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¿Ocurre o no ocurre?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 PROBABILIDAD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número entre 0 y 1.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233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R-11: 0,55 = 55 % de chance de que la Supervisión demore las aprobaciones.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194560"/>
            <a:ext cx="640080" cy="64008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240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ocurre, ¿cuánto impacta?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DIST_&lt;dimensión&gt; y P1…P4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474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distribución por cada dimensión que el riesgo afecte.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0233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R-11: COSTO PERT 200 000 / 600 000 / 1 400 000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 TRIANGULAR 10 / 20 / 45 días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692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4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típico: «multiplicar» la probabilidad por el impacto al ingresar los datos. La macro ya lo hace en cada escenario; el impacto se ingresa COMPLETO, como si el riesgo ocurriera.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LA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la macro en cada escenario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con R-05 (demora en aprobación de UMAS): probabilidad 0,45; afecta costo, plazo e ingeniería de diseño.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406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371600"/>
                <a:gridCol w="1280160"/>
                <a:gridCol w="12801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Sorteo (0–1)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¿Ocurre? (&lt; 0,45)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 (PERT)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Plazo (TRIANGULAR)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Ing. diseño (TRIANGULAR)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S/ 612 000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 días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 HH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S/ 455 000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días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 HH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S/ 981 000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 días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 HH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201168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clave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6517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sorteo decide la ocurrencia para TODAS las dimensiones del riesgo.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ocurre, cada dimensión saca su propio valor de su distribución.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total de la iteración es la suma de todos los riesgos.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1206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ilustrativos. Al final hay 10 000 totales por dimensión: con ellos se construyen la curva S, el tornado y la contingencia.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LA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formas de leer una distribución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información, vista como «qué tan frecuente» (densidad) o como «probabilidad de no superar» (acumulada).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92024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 ≈ S/ 660,000: mitad de los casos por debajo.   P80 ≈ S/ 870,000: 80 % de los casos por debajo.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curva S es la que se usa para fijar la contingencia (parte 6).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LA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Mínimo, moda, media y máximo no son lo mismo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retraso en aprobación de submittals, 10 / 20 / 45 días.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96596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(P1)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días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395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mejor razonable, no lo imposible.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292608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 (P2)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días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3355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MÁS FRECUENTE: la cima de la curva.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06640" y="388620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9264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 días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4315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promedio. Con cola a la derecha, es mayor que la moda.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06640" y="484632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89520" y="4937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(P3)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692640" y="4937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días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5276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peor razonable, sin catástrofes absurdas.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5852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moda es lo que ocurre «normalmente», no el peor caso ni el promedio.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elegir la distribución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elige según LO QUE SABEMOS del impacto, no según lo que «suena» más técnico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ELEGIR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de decisión: ¿qué sé del impacto?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es seguro si el riesgo ocurre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995160" y="16002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06640" y="1600200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6002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13055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conozco un rango, sin valor más probable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13055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06640" y="2130552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21305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60904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660904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Conozco mínimo, más probable y máximo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266090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06640" y="2660904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0" y="266090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 (recomendada) o TRIANGULAR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191256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19125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experto dice «rara vez baja de X o pasa de Y»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19125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406640" y="3191256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0" y="31912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TRIGEN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721608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721608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Pocos escenarios con probabilidad conocida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72160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406640" y="3721608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0" y="37216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25196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y dispersión simétrica (datos históricos)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42519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406640" y="4251960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0" y="4251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NORMAL_TRUNCADA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782312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78231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Sesgado a la derecha, nunca negativo, con datos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95160" y="478231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406640" y="4782312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0" y="47823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LOGNORMAL o GAMMA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5312664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5312664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Cuento eventos en el periodo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995160" y="531266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5312664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89520" y="531266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o BINOMIAL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5843016"/>
            <a:ext cx="6400800" cy="438912"/>
          </a:xfrm>
          <a:prstGeom prst="roundRect">
            <a:avLst>
              <a:gd name="adj" fmla="val 16667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520" y="584301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Colas extremas: reclamos grandes, eventos raros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995160" y="584301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7406640" y="5843016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589520" y="58430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PARETO, GUMBEL o LOGNORMAL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ámbar: las que cubren la mayoría de los riesgos de obra estimados por juicio experto. En negro: cuando hay datos históricos o casos particulares.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ELEGIR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Traducir lo que dice el experto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forma en que la persona describe el impacto ya indica la distribución.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103120"/>
                <a:gridCol w="3136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dice el experto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/ P2 / P3 / P4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«Si pasa, la multa es S/ 250 000, fija.»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= 250 000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«Entre 10 y 40 días, cualquiera; no sé cuál es típico.»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UNIFORME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/ 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«Normalmente 20 días; como mínimo 10 y como máximo 45.»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/ 20 / 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«Rara vez menos de 5, lo normal 12, rara vez más de 30.»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/ 12 / 30 / 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«60 % nada, 30 % S/ 150 000, 10 % S/ 400 000.»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DISCRETA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«0;150000;400000» / «0,6;0,3;0,1»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«Unas 3 no conformidades al mes, a veces más.»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=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«En obras anteriores: promedio 50 000, ±25 000.»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50 000 / 25 000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ELEGIR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preguntar al experto: 3 preguntas en este orden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los extremos, después el valor típico: así se evita que la primera cifra «ancle» a las demás (Vose, cap. 14).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85800" cy="68580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03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«Si todo sale bien, ¿cuál es el MÍNIMO razonable del impacto?»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18320" y="2130552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0" y="2130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685800" cy="68580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54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«Si todo sale mal, ¿cuál es el MÁXIMO razonable?» (sin catástrofes absurdas)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418320" y="3182112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0" y="31821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685800" cy="685800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«¿Cuál es el valor MÁS PROBABLE?» (lo que pasa normalmente)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18320" y="4233672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0" y="4233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376672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pregunte la PROBABILIDAD de que el riesgo ocurra. Si el experto duda de los extremos, use TRIGEN y pida valores que «rara vez» se superan. Anote la fuente de cada número en NOTAS.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20 distribuciones, por familias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están en el menú de cada columna DIST_. Para cada una: cuándo usarla, qué va en P1…P4 y un ejemplo de obra.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FAMILIA «TRES PUNTOS»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TRIANGULAR, PERT y TRIGEN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usan mínimo / moda / máximo. Con los mismos datos (10 / 20 / 45 días) dan resultados distintos.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65960"/>
          <a:ext cx="45262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48640"/>
                <a:gridCol w="640080"/>
                <a:gridCol w="548640"/>
                <a:gridCol w="73152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TRIANGULAR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(10)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086600" y="352044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 (recomendada): concentra el peso cerca de la moda; es la opción por defecto.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TRIANGULAR: da más peso a los extremos → más conservadora (media mayor).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TRIGEN: el experto da valores que «rara vez» se superan; la macro calcula los extremos reales (aquí ≈ -1.7 y 61.0).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CONTROLAR LA FORMA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PERT_MODIFICADA y BETA_GENERAL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además del rango se sabe qué tan concentrados están los valores.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09360" y="19202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5778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PERT_MODIFICADA — P1 mín., P2 moda, P3 máx., P4 γ (4 = PERT). Úsela si el experto está muy seguro (γ 6–10) o poco seguro (γ 1–3) del valor típico.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5577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BETA_GENERAL — P1 α, P2 β, P3 mín., P4 máx. Para ajustar a datos históricos acotados (ej. % de desperdicio de concreto de obras anteriores).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FAMILIA «SIMPLES»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distribuciones simples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CONSTANTE, UNIFORME, DISCRETA y DISCRETA_UNIFORME: no requieren moda ni dispersión.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500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= valor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impacto es seguro si el riesgo ocurre.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 fija de S/ 250 000 por incumplir un hito.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3500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mín. · P2 máx.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770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hay un rango; ningún valor es más probable.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 municipal: demora de 10 a 40 días.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544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«v1;v2;…» · P2 «p1;p2;…»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965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Pocos escenarios con probabilidad conocida (deben sumar 1).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577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Penalidad «0;150000;400000» con «0,6;0,3;0,1».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40690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47872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DISCRETA_UNIFORME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547872" y="4544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mín. · P2 máx. (enteros)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4965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entero entre dos límites, todos igual de probables.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47872" y="5577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Grúas indisponibles: 0 a 2.</a:t>
            </a:r>
            <a:endParaRPr lang="en-US" sz="11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309360" y="1874520"/>
          <a:ext cx="53035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Chart 1" descr=""/>
          <p:cNvGraphicFramePr/>
          <p:nvPr/>
        </p:nvGraphicFramePr>
        <p:xfrm>
          <a:off x="6309360" y="4023360"/>
          <a:ext cx="5303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DISCRETA: los valores y las probabilidades se escriben separados por «;» y en el mismo orden.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FAMILIA «SIMÉTRICAS»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NORMAL, NORMAL_TRUNCADA y LOGISTICA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 pareja alrededor de un promedio. Útiles con datos históricos; con juicio experto prefiera PERT.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92024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06640" y="20299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media · P2 desviación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6243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dar valores negativos: útil para variaciones que pueden ser a favor.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23760" y="324612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06640" y="3355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NORMAL_TRUNCADA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3657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media · P2 desv. · P3 mín. · P4 máx.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3950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Igual, pero dentro de límites físicos o contractuales (ej. tope ±5 %).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23760" y="457200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4681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983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media · P2 escala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5276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Parecida a la normal, con colas algo más pesadas. Desviación = escala × 1,81.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FAMILIA «SESGADAS A LA DERECHA»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LOGNORMAL, GAMMA, WEIBULL y EXPONENCIAL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negativas, con muchos casos pequeños y algunos muy grandes. Todas con media ≈ 10 en el gráfico.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65960"/>
          <a:ext cx="45262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85800"/>
                <a:gridCol w="68580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LOGNORMAL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Reparación de fisuras en vecinos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HH de rediseño (media = forma × escala)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WEIBULL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 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 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Días de grúa fuera de servicio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EXPONENCIAL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Días de paralización por evento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086600" y="45720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Ojo: en EXPONENCIAL, P1 es la MEDIA (no la tasa). En WEIBULL, forma &lt; 1 = fallas tempranas; &gt; 1 = desgaste.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FAMILIA «COLAS EXTREMAS»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GUMBEL y PARETO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eventos donde lo raro puede ser enorme: reclamos, siniestros, lluvias máximas.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92024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349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GUMBEL — P1 ubicación · P2 escala. El «máximo de muchos eventos» (el peor aguacero del año).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— P1 forma (&gt; 1) · P2 mínimo. Pocos casos muy grandes; con forma ≤ 2 la dispersión es enorme.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FAMILIA «CONTEOS»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y BINOMIAL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Entregan un número entero de eventos. El valor sorteado es el impacto, en la unidad de la dimensión.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92024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1208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285232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Úselas cuando la unidad de la dimensión SEA el conteo: por ejemplo, días perdidos = número de días de lluvia fuerte, o una dimensión nueva «NCR» agregada con ＋ AGREGAR DIMENSIÓN. Si cada evento cuesta S/ X, modele el costo total con PERT, porque la macro no multiplica conteo × costo.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RESUMEN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Catálogo: qué va en P1…P4 (1 de 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mismas definiciones aparecen en la columna AYUDA_ del registro y en la hoja GUIA.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  <a:gridCol w="1280160"/>
                <a:gridCol w="1371600"/>
                <a:gridCol w="33192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conocido con certeza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UNIFORME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un rango, sin valor típico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TRIANGULAR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Tres puntos, conservadora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bajo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alto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bajo (10)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Tres puntos como P10 / P90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Tres puntos (recomendada)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PERT_MODIFICADA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γ (4 = PERT)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 con confianza ajustable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BETA_GENERAL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Ajuste a datos con límites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Desv. estándar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Simétrica; admite negativos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NORMAL_TRUNCADA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Desv. estándar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con límites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LOGNORMAL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Desv. estándar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Sesgada, positiva, cola larga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RESUMEN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Catálogo: qué va en P1…P4 (2 de 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mismas definiciones aparecen en la columna AYUDA_ del registro y en la hoja GUIA.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  <a:gridCol w="1280160"/>
                <a:gridCol w="1371600"/>
                <a:gridCol w="33192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Sesgada, positiva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EXPONENCIAL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Muchos pequeños, pocos grandes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WEIBULL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 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 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Fallas y duración de equipos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GUMBEL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Ubicación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Máximos: lluvias, crecidas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normal, colas más pesadas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 (&gt; 1)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Colas muy pesadas: reclamos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Número de eventos en el periodo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BINOMIAL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(ensayos)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Fallas en n intentos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DISCRETA_UNIFORME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Mín. (entero)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Máx. (entero)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Entero equiprobable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DISCRETA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«v1;v2;…»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«p1;p2;…»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Escenarios con probabilidad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especiales al llenar el registro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 dimensiones, oportunidades, respuestas y correlación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DIMENSIONES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distribución por cada dimensión que el riesgo afecte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deja la distribución VACÍA en las dimensiones que el riesgo no toca. Ejemplos tomados del registro (estimaciones preliminares).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Sobrecostos directos: material, mano de obra, penalidades.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 Consumo de contingencia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63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 1 500 000 / 4 000 000 / 9 000 000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55848" y="20116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2194560"/>
            <a:ext cx="548640" cy="548640"/>
          </a:xfrm>
          <a:prstGeom prst="ellipse">
            <a:avLst/>
          </a:prstGeom>
          <a:solidFill>
            <a:srgbClr val="0068FF"/>
          </a:solidFill>
          <a:ln w="12700">
            <a:solidFill>
              <a:srgbClr val="0068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3872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24528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 retraso. La macro los SUMA: supuesto conservador.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R-05 Demora aprobación UMAS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38728" y="4663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TRIANGULAR 15 / 30 / 60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63056" y="20116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2194560"/>
            <a:ext cx="548640" cy="548640"/>
          </a:xfrm>
          <a:prstGeom prst="ellipse">
            <a:avLst/>
          </a:prstGeom>
          <a:solidFill>
            <a:srgbClr val="CC7A00"/>
          </a:solidFill>
          <a:ln w="12700">
            <a:solidFill>
              <a:srgbClr val="CC7A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4593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31736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ING_DISENO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Horas-hombre adicionales de ingeniería de diseño (rediseño, RFI).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R-05 Demora aprobación UMAS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45936" y="4663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TRIANGULAR 120 / 300 / 600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70264" y="20116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53144" y="2194560"/>
            <a:ext cx="548640" cy="54864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5314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838944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ING_CAMPO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153144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Horas-hombre de ingeniería de campo (supervisión, reprocesos).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153144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R-06 NC en tarrajeo y solaqueo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53144" y="4663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TRIANGULAR 200 / 500 / 1 200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97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duplicar: si las HH ya están valorizadas dentro de COSTO, no las ingrese además en ING_DISENO / ING_CAMPO (o viceversa). ＋ AGREGAR DIMENSIÓN crea otras (calidad, SSOMA…) sin tocar el código.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OPORTUNIDADES Y RESPUESTAS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y riesgo residual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0C805"/>
          </a:solidFill>
          <a:ln w="12700">
            <a:solidFill>
              <a:srgbClr val="00C8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= OPORTUNIDAD.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parámetros se ingresan POSITIVOS (ahorro de 100 000 a 300 000).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macro les aplica signo negativo: reducen el total.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marcan en verde en TORNADO, RANGOS y MATRIZ_PI.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0068FF"/>
          </a:solidFill>
          <a:ln w="12700">
            <a:solidFill>
              <a:srgbClr val="0068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(escenario «después»)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560320"/>
          <a:ext cx="48463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significa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ESTRATEGIA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Evitar, mitigar, transferir, aceptar… (PMI)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PROB_RESIDUAL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 tras la respuesta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FACTOR_IMPACTO_RESIDUAL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 = el impacto baja a la mitad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COSTO_RESPUESTA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cuesta implementar la respuesta (S/)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49224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distribución NO se reescribe: el factor la escala. COMPARACION muestra antes vs. después con los mismos números aleatorios.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CORRELACIÓN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que se mueven juntos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misma causa agrava varios riesgos, deben simularse correlacionados.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6217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GRUPO_CORRELACION: nombre común a los riesgos relacionados (ej. APROBACIONES, CALIDAD, CONTRACTUAL).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RHO_GRUPO: intensidad entre 0 y 1. Guía: 0,3 débil · 0,5 moderada · 0,7 fuerte.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Efecto: cuando uno sale alto, los demás del grupo tienden a salir altos. La media no cambia, pero el P80 y el P90 suben.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 una correlación real subestima la contingencia.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muestra la correlación objetivo vs. lograda. Con probabilidades &lt; 1 la lograda es menor, porque muchos escenarios valen 0.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057400"/>
          <a:ext cx="4389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ρ objetivo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A0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ρ lograda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CONTRACTUAL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SOBRECONSUMO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APROBACIONES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INGENIERIA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EXTENSION_PLAZO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Iman–Conover con un factor común por grupo (Vose 13.2). Valores de una corrida de prueba con las estimaciones preliminares.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 al llenar distribuciones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01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dentro del impacto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585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el 30 % del costo como impacto. La probabilidad va SOLO en PROBABILIDAD.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801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Peor caso como moda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2585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moda es lo más frecuente, no lo más temido.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558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Mezclar unidades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130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Soles vs. miles de soles; días hábiles vs. calendario; HH vs. días-hombre.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337560"/>
            <a:ext cx="457200" cy="457200"/>
          </a:xfrm>
          <a:prstGeom prst="ellipse">
            <a:avLst/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3558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Duplicar impactos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8130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 valorizadas en COSTO y además en ING_DISENO / ING_CAMPO.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9103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incoherente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3675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&gt; moda o moda &gt; máximo: la validación lo marca en rojo.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47091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4892040"/>
            <a:ext cx="457200" cy="457200"/>
          </a:xfrm>
          <a:prstGeom prst="ellipse">
            <a:avLst/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49103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mal usada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53675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 un evento que puede no ocurrir; &gt; 0,5 a algo casi seguro (mejor en la línea base).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 interpretar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Botones, validación y cómo leer los resultados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EJECUTAR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y validación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CORRER SIMULACIÓN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16459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Valida, simula y escribe todas las hojas de resultados.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29184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VALIDAR DATOS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2606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el registro sin simular y marca las celdas con problemas.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329184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LIMPIAR RESULTADOS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3566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las hojas de salida (no toca PARAMETROS).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329184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26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AGREGAR DIMENSIÓN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4526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una dimensión nueva: columnas DIST_, P1…P4 y AYUDA_.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 = error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1945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Impide correr: parámetro faltante, mín. &gt; moda, probabilidad fuera de 0–1, texto donde va número…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361188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 = advertencia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1605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correr, pero revise: probabilidad &gt; 0,5, riesgo sin impacto, estimado por validar…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aparece un aviso ámbar «No se pudo crear el gráfico», los números siguen siendo válidos; envíe una captura del aviso para corregirlo.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INTERPRETAR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S y contingencia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reserva para contingencias es el P(nivel) del impacto total de los riesgos. Con nivel 80 %: el P80.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92024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0664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 15,7 M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871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Mitad de los escenarios por debajo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23760" y="310896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06640" y="3200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P80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 21,3 M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3675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para contingencias (10,7 % de la base)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23760" y="429768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7EB"/>
          </a:solidFill>
          <a:ln w="12700">
            <a:solidFill>
              <a:srgbClr val="FFF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4389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P90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343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 24,7 M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864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más exigente: +3,3 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5532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recomendado = base + contingencia + reserva de gestión = 200 + 21,3 + 0 = S/ 221,3 M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Cifras de una corrida de prueba con estimaciones preliminares y base supuesta de S/ 200 M. No sumar los P80 de cada riesgo: la contingencia es el P80 del TOTAL.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INTERPRETAR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pregunta responde cada hoja de resultados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64592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 reserva necesito y qué tan precisa es la simulación?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0487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CURVA_S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4048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¿Con qué probabilidad no supero cada monto o plazo?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638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TORNADO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163824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riesgos mueven más el total? → dónde enfocar las respuestas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2277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922776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el P10…P90 y el VME de cada riesgo?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81728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817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MATRIZ_PI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68172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ven los riesgos en la matriz probabilidad–impacto?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06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544068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baja el P80 si aplico las respuestas, y compensa su costo?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Precisión: si RESULTADOS indica «Insuficiente» en el intervalo del P80, aumente las iteraciones.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PRESENTAR RESULTADOS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221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base y plazo base reemplazados por los del contrato (hoy son supuestos).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384048" cy="384048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980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estimación «ESTIMADO – VALIDAR» revisada con el dueño del riesgo; fuente anotada en NOTAS.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741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elegida según lo que se sabe (árbol de decisión); PERT por defecto.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384048" cy="384048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950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separada del impacto; unidades revisadas; sin impactos duplicados.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384048" cy="384048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526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 definida para los riesgos con causa común.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102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sin errores rojos; advertencias ámbar revisadas.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696712"/>
            <a:ext cx="384048" cy="384048"/>
          </a:xfrm>
          <a:prstGeom prst="ellipse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696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67842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«Suficiente» en RESULTADOS.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de uso — Simulación Montecarlo de riesgos</dc:title>
  <dc:subject>PptxGenJS Presentation</dc:subject>
  <dc:creator>Análisis de riesgos</dc:creator>
  <cp:lastModifiedBy>Análisis de riesgos</cp:lastModifiedBy>
  <cp:revision>1</cp:revision>
  <dcterms:created xsi:type="dcterms:W3CDTF">2026-09-26T16:52:14Z</dcterms:created>
  <dcterms:modified xsi:type="dcterms:W3CDTF">2026-09-26T16:52:14Z</dcterms:modified>
</cp:coreProperties>
</file>