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1005840"/>
          </a:xfrm>
          <a:prstGeom prst="rect">
            <a:avLst/>
          </a:prstGeom>
          <a:noFill/>
          <a:ln/>
        </p:spPr>
        <p:txBody>
          <a:bodyPr wrap="square" lIns="0" tIns="0" rIns="0" bIns="0" rtlCol="0" anchor="ctr"/>
          <a:lstStyle/>
          <a:p>
            <a:pPr algn="l" indent="0" marL="0">
              <a:buNone/>
            </a:pPr>
            <a:r>
              <a:rPr lang="en-US" sz="42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200" dirty="0"/>
          </a:p>
        </p:txBody>
      </p:sp>
      <p:sp>
        <p:nvSpPr>
          <p:cNvPr id="5" name="Text 3"/>
          <p:cNvSpPr txBox="1"/>
          <p:nvPr/>
        </p:nvSpPr>
        <p:spPr>
          <a:xfrm>
            <a:off x="502920" y="1691640"/>
            <a:ext cx="8138160" cy="594360"/>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502920" y="2377440"/>
            <a:ext cx="5029200" cy="27432"/>
          </a:xfrm>
          <a:prstGeom prst="rect">
            <a:avLst/>
          </a:prstGeom>
          <a:solidFill>
            <a:srgbClr val="E8ECF5"/>
          </a:solidFill>
          <a:ln/>
        </p:spPr>
      </p:sp>
      <p:sp>
        <p:nvSpPr>
          <p:cNvPr id="7" name="Text 5"/>
          <p:cNvSpPr txBox="1"/>
          <p:nvPr/>
        </p:nvSpPr>
        <p:spPr>
          <a:xfrm>
            <a:off x="502920" y="2514600"/>
            <a:ext cx="8138160" cy="320040"/>
          </a:xfrm>
          <a:prstGeom prst="rect">
            <a:avLst/>
          </a:prstGeom>
          <a:noFill/>
          <a:ln/>
        </p:spPr>
        <p:txBody>
          <a:bodyPr wrap="square" lIns="0" tIns="0" rIns="0" bIns="0" rtlCol="0" anchor="ctr"/>
          <a:lstStyle/>
          <a:p>
            <a:pPr algn="l"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8" name="Text 6"/>
          <p:cNvSpPr txBox="1"/>
          <p:nvPr/>
        </p:nvSpPr>
        <p:spPr>
          <a:xfrm>
            <a:off x="502920" y="2880360"/>
            <a:ext cx="8138160" cy="320040"/>
          </a:xfrm>
          <a:prstGeom prst="rect">
            <a:avLst/>
          </a:prstGeom>
          <a:noFill/>
          <a:ln/>
        </p:spPr>
        <p:txBody>
          <a:bodyPr wrap="square" lIns="0" tIns="0" rIns="0" bIns="0" rtlCol="0" anchor="ctr"/>
          <a:lstStyle/>
          <a:p>
            <a:pPr algn="l"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858000" y="457200"/>
            <a:ext cx="2103120" cy="4389120"/>
          </a:xfrm>
          <a:prstGeom prst="rect">
            <a:avLst/>
          </a:prstGeom>
          <a:solidFill>
            <a:srgbClr val="EFF1F8"/>
          </a:solidFill>
          <a:ln/>
        </p:spPr>
      </p:sp>
      <p:sp>
        <p:nvSpPr>
          <p:cNvPr id="10" name="Text 8"/>
          <p:cNvSpPr txBox="1"/>
          <p:nvPr/>
        </p:nvSpPr>
        <p:spPr>
          <a:xfrm>
            <a:off x="6858000" y="1645920"/>
            <a:ext cx="2103120" cy="1645920"/>
          </a:xfrm>
          <a:prstGeom prst="rect">
            <a:avLst/>
          </a:prstGeom>
          <a:noFill/>
          <a:ln/>
        </p:spPr>
        <p:txBody>
          <a:bodyPr wrap="square" lIns="0" tIns="0" rIns="0" bIns="0" rtlCol="0" anchor="ctr"/>
          <a:lstStyle/>
          <a:p>
            <a:pPr algn="ctr" indent="0" marL="0">
              <a:buNone/>
            </a:pPr>
            <a:r>
              <a:rPr lang="en-US" sz="6000" b="1" dirty="0">
                <a:solidFill>
                  <a:srgbClr val="E8ECF5"/>
                </a:solidFill>
                <a:latin typeface="Atkinson Hyperlegible" pitchFamily="34" charset="0"/>
                <a:ea typeface="Atkinson Hyperlegible" pitchFamily="34" charset="-122"/>
                <a:cs typeface="Atkinson Hyperlegible" pitchFamily="34" charset="-120"/>
              </a:rPr>
              <a:t>CII</a:t>
            </a:r>
            <a:endParaRPr lang="en-US" sz="60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Tabla de Contenidos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457200" y="1005840"/>
            <a:ext cx="4114800" cy="1005840"/>
          </a:xfrm>
          <a:prstGeom prst="roundRect">
            <a:avLst>
              <a:gd name="adj" fmla="val 9091"/>
            </a:avLst>
          </a:prstGeom>
          <a:solidFill>
            <a:srgbClr val="EFF1F8"/>
          </a:solidFill>
          <a:ln w="12700">
            <a:solidFill>
              <a:srgbClr val="E8ECF5"/>
            </a:solidFill>
            <a:prstDash val="solid"/>
          </a:ln>
        </p:spPr>
      </p:sp>
      <p:sp>
        <p:nvSpPr>
          <p:cNvPr id="6" name="Text 4"/>
          <p:cNvSpPr txBox="1"/>
          <p:nvPr/>
        </p:nvSpPr>
        <p:spPr>
          <a:xfrm>
            <a:off x="594360" y="111556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8872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956816"/>
            <a:ext cx="4114800" cy="54864"/>
          </a:xfrm>
          <a:prstGeom prst="rect">
            <a:avLst/>
          </a:prstGeom>
          <a:solidFill>
            <a:srgbClr val="0A84FF"/>
          </a:solidFill>
          <a:ln/>
        </p:spPr>
      </p:sp>
      <p:sp>
        <p:nvSpPr>
          <p:cNvPr id="9" name="Shape 7"/>
          <p:cNvSpPr/>
          <p:nvPr/>
        </p:nvSpPr>
        <p:spPr>
          <a:xfrm>
            <a:off x="4800600" y="1005840"/>
            <a:ext cx="4114800" cy="1005840"/>
          </a:xfrm>
          <a:prstGeom prst="roundRect">
            <a:avLst>
              <a:gd name="adj" fmla="val 9091"/>
            </a:avLst>
          </a:prstGeom>
          <a:solidFill>
            <a:srgbClr val="EFF1F8"/>
          </a:solidFill>
          <a:ln w="12700">
            <a:solidFill>
              <a:srgbClr val="E8ECF5"/>
            </a:solidFill>
            <a:prstDash val="solid"/>
          </a:ln>
        </p:spPr>
      </p:sp>
      <p:sp>
        <p:nvSpPr>
          <p:cNvPr id="10" name="Text 8"/>
          <p:cNvSpPr txBox="1"/>
          <p:nvPr/>
        </p:nvSpPr>
        <p:spPr>
          <a:xfrm>
            <a:off x="4937760" y="111556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8872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956816"/>
            <a:ext cx="4114800" cy="54864"/>
          </a:xfrm>
          <a:prstGeom prst="rect">
            <a:avLst/>
          </a:prstGeom>
          <a:solidFill>
            <a:srgbClr val="64D2FF"/>
          </a:solidFill>
          <a:ln/>
        </p:spPr>
      </p:sp>
      <p:sp>
        <p:nvSpPr>
          <p:cNvPr id="13" name="Shape 11"/>
          <p:cNvSpPr/>
          <p:nvPr/>
        </p:nvSpPr>
        <p:spPr>
          <a:xfrm>
            <a:off x="457200" y="2194560"/>
            <a:ext cx="4114800" cy="1005840"/>
          </a:xfrm>
          <a:prstGeom prst="roundRect">
            <a:avLst>
              <a:gd name="adj" fmla="val 9091"/>
            </a:avLst>
          </a:prstGeom>
          <a:solidFill>
            <a:srgbClr val="EFF1F8"/>
          </a:solidFill>
          <a:ln w="12700">
            <a:solidFill>
              <a:srgbClr val="E8ECF5"/>
            </a:solidFill>
            <a:prstDash val="solid"/>
          </a:ln>
        </p:spPr>
      </p:sp>
      <p:sp>
        <p:nvSpPr>
          <p:cNvPr id="14" name="Text 12"/>
          <p:cNvSpPr txBox="1"/>
          <p:nvPr/>
        </p:nvSpPr>
        <p:spPr>
          <a:xfrm>
            <a:off x="594360" y="2304288"/>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37744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3145536"/>
            <a:ext cx="4114800" cy="54864"/>
          </a:xfrm>
          <a:prstGeom prst="rect">
            <a:avLst/>
          </a:prstGeom>
          <a:solidFill>
            <a:srgbClr val="30D158"/>
          </a:solidFill>
          <a:ln/>
        </p:spPr>
      </p:sp>
      <p:sp>
        <p:nvSpPr>
          <p:cNvPr id="17" name="Shape 15"/>
          <p:cNvSpPr/>
          <p:nvPr/>
        </p:nvSpPr>
        <p:spPr>
          <a:xfrm>
            <a:off x="4800600" y="2194560"/>
            <a:ext cx="4114800" cy="1005840"/>
          </a:xfrm>
          <a:prstGeom prst="roundRect">
            <a:avLst>
              <a:gd name="adj" fmla="val 9091"/>
            </a:avLst>
          </a:prstGeom>
          <a:solidFill>
            <a:srgbClr val="EFF1F8"/>
          </a:solidFill>
          <a:ln w="12700">
            <a:solidFill>
              <a:srgbClr val="E8ECF5"/>
            </a:solidFill>
            <a:prstDash val="solid"/>
          </a:ln>
        </p:spPr>
      </p:sp>
      <p:sp>
        <p:nvSpPr>
          <p:cNvPr id="18" name="Text 16"/>
          <p:cNvSpPr txBox="1"/>
          <p:nvPr/>
        </p:nvSpPr>
        <p:spPr>
          <a:xfrm>
            <a:off x="4937760" y="2304288"/>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37744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3145536"/>
            <a:ext cx="4114800" cy="54864"/>
          </a:xfrm>
          <a:prstGeom prst="rect">
            <a:avLst/>
          </a:prstGeom>
          <a:solidFill>
            <a:srgbClr val="FF9500"/>
          </a:solidFill>
          <a:ln/>
        </p:spPr>
      </p:sp>
      <p:sp>
        <p:nvSpPr>
          <p:cNvPr id="21" name="Shape 19"/>
          <p:cNvSpPr/>
          <p:nvPr/>
        </p:nvSpPr>
        <p:spPr>
          <a:xfrm>
            <a:off x="457200" y="3383280"/>
            <a:ext cx="4114800" cy="1005840"/>
          </a:xfrm>
          <a:prstGeom prst="roundRect">
            <a:avLst>
              <a:gd name="adj" fmla="val 9091"/>
            </a:avLst>
          </a:prstGeom>
          <a:solidFill>
            <a:srgbClr val="EFF1F8"/>
          </a:solidFill>
          <a:ln w="12700">
            <a:solidFill>
              <a:srgbClr val="E8ECF5"/>
            </a:solidFill>
            <a:prstDash val="solid"/>
          </a:ln>
        </p:spPr>
      </p:sp>
      <p:sp>
        <p:nvSpPr>
          <p:cNvPr id="22" name="Text 20"/>
          <p:cNvSpPr txBox="1"/>
          <p:nvPr/>
        </p:nvSpPr>
        <p:spPr>
          <a:xfrm>
            <a:off x="594360" y="3493008"/>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566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4334256"/>
            <a:ext cx="4114800" cy="54864"/>
          </a:xfrm>
          <a:prstGeom prst="rect">
            <a:avLst/>
          </a:prstGeom>
          <a:solidFill>
            <a:srgbClr val="AF52DE"/>
          </a:solidFill>
          <a:ln/>
        </p:spPr>
      </p:sp>
      <p:sp>
        <p:nvSpPr>
          <p:cNvPr id="25" name="Shape 23"/>
          <p:cNvSpPr/>
          <p:nvPr/>
        </p:nvSpPr>
        <p:spPr>
          <a:xfrm>
            <a:off x="4800600" y="3383280"/>
            <a:ext cx="4114800" cy="1005840"/>
          </a:xfrm>
          <a:prstGeom prst="roundRect">
            <a:avLst>
              <a:gd name="adj" fmla="val 9091"/>
            </a:avLst>
          </a:prstGeom>
          <a:solidFill>
            <a:srgbClr val="EFF1F8"/>
          </a:solidFill>
          <a:ln w="12700">
            <a:solidFill>
              <a:srgbClr val="E8ECF5"/>
            </a:solidFill>
            <a:prstDash val="solid"/>
          </a:ln>
        </p:spPr>
      </p:sp>
      <p:sp>
        <p:nvSpPr>
          <p:cNvPr id="26" name="Text 24"/>
          <p:cNvSpPr txBox="1"/>
          <p:nvPr/>
        </p:nvSpPr>
        <p:spPr>
          <a:xfrm>
            <a:off x="4937760" y="3493008"/>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566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4334256"/>
            <a:ext cx="4114800" cy="54864"/>
          </a:xfrm>
          <a:prstGeom prst="rect">
            <a:avLst/>
          </a:prstGeom>
          <a:solidFill>
            <a:srgbClr val="FFD60A"/>
          </a:solidFill>
          <a:ln/>
        </p:spPr>
      </p:sp>
      <p:sp>
        <p:nvSpPr>
          <p:cNvPr id="29" name="Shape 27"/>
          <p:cNvSpPr/>
          <p:nvPr/>
        </p:nvSpPr>
        <p:spPr>
          <a:xfrm>
            <a:off x="457200" y="4572000"/>
            <a:ext cx="4114800" cy="1005840"/>
          </a:xfrm>
          <a:prstGeom prst="roundRect">
            <a:avLst>
              <a:gd name="adj" fmla="val 9091"/>
            </a:avLst>
          </a:prstGeom>
          <a:solidFill>
            <a:srgbClr val="EFF1F8"/>
          </a:solidFill>
          <a:ln w="12700">
            <a:solidFill>
              <a:srgbClr val="E8ECF5"/>
            </a:solidFill>
            <a:prstDash val="solid"/>
          </a:ln>
        </p:spPr>
      </p:sp>
      <p:sp>
        <p:nvSpPr>
          <p:cNvPr id="30" name="Text 28"/>
          <p:cNvSpPr txBox="1"/>
          <p:nvPr/>
        </p:nvSpPr>
        <p:spPr>
          <a:xfrm>
            <a:off x="594360" y="468172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75488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5522976"/>
            <a:ext cx="4114800" cy="54864"/>
          </a:xfrm>
          <a:prstGeom prst="rect">
            <a:avLst/>
          </a:prstGeom>
          <a:solidFill>
            <a:srgbClr val="FF453A"/>
          </a:solidFill>
          <a:ln/>
        </p:spPr>
      </p:sp>
      <p:sp>
        <p:nvSpPr>
          <p:cNvPr id="33" name="Shape 31"/>
          <p:cNvSpPr/>
          <p:nvPr/>
        </p:nvSpPr>
        <p:spPr>
          <a:xfrm>
            <a:off x="457200" y="4526280"/>
            <a:ext cx="4114800" cy="1005840"/>
          </a:xfrm>
          <a:prstGeom prst="roundRect">
            <a:avLst>
              <a:gd name="adj" fmla="val 9091"/>
            </a:avLst>
          </a:prstGeom>
          <a:solidFill>
            <a:srgbClr val="EFF1F8"/>
          </a:solidFill>
          <a:ln w="12700">
            <a:solidFill>
              <a:srgbClr val="E8ECF5"/>
            </a:solidFill>
            <a:prstDash val="solid"/>
          </a:ln>
        </p:spPr>
      </p:sp>
      <p:sp>
        <p:nvSpPr>
          <p:cNvPr id="34" name="Text 32"/>
          <p:cNvSpPr txBox="1"/>
          <p:nvPr/>
        </p:nvSpPr>
        <p:spPr>
          <a:xfrm>
            <a:off x="594360" y="463600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709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¿Qué es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457200" y="960120"/>
            <a:ext cx="8229600" cy="1234440"/>
          </a:xfrm>
          <a:prstGeom prst="roundRect">
            <a:avLst>
              <a:gd name="adj" fmla="val 10370"/>
            </a:avLst>
          </a:prstGeom>
          <a:solidFill>
            <a:srgbClr val="EFF1F8"/>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2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EFF1F8"/>
          </a:solidFill>
          <a:ln w="12700">
            <a:solidFill>
              <a:srgbClr val="E8ECF5"/>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Integración</a:t>
            </a:r>
            <a:endParaRPr lang="en-US" sz="12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EFF1F8"/>
          </a:solidFill>
          <a:ln w="12700">
            <a:solidFill>
              <a:srgbClr val="E8ECF5"/>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Anticipación</a:t>
            </a:r>
            <a:endParaRPr lang="en-US" sz="12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EFF1F8"/>
          </a:solidFill>
          <a:ln w="12700">
            <a:solidFill>
              <a:srgbClr val="E8ECF5"/>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Proactividad</a:t>
            </a:r>
            <a:endParaRPr lang="en-US" sz="12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EFF1F8"/>
          </a:solidFill>
          <a:ln w="12700">
            <a:solidFill>
              <a:srgbClr val="E8ECF5"/>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Retorno</a:t>
            </a:r>
            <a:endParaRPr lang="en-US" sz="12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Historia de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E8ECF5"/>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E8ECF5"/>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E8ECF5"/>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E8ECF5"/>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E8ECF5"/>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E8ECF5"/>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¿Por qué la Constructabilidad no ocurre naturalmente?</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55577A"/>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EFF1F8"/>
          </a:solidFill>
          <a:ln w="12700">
            <a:solidFill>
              <a:srgbClr val="E8ECF5"/>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200" b="1" dirty="0">
                <a:solidFill>
                  <a:srgbClr val="FF9500"/>
                </a:solidFill>
                <a:latin typeface="Atkinson Hyperlegible" pitchFamily="34" charset="0"/>
                <a:ea typeface="Atkinson Hyperlegible" pitchFamily="34" charset="-122"/>
                <a:cs typeface="Atkinson Hyperlegible" pitchFamily="34" charset="-120"/>
              </a:rPr>
              <a:t>01</a:t>
            </a:r>
            <a:endParaRPr lang="en-US" sz="22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Especialización extrema</a:t>
            </a:r>
            <a:endParaRPr lang="en-US" sz="12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EFF1F8"/>
          </a:solidFill>
          <a:ln w="12700">
            <a:solidFill>
              <a:srgbClr val="E8ECF5"/>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200" b="1" dirty="0">
                <a:solidFill>
                  <a:srgbClr val="FF453A"/>
                </a:solidFill>
                <a:latin typeface="Atkinson Hyperlegible" pitchFamily="34" charset="0"/>
                <a:ea typeface="Atkinson Hyperlegible" pitchFamily="34" charset="-122"/>
                <a:cs typeface="Atkinson Hyperlegible" pitchFamily="34" charset="-120"/>
              </a:rPr>
              <a:t>02</a:t>
            </a:r>
            <a:endParaRPr lang="en-US" sz="22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Retroalimentación negada</a:t>
            </a:r>
            <a:endParaRPr lang="en-US" sz="12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EFF1F8"/>
          </a:solidFill>
          <a:ln w="12700">
            <a:solidFill>
              <a:srgbClr val="E8ECF5"/>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200" b="1" dirty="0">
                <a:solidFill>
                  <a:srgbClr val="FFD60A"/>
                </a:solidFill>
                <a:latin typeface="Atkinson Hyperlegible" pitchFamily="34" charset="0"/>
                <a:ea typeface="Atkinson Hyperlegible" pitchFamily="34" charset="-122"/>
                <a:cs typeface="Atkinson Hyperlegible" pitchFamily="34" charset="-120"/>
              </a:rPr>
              <a:t>03</a:t>
            </a:r>
            <a:endParaRPr lang="en-US" sz="22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Costo front-end mal entendido</a:t>
            </a:r>
            <a:endParaRPr lang="en-US" sz="12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EFF1F8"/>
          </a:solidFill>
          <a:ln w="12700">
            <a:solidFill>
              <a:srgbClr val="E8ECF5"/>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200" b="1" dirty="0">
                <a:solidFill>
                  <a:srgbClr val="AF52DE"/>
                </a:solidFill>
                <a:latin typeface="Atkinson Hyperlegible" pitchFamily="34" charset="0"/>
                <a:ea typeface="Atkinson Hyperlegible" pitchFamily="34" charset="-122"/>
                <a:cs typeface="Atkinson Hyperlegible" pitchFamily="34" charset="-120"/>
              </a:rPr>
              <a:t>04</a:t>
            </a:r>
            <a:endParaRPr lang="en-US" sz="22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Tecnología no aprovechada</a:t>
            </a:r>
            <a:endParaRPr lang="en-US" sz="12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Ingeniería de Valor (VE)</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2103120" cy="384048"/>
          </a:xfrm>
          <a:prstGeom prst="rect">
            <a:avLst/>
          </a:prstGeom>
          <a:solidFill>
            <a:srgbClr val="E8ECF5"/>
          </a:solidFill>
          <a:ln/>
        </p:spPr>
      </p:sp>
      <p:sp>
        <p:nvSpPr>
          <p:cNvPr id="6" name="Text 4"/>
          <p:cNvSpPr txBox="1"/>
          <p:nvPr/>
        </p:nvSpPr>
        <p:spPr>
          <a:xfrm>
            <a:off x="457200" y="960120"/>
            <a:ext cx="20116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514600" y="960120"/>
            <a:ext cx="3017520" cy="384048"/>
          </a:xfrm>
          <a:prstGeom prst="rect">
            <a:avLst/>
          </a:prstGeom>
          <a:solidFill>
            <a:srgbClr val="30D158"/>
          </a:solidFill>
          <a:ln/>
        </p:spPr>
      </p:sp>
      <p:sp>
        <p:nvSpPr>
          <p:cNvPr id="8" name="Text 6"/>
          <p:cNvSpPr txBox="1"/>
          <p:nvPr/>
        </p:nvSpPr>
        <p:spPr>
          <a:xfrm>
            <a:off x="260604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577840" y="960120"/>
            <a:ext cx="3017520" cy="384048"/>
          </a:xfrm>
          <a:prstGeom prst="rect">
            <a:avLst/>
          </a:prstGeom>
          <a:solidFill>
            <a:srgbClr val="30D158"/>
          </a:solidFill>
          <a:ln/>
        </p:spPr>
      </p:sp>
      <p:sp>
        <p:nvSpPr>
          <p:cNvPr id="10" name="Text 8"/>
          <p:cNvSpPr txBox="1"/>
          <p:nvPr/>
        </p:nvSpPr>
        <p:spPr>
          <a:xfrm>
            <a:off x="566928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65760" y="1389888"/>
            <a:ext cx="2103120" cy="566928"/>
          </a:xfrm>
          <a:prstGeom prst="rect">
            <a:avLst/>
          </a:prstGeom>
          <a:solidFill>
            <a:srgbClr val="EFF1F8"/>
          </a:solidFill>
          <a:ln/>
        </p:spPr>
      </p:sp>
      <p:sp>
        <p:nvSpPr>
          <p:cNvPr id="12" name="Text 10"/>
          <p:cNvSpPr txBox="1"/>
          <p:nvPr/>
        </p:nvSpPr>
        <p:spPr>
          <a:xfrm>
            <a:off x="457200" y="142646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514600" y="1389888"/>
            <a:ext cx="3017520" cy="566928"/>
          </a:xfrm>
          <a:prstGeom prst="rect">
            <a:avLst/>
          </a:prstGeom>
          <a:solidFill>
            <a:srgbClr val="EFF1F8"/>
          </a:solidFill>
          <a:ln/>
        </p:spPr>
      </p:sp>
      <p:sp>
        <p:nvSpPr>
          <p:cNvPr id="14" name="Text 12"/>
          <p:cNvSpPr txBox="1"/>
          <p:nvPr/>
        </p:nvSpPr>
        <p:spPr>
          <a:xfrm>
            <a:off x="260604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577840" y="1389888"/>
            <a:ext cx="3017520" cy="566928"/>
          </a:xfrm>
          <a:prstGeom prst="rect">
            <a:avLst/>
          </a:prstGeom>
          <a:solidFill>
            <a:srgbClr val="EFF1F8"/>
          </a:solidFill>
          <a:ln/>
        </p:spPr>
      </p:sp>
      <p:sp>
        <p:nvSpPr>
          <p:cNvPr id="16" name="Text 14"/>
          <p:cNvSpPr txBox="1"/>
          <p:nvPr/>
        </p:nvSpPr>
        <p:spPr>
          <a:xfrm>
            <a:off x="566928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65760" y="1975104"/>
            <a:ext cx="2103120" cy="566928"/>
          </a:xfrm>
          <a:prstGeom prst="rect">
            <a:avLst/>
          </a:prstGeom>
          <a:solidFill>
            <a:srgbClr val="1A1A2E"/>
          </a:solidFill>
          <a:ln/>
        </p:spPr>
      </p:sp>
      <p:sp>
        <p:nvSpPr>
          <p:cNvPr id="18" name="Text 16"/>
          <p:cNvSpPr txBox="1"/>
          <p:nvPr/>
        </p:nvSpPr>
        <p:spPr>
          <a:xfrm>
            <a:off x="457200" y="2011680"/>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514600" y="1975104"/>
            <a:ext cx="3017520" cy="566928"/>
          </a:xfrm>
          <a:prstGeom prst="rect">
            <a:avLst/>
          </a:prstGeom>
          <a:solidFill>
            <a:srgbClr val="1A1A2E"/>
          </a:solidFill>
          <a:ln/>
        </p:spPr>
      </p:sp>
      <p:sp>
        <p:nvSpPr>
          <p:cNvPr id="20" name="Text 18"/>
          <p:cNvSpPr txBox="1"/>
          <p:nvPr/>
        </p:nvSpPr>
        <p:spPr>
          <a:xfrm>
            <a:off x="260604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577840" y="1975104"/>
            <a:ext cx="3017520" cy="566928"/>
          </a:xfrm>
          <a:prstGeom prst="rect">
            <a:avLst/>
          </a:prstGeom>
          <a:solidFill>
            <a:srgbClr val="1A1A2E"/>
          </a:solidFill>
          <a:ln/>
        </p:spPr>
      </p:sp>
      <p:sp>
        <p:nvSpPr>
          <p:cNvPr id="22" name="Text 20"/>
          <p:cNvSpPr txBox="1"/>
          <p:nvPr/>
        </p:nvSpPr>
        <p:spPr>
          <a:xfrm>
            <a:off x="566928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65760" y="2560320"/>
            <a:ext cx="2103120" cy="566928"/>
          </a:xfrm>
          <a:prstGeom prst="rect">
            <a:avLst/>
          </a:prstGeom>
          <a:solidFill>
            <a:srgbClr val="EFF1F8"/>
          </a:solidFill>
          <a:ln/>
        </p:spPr>
      </p:sp>
      <p:sp>
        <p:nvSpPr>
          <p:cNvPr id="24" name="Text 22"/>
          <p:cNvSpPr txBox="1"/>
          <p:nvPr/>
        </p:nvSpPr>
        <p:spPr>
          <a:xfrm>
            <a:off x="457200" y="2596896"/>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514600" y="2560320"/>
            <a:ext cx="3017520" cy="566928"/>
          </a:xfrm>
          <a:prstGeom prst="rect">
            <a:avLst/>
          </a:prstGeom>
          <a:solidFill>
            <a:srgbClr val="EFF1F8"/>
          </a:solidFill>
          <a:ln/>
        </p:spPr>
      </p:sp>
      <p:sp>
        <p:nvSpPr>
          <p:cNvPr id="26" name="Text 24"/>
          <p:cNvSpPr txBox="1"/>
          <p:nvPr/>
        </p:nvSpPr>
        <p:spPr>
          <a:xfrm>
            <a:off x="260604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577840" y="2560320"/>
            <a:ext cx="3017520" cy="566928"/>
          </a:xfrm>
          <a:prstGeom prst="rect">
            <a:avLst/>
          </a:prstGeom>
          <a:solidFill>
            <a:srgbClr val="EFF1F8"/>
          </a:solidFill>
          <a:ln/>
        </p:spPr>
      </p:sp>
      <p:sp>
        <p:nvSpPr>
          <p:cNvPr id="28" name="Text 26"/>
          <p:cNvSpPr txBox="1"/>
          <p:nvPr/>
        </p:nvSpPr>
        <p:spPr>
          <a:xfrm>
            <a:off x="566928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65760" y="3145536"/>
            <a:ext cx="2103120" cy="566928"/>
          </a:xfrm>
          <a:prstGeom prst="rect">
            <a:avLst/>
          </a:prstGeom>
          <a:solidFill>
            <a:srgbClr val="1A1A2E"/>
          </a:solidFill>
          <a:ln/>
        </p:spPr>
      </p:sp>
      <p:sp>
        <p:nvSpPr>
          <p:cNvPr id="30" name="Text 28"/>
          <p:cNvSpPr txBox="1"/>
          <p:nvPr/>
        </p:nvSpPr>
        <p:spPr>
          <a:xfrm>
            <a:off x="457200" y="3182112"/>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514600" y="3145536"/>
            <a:ext cx="3017520" cy="566928"/>
          </a:xfrm>
          <a:prstGeom prst="rect">
            <a:avLst/>
          </a:prstGeom>
          <a:solidFill>
            <a:srgbClr val="1A1A2E"/>
          </a:solidFill>
          <a:ln/>
        </p:spPr>
      </p:sp>
      <p:sp>
        <p:nvSpPr>
          <p:cNvPr id="32" name="Text 30"/>
          <p:cNvSpPr txBox="1"/>
          <p:nvPr/>
        </p:nvSpPr>
        <p:spPr>
          <a:xfrm>
            <a:off x="260604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577840" y="3145536"/>
            <a:ext cx="3017520" cy="566928"/>
          </a:xfrm>
          <a:prstGeom prst="rect">
            <a:avLst/>
          </a:prstGeom>
          <a:solidFill>
            <a:srgbClr val="1A1A2E"/>
          </a:solidFill>
          <a:ln/>
        </p:spPr>
      </p:sp>
      <p:sp>
        <p:nvSpPr>
          <p:cNvPr id="34" name="Text 32"/>
          <p:cNvSpPr txBox="1"/>
          <p:nvPr/>
        </p:nvSpPr>
        <p:spPr>
          <a:xfrm>
            <a:off x="566928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65760" y="3730752"/>
            <a:ext cx="2103120" cy="566928"/>
          </a:xfrm>
          <a:prstGeom prst="rect">
            <a:avLst/>
          </a:prstGeom>
          <a:solidFill>
            <a:srgbClr val="EFF1F8"/>
          </a:solidFill>
          <a:ln/>
        </p:spPr>
      </p:sp>
      <p:sp>
        <p:nvSpPr>
          <p:cNvPr id="36" name="Text 34"/>
          <p:cNvSpPr txBox="1"/>
          <p:nvPr/>
        </p:nvSpPr>
        <p:spPr>
          <a:xfrm>
            <a:off x="457200" y="3767328"/>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514600" y="3730752"/>
            <a:ext cx="3017520" cy="566928"/>
          </a:xfrm>
          <a:prstGeom prst="rect">
            <a:avLst/>
          </a:prstGeom>
          <a:solidFill>
            <a:srgbClr val="EFF1F8"/>
          </a:solidFill>
          <a:ln/>
        </p:spPr>
      </p:sp>
      <p:sp>
        <p:nvSpPr>
          <p:cNvPr id="38" name="Text 36"/>
          <p:cNvSpPr txBox="1"/>
          <p:nvPr/>
        </p:nvSpPr>
        <p:spPr>
          <a:xfrm>
            <a:off x="260604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577840" y="3730752"/>
            <a:ext cx="3017520" cy="566928"/>
          </a:xfrm>
          <a:prstGeom prst="rect">
            <a:avLst/>
          </a:prstGeom>
          <a:solidFill>
            <a:srgbClr val="EFF1F8"/>
          </a:solidFill>
          <a:ln/>
        </p:spPr>
      </p:sp>
      <p:sp>
        <p:nvSpPr>
          <p:cNvPr id="40" name="Text 38"/>
          <p:cNvSpPr txBox="1"/>
          <p:nvPr/>
        </p:nvSpPr>
        <p:spPr>
          <a:xfrm>
            <a:off x="566928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65760" y="4315968"/>
            <a:ext cx="2103120" cy="566928"/>
          </a:xfrm>
          <a:prstGeom prst="rect">
            <a:avLst/>
          </a:prstGeom>
          <a:solidFill>
            <a:srgbClr val="1A1A2E"/>
          </a:solidFill>
          <a:ln/>
        </p:spPr>
      </p:sp>
      <p:sp>
        <p:nvSpPr>
          <p:cNvPr id="42" name="Text 40"/>
          <p:cNvSpPr txBox="1"/>
          <p:nvPr/>
        </p:nvSpPr>
        <p:spPr>
          <a:xfrm>
            <a:off x="457200" y="435254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514600" y="4315968"/>
            <a:ext cx="3017520" cy="566928"/>
          </a:xfrm>
          <a:prstGeom prst="rect">
            <a:avLst/>
          </a:prstGeom>
          <a:solidFill>
            <a:srgbClr val="1A1A2E"/>
          </a:solidFill>
          <a:ln/>
        </p:spPr>
      </p:sp>
      <p:sp>
        <p:nvSpPr>
          <p:cNvPr id="44" name="Text 42"/>
          <p:cNvSpPr txBox="1"/>
          <p:nvPr/>
        </p:nvSpPr>
        <p:spPr>
          <a:xfrm>
            <a:off x="260604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577840" y="4315968"/>
            <a:ext cx="3017520" cy="566928"/>
          </a:xfrm>
          <a:prstGeom prst="rect">
            <a:avLst/>
          </a:prstGeom>
          <a:solidFill>
            <a:srgbClr val="1A1A2E"/>
          </a:solidFill>
          <a:ln/>
        </p:spPr>
      </p:sp>
      <p:sp>
        <p:nvSpPr>
          <p:cNvPr id="46" name="Text 44"/>
          <p:cNvSpPr txBox="1"/>
          <p:nvPr/>
        </p:nvSpPr>
        <p:spPr>
          <a:xfrm>
            <a:off x="566928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Contexto: Las "Abilities" del Proyecto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200" dirty="0"/>
          </a:p>
        </p:txBody>
      </p:sp>
      <p:sp>
        <p:nvSpPr>
          <p:cNvPr id="6" name="Shape 4"/>
          <p:cNvSpPr/>
          <p:nvPr/>
        </p:nvSpPr>
        <p:spPr>
          <a:xfrm>
            <a:off x="457200" y="1280160"/>
            <a:ext cx="4114800" cy="822960"/>
          </a:xfrm>
          <a:prstGeom prst="roundRect">
            <a:avLst>
              <a:gd name="adj" fmla="val 11111"/>
            </a:avLst>
          </a:prstGeom>
          <a:solidFill>
            <a:srgbClr val="EFF1F8"/>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2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EFF1F8"/>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2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EFF1F8"/>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2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EFF1F8"/>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2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EFF1F8"/>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2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EFF1F8"/>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2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EFF1F8"/>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2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Beneficios Documentados de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1005840"/>
            <a:ext cx="1920240" cy="1737360"/>
          </a:xfrm>
          <a:prstGeom prst="roundRect">
            <a:avLst>
              <a:gd name="adj" fmla="val 6316"/>
            </a:avLst>
          </a:prstGeom>
          <a:solidFill>
            <a:srgbClr val="EFF1F8"/>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EFF1F8"/>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EFF1F8"/>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EFF1F8"/>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15:1</a:t>
            </a:r>
            <a:endParaRPr lang="en-US" sz="48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Condiciones para Maximizar Beneficios</a:t>
            </a:r>
            <a:endParaRPr lang="en-US" sz="1200" dirty="0"/>
          </a:p>
        </p:txBody>
      </p:sp>
      <p:sp>
        <p:nvSpPr>
          <p:cNvPr id="18" name="Shape 16"/>
          <p:cNvSpPr/>
          <p:nvPr/>
        </p:nvSpPr>
        <p:spPr>
          <a:xfrm>
            <a:off x="365760" y="3291840"/>
            <a:ext cx="8412480" cy="347472"/>
          </a:xfrm>
          <a:prstGeom prst="roundRect">
            <a:avLst>
              <a:gd name="adj" fmla="val 21053"/>
            </a:avLst>
          </a:prstGeom>
          <a:solidFill>
            <a:srgbClr val="EFF1F8"/>
          </a:solidFill>
          <a:ln w="12700">
            <a:solidFill>
              <a:srgbClr val="E8ECF5"/>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EFF1F8"/>
          </a:solidFill>
          <a:ln w="12700">
            <a:solidFill>
              <a:srgbClr val="E8ECF5"/>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EFF1F8"/>
          </a:solidFill>
          <a:ln w="12700">
            <a:solidFill>
              <a:srgbClr val="E8ECF5"/>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EFF1F8"/>
          </a:solidFill>
          <a:ln w="12700">
            <a:solidFill>
              <a:srgbClr val="E8ECF5"/>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Curva de Influencia de Costos del Proyecto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200" dirty="0"/>
          </a:p>
        </p:txBody>
      </p:sp>
      <p:sp>
        <p:nvSpPr>
          <p:cNvPr id="6" name="Shape 4"/>
          <p:cNvSpPr/>
          <p:nvPr/>
        </p:nvSpPr>
        <p:spPr>
          <a:xfrm>
            <a:off x="822960" y="2331720"/>
            <a:ext cx="1005840" cy="1645920"/>
          </a:xfrm>
          <a:prstGeom prst="rect">
            <a:avLst/>
          </a:prstGeom>
          <a:solidFill>
            <a:srgbClr val="0A84FF"/>
          </a:solidFill>
          <a:ln/>
        </p:spPr>
      </p:sp>
      <p:sp>
        <p:nvSpPr>
          <p:cNvPr id="7" name="Text 5"/>
          <p:cNvSpPr txBox="1"/>
          <p:nvPr/>
        </p:nvSpPr>
        <p:spPr>
          <a:xfrm>
            <a:off x="7772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22960" y="24231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20240" y="2560320"/>
            <a:ext cx="1005840" cy="1417320"/>
          </a:xfrm>
          <a:prstGeom prst="rect">
            <a:avLst/>
          </a:prstGeom>
          <a:solidFill>
            <a:srgbClr val="0A84FF"/>
          </a:solidFill>
          <a:ln/>
        </p:spPr>
      </p:sp>
      <p:sp>
        <p:nvSpPr>
          <p:cNvPr id="10" name="Text 8"/>
          <p:cNvSpPr txBox="1"/>
          <p:nvPr/>
        </p:nvSpPr>
        <p:spPr>
          <a:xfrm>
            <a:off x="18745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20240" y="26517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17520" y="2880360"/>
            <a:ext cx="1005840" cy="1097280"/>
          </a:xfrm>
          <a:prstGeom prst="rect">
            <a:avLst/>
          </a:prstGeom>
          <a:solidFill>
            <a:srgbClr val="FF9500">
              <a:alpha val="70000"/>
            </a:srgbClr>
          </a:solidFill>
          <a:ln/>
        </p:spPr>
      </p:sp>
      <p:sp>
        <p:nvSpPr>
          <p:cNvPr id="13" name="Text 11"/>
          <p:cNvSpPr txBox="1"/>
          <p:nvPr/>
        </p:nvSpPr>
        <p:spPr>
          <a:xfrm>
            <a:off x="297180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114800" y="3200400"/>
            <a:ext cx="1005840" cy="777240"/>
          </a:xfrm>
          <a:prstGeom prst="rect">
            <a:avLst/>
          </a:prstGeom>
          <a:solidFill>
            <a:srgbClr val="FF9500">
              <a:alpha val="70000"/>
            </a:srgbClr>
          </a:solidFill>
          <a:ln/>
        </p:spPr>
      </p:sp>
      <p:sp>
        <p:nvSpPr>
          <p:cNvPr id="15" name="Text 13"/>
          <p:cNvSpPr txBox="1"/>
          <p:nvPr/>
        </p:nvSpPr>
        <p:spPr>
          <a:xfrm>
            <a:off x="406908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212080" y="3474720"/>
            <a:ext cx="1005840" cy="502920"/>
          </a:xfrm>
          <a:prstGeom prst="rect">
            <a:avLst/>
          </a:prstGeom>
          <a:solidFill>
            <a:srgbClr val="FF453A">
              <a:alpha val="70000"/>
            </a:srgbClr>
          </a:solidFill>
          <a:ln/>
        </p:spPr>
      </p:sp>
      <p:sp>
        <p:nvSpPr>
          <p:cNvPr id="17" name="Text 15"/>
          <p:cNvSpPr txBox="1"/>
          <p:nvPr/>
        </p:nvSpPr>
        <p:spPr>
          <a:xfrm>
            <a:off x="516636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309360" y="3703320"/>
            <a:ext cx="1005840" cy="274320"/>
          </a:xfrm>
          <a:prstGeom prst="rect">
            <a:avLst/>
          </a:prstGeom>
          <a:solidFill>
            <a:srgbClr val="FF453A">
              <a:alpha val="70000"/>
            </a:srgbClr>
          </a:solidFill>
          <a:ln/>
        </p:spPr>
      </p:sp>
      <p:sp>
        <p:nvSpPr>
          <p:cNvPr id="19" name="Text 17"/>
          <p:cNvSpPr txBox="1"/>
          <p:nvPr/>
        </p:nvSpPr>
        <p:spPr>
          <a:xfrm>
            <a:off x="62636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406640" y="3840480"/>
            <a:ext cx="1005840" cy="137160"/>
          </a:xfrm>
          <a:prstGeom prst="rect">
            <a:avLst/>
          </a:prstGeom>
          <a:solidFill>
            <a:srgbClr val="FF453A">
              <a:alpha val="70000"/>
            </a:srgbClr>
          </a:solidFill>
          <a:ln/>
        </p:spPr>
      </p:sp>
      <p:sp>
        <p:nvSpPr>
          <p:cNvPr id="21" name="Text 19"/>
          <p:cNvSpPr txBox="1"/>
          <p:nvPr/>
        </p:nvSpPr>
        <p:spPr>
          <a:xfrm>
            <a:off x="73609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365760" y="1417320"/>
            <a:ext cx="320040" cy="2560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5800" y="1371600"/>
            <a:ext cx="27432" cy="2606040"/>
          </a:xfrm>
          <a:prstGeom prst="rect">
            <a:avLst/>
          </a:prstGeom>
          <a:solidFill>
            <a:srgbClr val="E8ECF5"/>
          </a:solidFill>
          <a:ln/>
        </p:spPr>
      </p:sp>
      <p:sp>
        <p:nvSpPr>
          <p:cNvPr id="24" name="Text 22"/>
          <p:cNvSpPr txBox="1"/>
          <p:nvPr/>
        </p:nvSpPr>
        <p:spPr>
          <a:xfrm>
            <a:off x="457200" y="4773168"/>
            <a:ext cx="8229600" cy="256032"/>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Lean Construction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200" dirty="0"/>
          </a:p>
        </p:txBody>
      </p:sp>
      <p:sp>
        <p:nvSpPr>
          <p:cNvPr id="6" name="Shape 4"/>
          <p:cNvSpPr/>
          <p:nvPr/>
        </p:nvSpPr>
        <p:spPr>
          <a:xfrm>
            <a:off x="365760" y="1280160"/>
            <a:ext cx="4206240" cy="1115568"/>
          </a:xfrm>
          <a:prstGeom prst="roundRect">
            <a:avLst>
              <a:gd name="adj" fmla="val 8197"/>
            </a:avLst>
          </a:prstGeom>
          <a:solidFill>
            <a:srgbClr val="EFF1F8"/>
          </a:solidFill>
          <a:ln w="12700">
            <a:solidFill>
              <a:srgbClr val="E8ECF5"/>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2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EFF1F8"/>
          </a:solidFill>
          <a:ln w="12700">
            <a:solidFill>
              <a:srgbClr val="E8ECF5"/>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2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EFF1F8"/>
          </a:solidFill>
          <a:ln w="12700">
            <a:solidFill>
              <a:srgbClr val="E8ECF5"/>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2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EFF1F8"/>
          </a:solidFill>
          <a:ln w="12700">
            <a:solidFill>
              <a:srgbClr val="E8ECF5"/>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2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EFF1F8"/>
          </a:solidFill>
          <a:ln w="12700">
            <a:solidFill>
              <a:srgbClr val="E8ECF5"/>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2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EFF1F8"/>
          </a:solidFill>
          <a:ln w="12700">
            <a:solidFill>
              <a:srgbClr val="E8ECF5"/>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2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02</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Fundamentos CII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4206240" cy="1298448"/>
          </a:xfrm>
          <a:prstGeom prst="roundRect">
            <a:avLst>
              <a:gd name="adj" fmla="val 7042"/>
            </a:avLst>
          </a:prstGeom>
          <a:solidFill>
            <a:srgbClr val="EFF1F8"/>
          </a:solidFill>
          <a:ln w="12700">
            <a:solidFill>
              <a:srgbClr val="E8ECF5"/>
            </a:solidFill>
            <a:prstDash val="solid"/>
          </a:ln>
        </p:spPr>
      </p:sp>
      <p:sp>
        <p:nvSpPr>
          <p:cNvPr id="6" name="Text 4"/>
          <p:cNvSpPr txBox="1"/>
          <p:nvPr/>
        </p:nvSpPr>
        <p:spPr>
          <a:xfrm>
            <a:off x="493776" y="1069848"/>
            <a:ext cx="7315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3-1</a:t>
            </a:r>
            <a:endParaRPr lang="en-US" sz="1200" dirty="0"/>
          </a:p>
        </p:txBody>
      </p:sp>
      <p:sp>
        <p:nvSpPr>
          <p:cNvPr id="7" name="Text 5"/>
          <p:cNvSpPr txBox="1"/>
          <p:nvPr/>
        </p:nvSpPr>
        <p:spPr>
          <a:xfrm>
            <a:off x="126187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9377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9377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754880" y="960120"/>
            <a:ext cx="4206240" cy="1298448"/>
          </a:xfrm>
          <a:prstGeom prst="roundRect">
            <a:avLst>
              <a:gd name="adj" fmla="val 7042"/>
            </a:avLst>
          </a:prstGeom>
          <a:solidFill>
            <a:srgbClr val="EFF1F8"/>
          </a:solidFill>
          <a:ln w="12700">
            <a:solidFill>
              <a:srgbClr val="E8ECF5"/>
            </a:solidFill>
            <a:prstDash val="solid"/>
          </a:ln>
        </p:spPr>
      </p:sp>
      <p:sp>
        <p:nvSpPr>
          <p:cNvPr id="11" name="Text 9"/>
          <p:cNvSpPr txBox="1"/>
          <p:nvPr/>
        </p:nvSpPr>
        <p:spPr>
          <a:xfrm>
            <a:off x="4882896" y="1069848"/>
            <a:ext cx="7315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3-3</a:t>
            </a:r>
            <a:endParaRPr lang="en-US" sz="1200" dirty="0"/>
          </a:p>
        </p:txBody>
      </p:sp>
      <p:sp>
        <p:nvSpPr>
          <p:cNvPr id="12" name="Text 10"/>
          <p:cNvSpPr txBox="1"/>
          <p:nvPr/>
        </p:nvSpPr>
        <p:spPr>
          <a:xfrm>
            <a:off x="565099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88289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88289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65760" y="2377440"/>
            <a:ext cx="4206240" cy="1298448"/>
          </a:xfrm>
          <a:prstGeom prst="roundRect">
            <a:avLst>
              <a:gd name="adj" fmla="val 7042"/>
            </a:avLst>
          </a:prstGeom>
          <a:solidFill>
            <a:srgbClr val="EFF1F8"/>
          </a:solidFill>
          <a:ln w="12700">
            <a:solidFill>
              <a:srgbClr val="E8ECF5"/>
            </a:solidFill>
            <a:prstDash val="solid"/>
          </a:ln>
        </p:spPr>
      </p:sp>
      <p:sp>
        <p:nvSpPr>
          <p:cNvPr id="16" name="Text 14"/>
          <p:cNvSpPr txBox="1"/>
          <p:nvPr/>
        </p:nvSpPr>
        <p:spPr>
          <a:xfrm>
            <a:off x="493776" y="2487168"/>
            <a:ext cx="7315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SD-4</a:t>
            </a:r>
            <a:endParaRPr lang="en-US" sz="1200" dirty="0"/>
          </a:p>
        </p:txBody>
      </p:sp>
      <p:sp>
        <p:nvSpPr>
          <p:cNvPr id="17" name="Text 15"/>
          <p:cNvSpPr txBox="1"/>
          <p:nvPr/>
        </p:nvSpPr>
        <p:spPr>
          <a:xfrm>
            <a:off x="126187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9377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9377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754880" y="2377440"/>
            <a:ext cx="4206240" cy="1298448"/>
          </a:xfrm>
          <a:prstGeom prst="roundRect">
            <a:avLst>
              <a:gd name="adj" fmla="val 7042"/>
            </a:avLst>
          </a:prstGeom>
          <a:solidFill>
            <a:srgbClr val="EFF1F8"/>
          </a:solidFill>
          <a:ln w="12700">
            <a:solidFill>
              <a:srgbClr val="E8ECF5"/>
            </a:solidFill>
            <a:prstDash val="solid"/>
          </a:ln>
        </p:spPr>
      </p:sp>
      <p:sp>
        <p:nvSpPr>
          <p:cNvPr id="21" name="Text 19"/>
          <p:cNvSpPr txBox="1"/>
          <p:nvPr/>
        </p:nvSpPr>
        <p:spPr>
          <a:xfrm>
            <a:off x="4882896" y="2487168"/>
            <a:ext cx="7315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SD-5</a:t>
            </a:r>
            <a:endParaRPr lang="en-US" sz="1200" dirty="0"/>
          </a:p>
        </p:txBody>
      </p:sp>
      <p:sp>
        <p:nvSpPr>
          <p:cNvPr id="22" name="Text 20"/>
          <p:cNvSpPr txBox="1"/>
          <p:nvPr/>
        </p:nvSpPr>
        <p:spPr>
          <a:xfrm>
            <a:off x="565099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88289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88289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65760" y="3794760"/>
            <a:ext cx="4206240" cy="1298448"/>
          </a:xfrm>
          <a:prstGeom prst="roundRect">
            <a:avLst>
              <a:gd name="adj" fmla="val 7042"/>
            </a:avLst>
          </a:prstGeom>
          <a:solidFill>
            <a:srgbClr val="EFF1F8"/>
          </a:solidFill>
          <a:ln w="12700">
            <a:solidFill>
              <a:srgbClr val="E8ECF5"/>
            </a:solidFill>
            <a:prstDash val="solid"/>
          </a:ln>
        </p:spPr>
      </p:sp>
      <p:sp>
        <p:nvSpPr>
          <p:cNvPr id="26" name="Text 24"/>
          <p:cNvSpPr txBox="1"/>
          <p:nvPr/>
        </p:nvSpPr>
        <p:spPr>
          <a:xfrm>
            <a:off x="493776" y="3904488"/>
            <a:ext cx="73152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SD-25</a:t>
            </a:r>
            <a:endParaRPr lang="en-US" sz="1200" dirty="0"/>
          </a:p>
        </p:txBody>
      </p:sp>
      <p:sp>
        <p:nvSpPr>
          <p:cNvPr id="27" name="Text 25"/>
          <p:cNvSpPr txBox="1"/>
          <p:nvPr/>
        </p:nvSpPr>
        <p:spPr>
          <a:xfrm>
            <a:off x="126187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9377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9377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754880" y="3794760"/>
            <a:ext cx="4206240" cy="1298448"/>
          </a:xfrm>
          <a:prstGeom prst="roundRect">
            <a:avLst>
              <a:gd name="adj" fmla="val 7042"/>
            </a:avLst>
          </a:prstGeom>
          <a:solidFill>
            <a:srgbClr val="EFF1F8"/>
          </a:solidFill>
          <a:ln w="12700">
            <a:solidFill>
              <a:srgbClr val="E8ECF5"/>
            </a:solidFill>
            <a:prstDash val="solid"/>
          </a:ln>
        </p:spPr>
      </p:sp>
      <p:sp>
        <p:nvSpPr>
          <p:cNvPr id="31" name="Text 29"/>
          <p:cNvSpPr txBox="1"/>
          <p:nvPr/>
        </p:nvSpPr>
        <p:spPr>
          <a:xfrm>
            <a:off x="4882896" y="3904488"/>
            <a:ext cx="73152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2" name="Text 30"/>
          <p:cNvSpPr txBox="1"/>
          <p:nvPr/>
        </p:nvSpPr>
        <p:spPr>
          <a:xfrm>
            <a:off x="565099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88289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88289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Formales de Constructabilidad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Distribuidos en 3 fases del proyecto:</a:t>
            </a:r>
            <a:endParaRPr lang="en-US" sz="1200" dirty="0"/>
          </a:p>
        </p:txBody>
      </p:sp>
      <p:sp>
        <p:nvSpPr>
          <p:cNvPr id="6" name="Shape 4"/>
          <p:cNvSpPr/>
          <p:nvPr/>
        </p:nvSpPr>
        <p:spPr>
          <a:xfrm>
            <a:off x="274320" y="1261872"/>
            <a:ext cx="2834640" cy="3931920"/>
          </a:xfrm>
          <a:prstGeom prst="roundRect">
            <a:avLst>
              <a:gd name="adj" fmla="val 3871"/>
            </a:avLst>
          </a:prstGeom>
          <a:solidFill>
            <a:srgbClr val="EFF1F8"/>
          </a:solidFill>
          <a:ln w="12700">
            <a:solidFill>
              <a:srgbClr val="E8ECF5"/>
            </a:solidFill>
            <a:prstDash val="solid"/>
          </a:ln>
        </p:spPr>
      </p:sp>
      <p:sp>
        <p:nvSpPr>
          <p:cNvPr id="7" name="Shape 5"/>
          <p:cNvSpPr/>
          <p:nvPr/>
        </p:nvSpPr>
        <p:spPr>
          <a:xfrm>
            <a:off x="274320" y="1261872"/>
            <a:ext cx="2834640" cy="566928"/>
          </a:xfrm>
          <a:prstGeom prst="roundRect">
            <a:avLst>
              <a:gd name="adj" fmla="val 19355"/>
            </a:avLst>
          </a:prstGeom>
          <a:solidFill>
            <a:srgbClr val="0A84FF"/>
          </a:solidFill>
          <a:ln/>
        </p:spPr>
      </p:sp>
      <p:sp>
        <p:nvSpPr>
          <p:cNvPr id="8" name="Shape 6"/>
          <p:cNvSpPr/>
          <p:nvPr/>
        </p:nvSpPr>
        <p:spPr>
          <a:xfrm>
            <a:off x="274320" y="1536192"/>
            <a:ext cx="2834640" cy="292608"/>
          </a:xfrm>
          <a:prstGeom prst="rect">
            <a:avLst/>
          </a:prstGeom>
          <a:solidFill>
            <a:srgbClr val="0A84FF"/>
          </a:solidFill>
          <a:ln/>
        </p:spPr>
      </p:sp>
      <p:sp>
        <p:nvSpPr>
          <p:cNvPr id="9" name="Text 7"/>
          <p:cNvSpPr txBox="1"/>
          <p:nvPr/>
        </p:nvSpPr>
        <p:spPr>
          <a:xfrm>
            <a:off x="384048"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  |  7 conceptos</a:t>
            </a:r>
            <a:endParaRPr lang="en-US" sz="1200" dirty="0"/>
          </a:p>
        </p:txBody>
      </p:sp>
      <p:sp>
        <p:nvSpPr>
          <p:cNvPr id="10" name="Text 8"/>
          <p:cNvSpPr txBox="1"/>
          <p:nvPr/>
        </p:nvSpPr>
        <p:spPr>
          <a:xfrm>
            <a:off x="384048" y="1874520"/>
            <a:ext cx="2606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84048"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84048"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84048"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84048"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84048"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84048"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84048"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3227832" y="1261872"/>
            <a:ext cx="2834640" cy="3931920"/>
          </a:xfrm>
          <a:prstGeom prst="roundRect">
            <a:avLst>
              <a:gd name="adj" fmla="val 3871"/>
            </a:avLst>
          </a:prstGeom>
          <a:solidFill>
            <a:srgbClr val="EFF1F8"/>
          </a:solidFill>
          <a:ln w="12700">
            <a:solidFill>
              <a:srgbClr val="E8ECF5"/>
            </a:solidFill>
            <a:prstDash val="solid"/>
          </a:ln>
        </p:spPr>
      </p:sp>
      <p:sp>
        <p:nvSpPr>
          <p:cNvPr id="19" name="Shape 17"/>
          <p:cNvSpPr/>
          <p:nvPr/>
        </p:nvSpPr>
        <p:spPr>
          <a:xfrm>
            <a:off x="3227832" y="1261872"/>
            <a:ext cx="2834640" cy="566928"/>
          </a:xfrm>
          <a:prstGeom prst="roundRect">
            <a:avLst>
              <a:gd name="adj" fmla="val 19355"/>
            </a:avLst>
          </a:prstGeom>
          <a:solidFill>
            <a:srgbClr val="FF9500"/>
          </a:solidFill>
          <a:ln/>
        </p:spPr>
      </p:sp>
      <p:sp>
        <p:nvSpPr>
          <p:cNvPr id="20" name="Shape 18"/>
          <p:cNvSpPr/>
          <p:nvPr/>
        </p:nvSpPr>
        <p:spPr>
          <a:xfrm>
            <a:off x="3227832" y="1536192"/>
            <a:ext cx="2834640" cy="292608"/>
          </a:xfrm>
          <a:prstGeom prst="rect">
            <a:avLst/>
          </a:prstGeom>
          <a:solidFill>
            <a:srgbClr val="FF9500"/>
          </a:solidFill>
          <a:ln/>
        </p:spPr>
      </p:sp>
      <p:sp>
        <p:nvSpPr>
          <p:cNvPr id="21" name="Text 19"/>
          <p:cNvSpPr txBox="1"/>
          <p:nvPr/>
        </p:nvSpPr>
        <p:spPr>
          <a:xfrm>
            <a:off x="3337560"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  |  8 conceptos</a:t>
            </a:r>
            <a:endParaRPr lang="en-US" sz="1200" dirty="0"/>
          </a:p>
        </p:txBody>
      </p:sp>
      <p:sp>
        <p:nvSpPr>
          <p:cNvPr id="22" name="Text 20"/>
          <p:cNvSpPr txBox="1"/>
          <p:nvPr/>
        </p:nvSpPr>
        <p:spPr>
          <a:xfrm>
            <a:off x="3337560" y="1874520"/>
            <a:ext cx="2606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337560"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337560"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337560"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337560"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337560"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337560"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337560"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337560" y="510235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6181344" y="1261872"/>
            <a:ext cx="2834640" cy="3931920"/>
          </a:xfrm>
          <a:prstGeom prst="roundRect">
            <a:avLst>
              <a:gd name="adj" fmla="val 3871"/>
            </a:avLst>
          </a:prstGeom>
          <a:solidFill>
            <a:srgbClr val="EFF1F8"/>
          </a:solidFill>
          <a:ln w="12700">
            <a:solidFill>
              <a:srgbClr val="E8ECF5"/>
            </a:solidFill>
            <a:prstDash val="solid"/>
          </a:ln>
        </p:spPr>
      </p:sp>
      <p:sp>
        <p:nvSpPr>
          <p:cNvPr id="32" name="Shape 30"/>
          <p:cNvSpPr/>
          <p:nvPr/>
        </p:nvSpPr>
        <p:spPr>
          <a:xfrm>
            <a:off x="6181344" y="1261872"/>
            <a:ext cx="2834640" cy="566928"/>
          </a:xfrm>
          <a:prstGeom prst="roundRect">
            <a:avLst>
              <a:gd name="adj" fmla="val 19355"/>
            </a:avLst>
          </a:prstGeom>
          <a:solidFill>
            <a:srgbClr val="30D158"/>
          </a:solidFill>
          <a:ln/>
        </p:spPr>
      </p:sp>
      <p:sp>
        <p:nvSpPr>
          <p:cNvPr id="33" name="Shape 31"/>
          <p:cNvSpPr/>
          <p:nvPr/>
        </p:nvSpPr>
        <p:spPr>
          <a:xfrm>
            <a:off x="6181344" y="1536192"/>
            <a:ext cx="2834640" cy="292608"/>
          </a:xfrm>
          <a:prstGeom prst="rect">
            <a:avLst/>
          </a:prstGeom>
          <a:solidFill>
            <a:srgbClr val="30D158"/>
          </a:solidFill>
          <a:ln/>
        </p:spPr>
      </p:sp>
      <p:sp>
        <p:nvSpPr>
          <p:cNvPr id="34" name="Text 32"/>
          <p:cNvSpPr txBox="1"/>
          <p:nvPr/>
        </p:nvSpPr>
        <p:spPr>
          <a:xfrm>
            <a:off x="6291072"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III  |  1 concepto + innovaciones</a:t>
            </a:r>
            <a:endParaRPr lang="en-US" sz="1200" dirty="0"/>
          </a:p>
        </p:txBody>
      </p:sp>
      <p:sp>
        <p:nvSpPr>
          <p:cNvPr id="35" name="Text 33"/>
          <p:cNvSpPr txBox="1"/>
          <p:nvPr/>
        </p:nvSpPr>
        <p:spPr>
          <a:xfrm>
            <a:off x="6291072" y="1874520"/>
            <a:ext cx="2606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6291072"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6291072"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6291072"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6291072"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6291072"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6291072"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6291072"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Evidencia Estadística — Investigación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200" dirty="0"/>
          </a:p>
        </p:txBody>
      </p:sp>
      <p:sp>
        <p:nvSpPr>
          <p:cNvPr id="6" name="Shape 4"/>
          <p:cNvSpPr/>
          <p:nvPr/>
        </p:nvSpPr>
        <p:spPr>
          <a:xfrm>
            <a:off x="274320" y="1298448"/>
            <a:ext cx="2011680" cy="1874520"/>
          </a:xfrm>
          <a:prstGeom prst="roundRect">
            <a:avLst>
              <a:gd name="adj" fmla="val 5854"/>
            </a:avLst>
          </a:prstGeom>
          <a:solidFill>
            <a:srgbClr val="EFF1F8"/>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4200" b="1" dirty="0">
                <a:solidFill>
                  <a:srgbClr val="FF453A"/>
                </a:solidFill>
                <a:latin typeface="Atkinson Hyperlegible" pitchFamily="34" charset="0"/>
                <a:ea typeface="Atkinson Hyperlegible" pitchFamily="34" charset="-122"/>
                <a:cs typeface="Atkinson Hyperlegible" pitchFamily="34" charset="-120"/>
              </a:rPr>
              <a:t>2</a:t>
            </a:r>
            <a:endParaRPr lang="en-US" sz="42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EFF1F8"/>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4200" b="1" dirty="0">
                <a:solidFill>
                  <a:srgbClr val="30D158"/>
                </a:solidFill>
                <a:latin typeface="Atkinson Hyperlegible" pitchFamily="34" charset="0"/>
                <a:ea typeface="Atkinson Hyperlegible" pitchFamily="34" charset="-122"/>
                <a:cs typeface="Atkinson Hyperlegible" pitchFamily="34" charset="-120"/>
              </a:rPr>
              <a:t>4.3%</a:t>
            </a:r>
            <a:endParaRPr lang="en-US" sz="42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EFF1F8"/>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4200" b="1" dirty="0">
                <a:solidFill>
                  <a:srgbClr val="0A84FF"/>
                </a:solidFill>
                <a:latin typeface="Atkinson Hyperlegible" pitchFamily="34" charset="0"/>
                <a:ea typeface="Atkinson Hyperlegible" pitchFamily="34" charset="-122"/>
                <a:cs typeface="Atkinson Hyperlegible" pitchFamily="34" charset="-120"/>
              </a:rPr>
              <a:t>7.5%</a:t>
            </a:r>
            <a:endParaRPr lang="en-US" sz="42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EFF1F8"/>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4200" b="1" dirty="0">
                <a:solidFill>
                  <a:srgbClr val="FF9500"/>
                </a:solidFill>
                <a:latin typeface="Atkinson Hyperlegible" pitchFamily="34" charset="0"/>
                <a:ea typeface="Atkinson Hyperlegible" pitchFamily="34" charset="-122"/>
                <a:cs typeface="Atkinson Hyperlegible" pitchFamily="34" charset="-120"/>
              </a:rPr>
              <a:t>10:1</a:t>
            </a:r>
            <a:endParaRPr lang="en-US" sz="42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Conclusión clave de la investigación:</a:t>
            </a:r>
            <a:endParaRPr lang="en-US" sz="1200" dirty="0"/>
          </a:p>
        </p:txBody>
      </p:sp>
      <p:sp>
        <p:nvSpPr>
          <p:cNvPr id="23" name="Shape 21"/>
          <p:cNvSpPr/>
          <p:nvPr/>
        </p:nvSpPr>
        <p:spPr>
          <a:xfrm>
            <a:off x="457200" y="3657600"/>
            <a:ext cx="8229600" cy="1234440"/>
          </a:xfrm>
          <a:prstGeom prst="roundRect">
            <a:avLst>
              <a:gd name="adj" fmla="val 8889"/>
            </a:avLst>
          </a:prstGeom>
          <a:solidFill>
            <a:srgbClr val="EFF1F8"/>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CII SP 34-1: Estructura de la Guía de Implementación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1005840"/>
            <a:ext cx="8412480" cy="914400"/>
          </a:xfrm>
          <a:prstGeom prst="roundRect">
            <a:avLst>
              <a:gd name="adj" fmla="val 10000"/>
            </a:avLst>
          </a:prstGeom>
          <a:solidFill>
            <a:srgbClr val="EFF1F8"/>
          </a:solidFill>
          <a:ln w="12700">
            <a:solidFill>
              <a:srgbClr val="E8ECF5"/>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Corporativo</a:t>
            </a:r>
            <a:endParaRPr lang="en-US" sz="12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EFF1F8"/>
          </a:solidFill>
          <a:ln w="12700">
            <a:solidFill>
              <a:srgbClr val="E8ECF5"/>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de Proyecto</a:t>
            </a:r>
            <a:endParaRPr lang="en-US" sz="12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EFF1F8"/>
          </a:solidFill>
          <a:ln w="12700">
            <a:solidFill>
              <a:srgbClr val="E8ECF5"/>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19 Herramientas de Implementación</a:t>
            </a:r>
            <a:endParaRPr lang="en-US" sz="12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EFF1F8"/>
          </a:solidFill>
          <a:ln w="12700">
            <a:solidFill>
              <a:srgbClr val="E8ECF5"/>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Casos de Estudio y Análisis Comparativo</a:t>
            </a:r>
            <a:endParaRPr lang="en-US" sz="12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03</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 — Planificación Conceptual: Visión General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200" dirty="0"/>
          </a:p>
        </p:txBody>
      </p:sp>
      <p:sp>
        <p:nvSpPr>
          <p:cNvPr id="6" name="Shape 4"/>
          <p:cNvSpPr/>
          <p:nvPr/>
        </p:nvSpPr>
        <p:spPr>
          <a:xfrm>
            <a:off x="365760" y="1298448"/>
            <a:ext cx="4206240" cy="914400"/>
          </a:xfrm>
          <a:prstGeom prst="roundRect">
            <a:avLst>
              <a:gd name="adj" fmla="val 10000"/>
            </a:avLst>
          </a:prstGeom>
          <a:solidFill>
            <a:srgbClr val="EFF1F8"/>
          </a:solidFill>
          <a:ln w="12700">
            <a:solidFill>
              <a:srgbClr val="E8ECF5"/>
            </a:solidFill>
            <a:prstDash val="solid"/>
          </a:ln>
        </p:spPr>
      </p:sp>
      <p:sp>
        <p:nvSpPr>
          <p:cNvPr id="7" name="Shape 5"/>
          <p:cNvSpPr/>
          <p:nvPr/>
        </p:nvSpPr>
        <p:spPr>
          <a:xfrm>
            <a:off x="365760" y="1298448"/>
            <a:ext cx="73152" cy="914400"/>
          </a:xfrm>
          <a:prstGeom prst="rect">
            <a:avLst/>
          </a:prstGeom>
          <a:solidFill>
            <a:srgbClr val="0A84FF"/>
          </a:solidFill>
          <a:ln/>
        </p:spPr>
      </p:sp>
      <p:sp>
        <p:nvSpPr>
          <p:cNvPr id="8" name="Text 6"/>
          <p:cNvSpPr txBox="1"/>
          <p:nvPr/>
        </p:nvSpPr>
        <p:spPr>
          <a:xfrm>
            <a:off x="566928" y="1371600"/>
            <a:ext cx="5486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I-1</a:t>
            </a:r>
            <a:endParaRPr lang="en-US" sz="1200" dirty="0"/>
          </a:p>
        </p:txBody>
      </p:sp>
      <p:sp>
        <p:nvSpPr>
          <p:cNvPr id="9" name="Text 7"/>
          <p:cNvSpPr txBox="1"/>
          <p:nvPr/>
        </p:nvSpPr>
        <p:spPr>
          <a:xfrm>
            <a:off x="117043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6692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754880" y="1298448"/>
            <a:ext cx="4206240" cy="914400"/>
          </a:xfrm>
          <a:prstGeom prst="roundRect">
            <a:avLst>
              <a:gd name="adj" fmla="val 10000"/>
            </a:avLst>
          </a:prstGeom>
          <a:solidFill>
            <a:srgbClr val="EFF1F8"/>
          </a:solidFill>
          <a:ln w="12700">
            <a:solidFill>
              <a:srgbClr val="E8ECF5"/>
            </a:solidFill>
            <a:prstDash val="solid"/>
          </a:ln>
        </p:spPr>
      </p:sp>
      <p:sp>
        <p:nvSpPr>
          <p:cNvPr id="12" name="Shape 10"/>
          <p:cNvSpPr/>
          <p:nvPr/>
        </p:nvSpPr>
        <p:spPr>
          <a:xfrm>
            <a:off x="4754880" y="1298448"/>
            <a:ext cx="73152" cy="914400"/>
          </a:xfrm>
          <a:prstGeom prst="rect">
            <a:avLst/>
          </a:prstGeom>
          <a:solidFill>
            <a:srgbClr val="64D2FF"/>
          </a:solidFill>
          <a:ln/>
        </p:spPr>
      </p:sp>
      <p:sp>
        <p:nvSpPr>
          <p:cNvPr id="13" name="Text 11"/>
          <p:cNvSpPr txBox="1"/>
          <p:nvPr/>
        </p:nvSpPr>
        <p:spPr>
          <a:xfrm>
            <a:off x="4956048" y="1371600"/>
            <a:ext cx="5486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I-2</a:t>
            </a:r>
            <a:endParaRPr lang="en-US" sz="1200" dirty="0"/>
          </a:p>
        </p:txBody>
      </p:sp>
      <p:sp>
        <p:nvSpPr>
          <p:cNvPr id="14" name="Text 12"/>
          <p:cNvSpPr txBox="1"/>
          <p:nvPr/>
        </p:nvSpPr>
        <p:spPr>
          <a:xfrm>
            <a:off x="555955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95604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65760" y="2322576"/>
            <a:ext cx="4206240" cy="914400"/>
          </a:xfrm>
          <a:prstGeom prst="roundRect">
            <a:avLst>
              <a:gd name="adj" fmla="val 10000"/>
            </a:avLst>
          </a:prstGeom>
          <a:solidFill>
            <a:srgbClr val="EFF1F8"/>
          </a:solidFill>
          <a:ln w="12700">
            <a:solidFill>
              <a:srgbClr val="E8ECF5"/>
            </a:solidFill>
            <a:prstDash val="solid"/>
          </a:ln>
        </p:spPr>
      </p:sp>
      <p:sp>
        <p:nvSpPr>
          <p:cNvPr id="17" name="Shape 15"/>
          <p:cNvSpPr/>
          <p:nvPr/>
        </p:nvSpPr>
        <p:spPr>
          <a:xfrm>
            <a:off x="365760" y="2322576"/>
            <a:ext cx="73152" cy="914400"/>
          </a:xfrm>
          <a:prstGeom prst="rect">
            <a:avLst/>
          </a:prstGeom>
          <a:solidFill>
            <a:srgbClr val="30D158"/>
          </a:solidFill>
          <a:ln/>
        </p:spPr>
      </p:sp>
      <p:sp>
        <p:nvSpPr>
          <p:cNvPr id="18" name="Text 16"/>
          <p:cNvSpPr txBox="1"/>
          <p:nvPr/>
        </p:nvSpPr>
        <p:spPr>
          <a:xfrm>
            <a:off x="566928" y="2395728"/>
            <a:ext cx="5486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19" name="Text 17"/>
          <p:cNvSpPr txBox="1"/>
          <p:nvPr/>
        </p:nvSpPr>
        <p:spPr>
          <a:xfrm>
            <a:off x="117043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6692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754880" y="2322576"/>
            <a:ext cx="4206240" cy="914400"/>
          </a:xfrm>
          <a:prstGeom prst="roundRect">
            <a:avLst>
              <a:gd name="adj" fmla="val 10000"/>
            </a:avLst>
          </a:prstGeom>
          <a:solidFill>
            <a:srgbClr val="EFF1F8"/>
          </a:solidFill>
          <a:ln w="12700">
            <a:solidFill>
              <a:srgbClr val="E8ECF5"/>
            </a:solidFill>
            <a:prstDash val="solid"/>
          </a:ln>
        </p:spPr>
      </p:sp>
      <p:sp>
        <p:nvSpPr>
          <p:cNvPr id="22" name="Shape 20"/>
          <p:cNvSpPr/>
          <p:nvPr/>
        </p:nvSpPr>
        <p:spPr>
          <a:xfrm>
            <a:off x="4754880" y="2322576"/>
            <a:ext cx="73152" cy="914400"/>
          </a:xfrm>
          <a:prstGeom prst="rect">
            <a:avLst/>
          </a:prstGeom>
          <a:solidFill>
            <a:srgbClr val="FF9500"/>
          </a:solidFill>
          <a:ln/>
        </p:spPr>
      </p:sp>
      <p:sp>
        <p:nvSpPr>
          <p:cNvPr id="23" name="Text 21"/>
          <p:cNvSpPr txBox="1"/>
          <p:nvPr/>
        </p:nvSpPr>
        <p:spPr>
          <a:xfrm>
            <a:off x="4956048" y="2395728"/>
            <a:ext cx="5486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I-4</a:t>
            </a:r>
            <a:endParaRPr lang="en-US" sz="1200" dirty="0"/>
          </a:p>
        </p:txBody>
      </p:sp>
      <p:sp>
        <p:nvSpPr>
          <p:cNvPr id="24" name="Text 22"/>
          <p:cNvSpPr txBox="1"/>
          <p:nvPr/>
        </p:nvSpPr>
        <p:spPr>
          <a:xfrm>
            <a:off x="555955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95604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65760" y="3346704"/>
            <a:ext cx="4206240" cy="914400"/>
          </a:xfrm>
          <a:prstGeom prst="roundRect">
            <a:avLst>
              <a:gd name="adj" fmla="val 10000"/>
            </a:avLst>
          </a:prstGeom>
          <a:solidFill>
            <a:srgbClr val="EFF1F8"/>
          </a:solidFill>
          <a:ln w="12700">
            <a:solidFill>
              <a:srgbClr val="E8ECF5"/>
            </a:solidFill>
            <a:prstDash val="solid"/>
          </a:ln>
        </p:spPr>
      </p:sp>
      <p:sp>
        <p:nvSpPr>
          <p:cNvPr id="27" name="Shape 25"/>
          <p:cNvSpPr/>
          <p:nvPr/>
        </p:nvSpPr>
        <p:spPr>
          <a:xfrm>
            <a:off x="365760" y="3346704"/>
            <a:ext cx="73152" cy="914400"/>
          </a:xfrm>
          <a:prstGeom prst="rect">
            <a:avLst/>
          </a:prstGeom>
          <a:solidFill>
            <a:srgbClr val="FF453A"/>
          </a:solidFill>
          <a:ln/>
        </p:spPr>
      </p:sp>
      <p:sp>
        <p:nvSpPr>
          <p:cNvPr id="28" name="Text 26"/>
          <p:cNvSpPr txBox="1"/>
          <p:nvPr/>
        </p:nvSpPr>
        <p:spPr>
          <a:xfrm>
            <a:off x="566928" y="3419856"/>
            <a:ext cx="5486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I-5</a:t>
            </a:r>
            <a:endParaRPr lang="en-US" sz="1200" dirty="0"/>
          </a:p>
        </p:txBody>
      </p:sp>
      <p:sp>
        <p:nvSpPr>
          <p:cNvPr id="29" name="Text 27"/>
          <p:cNvSpPr txBox="1"/>
          <p:nvPr/>
        </p:nvSpPr>
        <p:spPr>
          <a:xfrm>
            <a:off x="117043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6692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754880" y="3346704"/>
            <a:ext cx="4206240" cy="914400"/>
          </a:xfrm>
          <a:prstGeom prst="roundRect">
            <a:avLst>
              <a:gd name="adj" fmla="val 10000"/>
            </a:avLst>
          </a:prstGeom>
          <a:solidFill>
            <a:srgbClr val="EFF1F8"/>
          </a:solidFill>
          <a:ln w="12700">
            <a:solidFill>
              <a:srgbClr val="E8ECF5"/>
            </a:solidFill>
            <a:prstDash val="solid"/>
          </a:ln>
        </p:spPr>
      </p:sp>
      <p:sp>
        <p:nvSpPr>
          <p:cNvPr id="32" name="Shape 30"/>
          <p:cNvSpPr/>
          <p:nvPr/>
        </p:nvSpPr>
        <p:spPr>
          <a:xfrm>
            <a:off x="4754880" y="3346704"/>
            <a:ext cx="73152" cy="914400"/>
          </a:xfrm>
          <a:prstGeom prst="rect">
            <a:avLst/>
          </a:prstGeom>
          <a:solidFill>
            <a:srgbClr val="AF52DE"/>
          </a:solidFill>
          <a:ln/>
        </p:spPr>
      </p:sp>
      <p:sp>
        <p:nvSpPr>
          <p:cNvPr id="33" name="Text 31"/>
          <p:cNvSpPr txBox="1"/>
          <p:nvPr/>
        </p:nvSpPr>
        <p:spPr>
          <a:xfrm>
            <a:off x="4956048" y="3419856"/>
            <a:ext cx="5486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I-6</a:t>
            </a:r>
            <a:endParaRPr lang="en-US" sz="1200" dirty="0"/>
          </a:p>
        </p:txBody>
      </p:sp>
      <p:sp>
        <p:nvSpPr>
          <p:cNvPr id="34" name="Text 32"/>
          <p:cNvSpPr txBox="1"/>
          <p:nvPr/>
        </p:nvSpPr>
        <p:spPr>
          <a:xfrm>
            <a:off x="555955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95604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65760" y="4407408"/>
            <a:ext cx="8412480" cy="685800"/>
          </a:xfrm>
          <a:prstGeom prst="roundRect">
            <a:avLst>
              <a:gd name="adj" fmla="val 13333"/>
            </a:avLst>
          </a:prstGeom>
          <a:solidFill>
            <a:srgbClr val="EFF1F8"/>
          </a:solidFill>
          <a:ln w="12700">
            <a:solidFill>
              <a:srgbClr val="FFD60A"/>
            </a:solidFill>
            <a:prstDash val="solid"/>
          </a:ln>
        </p:spPr>
      </p:sp>
      <p:sp>
        <p:nvSpPr>
          <p:cNvPr id="37" name="Text 35"/>
          <p:cNvSpPr txBox="1"/>
          <p:nvPr/>
        </p:nvSpPr>
        <p:spPr>
          <a:xfrm>
            <a:off x="548640" y="4480560"/>
            <a:ext cx="54864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I-7</a:t>
            </a:r>
            <a:endParaRPr lang="en-US" sz="1200" dirty="0"/>
          </a:p>
        </p:txBody>
      </p:sp>
      <p:sp>
        <p:nvSpPr>
          <p:cNvPr id="38" name="Text 36"/>
          <p:cNvSpPr txBox="1"/>
          <p:nvPr/>
        </p:nvSpPr>
        <p:spPr>
          <a:xfrm>
            <a:off x="1188720" y="4480560"/>
            <a:ext cx="2743200" cy="36576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4023360" y="4480560"/>
            <a:ext cx="4480560" cy="36576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777240"/>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65760" y="1847088"/>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¿Qué debe incluir el PEP sobre Constructabilidad?</a:t>
            </a:r>
            <a:endParaRPr lang="en-US" sz="1200" dirty="0"/>
          </a:p>
        </p:txBody>
      </p:sp>
      <p:sp>
        <p:nvSpPr>
          <p:cNvPr id="8" name="Shape 6"/>
          <p:cNvSpPr/>
          <p:nvPr/>
        </p:nvSpPr>
        <p:spPr>
          <a:xfrm>
            <a:off x="365760" y="2240280"/>
            <a:ext cx="4206240" cy="1078992"/>
          </a:xfrm>
          <a:prstGeom prst="roundRect">
            <a:avLst>
              <a:gd name="adj" fmla="val 8475"/>
            </a:avLst>
          </a:prstGeom>
          <a:solidFill>
            <a:srgbClr val="EFF1F8"/>
          </a:solidFill>
          <a:ln w="12700">
            <a:solidFill>
              <a:srgbClr val="E8ECF5"/>
            </a:solidFill>
            <a:prstDash val="solid"/>
          </a:ln>
        </p:spPr>
      </p:sp>
      <p:sp>
        <p:nvSpPr>
          <p:cNvPr id="9" name="Text 7"/>
          <p:cNvSpPr txBox="1"/>
          <p:nvPr/>
        </p:nvSpPr>
        <p:spPr>
          <a:xfrm>
            <a:off x="548640" y="2313432"/>
            <a:ext cx="1097280" cy="41148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4864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754880" y="2240280"/>
            <a:ext cx="4206240" cy="1078992"/>
          </a:xfrm>
          <a:prstGeom prst="roundRect">
            <a:avLst>
              <a:gd name="adj" fmla="val 8475"/>
            </a:avLst>
          </a:prstGeom>
          <a:solidFill>
            <a:srgbClr val="EFF1F8"/>
          </a:solidFill>
          <a:ln w="12700">
            <a:solidFill>
              <a:srgbClr val="E8ECF5"/>
            </a:solidFill>
            <a:prstDash val="solid"/>
          </a:ln>
        </p:spPr>
      </p:sp>
      <p:sp>
        <p:nvSpPr>
          <p:cNvPr id="12" name="Text 10"/>
          <p:cNvSpPr txBox="1"/>
          <p:nvPr/>
        </p:nvSpPr>
        <p:spPr>
          <a:xfrm>
            <a:off x="4937760" y="2313432"/>
            <a:ext cx="1097280" cy="41148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93776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65760" y="3429000"/>
            <a:ext cx="4206240" cy="1078992"/>
          </a:xfrm>
          <a:prstGeom prst="roundRect">
            <a:avLst>
              <a:gd name="adj" fmla="val 8475"/>
            </a:avLst>
          </a:prstGeom>
          <a:solidFill>
            <a:srgbClr val="EFF1F8"/>
          </a:solidFill>
          <a:ln w="12700">
            <a:solidFill>
              <a:srgbClr val="E8ECF5"/>
            </a:solidFill>
            <a:prstDash val="solid"/>
          </a:ln>
        </p:spPr>
      </p:sp>
      <p:sp>
        <p:nvSpPr>
          <p:cNvPr id="15" name="Text 13"/>
          <p:cNvSpPr txBox="1"/>
          <p:nvPr/>
        </p:nvSpPr>
        <p:spPr>
          <a:xfrm>
            <a:off x="548640" y="3502152"/>
            <a:ext cx="1097280" cy="41148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4864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754880" y="3429000"/>
            <a:ext cx="4206240" cy="1078992"/>
          </a:xfrm>
          <a:prstGeom prst="roundRect">
            <a:avLst>
              <a:gd name="adj" fmla="val 8475"/>
            </a:avLst>
          </a:prstGeom>
          <a:solidFill>
            <a:srgbClr val="EFF1F8"/>
          </a:solidFill>
          <a:ln w="12700">
            <a:solidFill>
              <a:srgbClr val="E8ECF5"/>
            </a:solidFill>
            <a:prstDash val="solid"/>
          </a:ln>
        </p:spPr>
      </p:sp>
      <p:sp>
        <p:nvSpPr>
          <p:cNvPr id="18" name="Text 16"/>
          <p:cNvSpPr txBox="1"/>
          <p:nvPr/>
        </p:nvSpPr>
        <p:spPr>
          <a:xfrm>
            <a:off x="4937760" y="3502152"/>
            <a:ext cx="1097280" cy="41148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93776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65760" y="4572000"/>
            <a:ext cx="8412480" cy="640080"/>
          </a:xfrm>
          <a:prstGeom prst="roundRect">
            <a:avLst>
              <a:gd name="adj" fmla="val 14286"/>
            </a:avLst>
          </a:prstGeom>
          <a:solidFill>
            <a:srgbClr val="EFF1F8"/>
          </a:solidFill>
          <a:ln w="12700">
            <a:solidFill>
              <a:srgbClr val="E8ECF5"/>
            </a:solidFill>
            <a:prstDash val="solid"/>
          </a:ln>
        </p:spPr>
      </p:sp>
      <p:sp>
        <p:nvSpPr>
          <p:cNvPr id="21" name="Text 19"/>
          <p:cNvSpPr txBox="1"/>
          <p:nvPr/>
        </p:nvSpPr>
        <p:spPr>
          <a:xfrm>
            <a:off x="548640" y="4645152"/>
            <a:ext cx="1005840" cy="36576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645920" y="4645152"/>
            <a:ext cx="6949440" cy="36576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Beneficios del PEP con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200" dirty="0"/>
          </a:p>
        </p:txBody>
      </p:sp>
      <p:sp>
        <p:nvSpPr>
          <p:cNvPr id="6" name="Shape 4"/>
          <p:cNvSpPr/>
          <p:nvPr/>
        </p:nvSpPr>
        <p:spPr>
          <a:xfrm>
            <a:off x="365760" y="1298448"/>
            <a:ext cx="4206240" cy="1691640"/>
          </a:xfrm>
          <a:prstGeom prst="roundRect">
            <a:avLst>
              <a:gd name="adj" fmla="val 6486"/>
            </a:avLst>
          </a:prstGeom>
          <a:solidFill>
            <a:srgbClr val="EFF1F8"/>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EFF1F8"/>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EFF1F8"/>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EFF1F8"/>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200" dirty="0"/>
          </a:p>
        </p:txBody>
      </p:sp>
      <p:sp>
        <p:nvSpPr>
          <p:cNvPr id="8" name="Shape 6"/>
          <p:cNvSpPr/>
          <p:nvPr/>
        </p:nvSpPr>
        <p:spPr>
          <a:xfrm>
            <a:off x="365760" y="2029968"/>
            <a:ext cx="4023360" cy="2651760"/>
          </a:xfrm>
          <a:prstGeom prst="roundRect">
            <a:avLst>
              <a:gd name="adj" fmla="val 4138"/>
            </a:avLst>
          </a:prstGeom>
          <a:solidFill>
            <a:srgbClr val="EFF1F8"/>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200" dirty="0"/>
          </a:p>
        </p:txBody>
      </p:sp>
      <p:sp>
        <p:nvSpPr>
          <p:cNvPr id="12" name="Shape 10"/>
          <p:cNvSpPr/>
          <p:nvPr/>
        </p:nvSpPr>
        <p:spPr>
          <a:xfrm>
            <a:off x="4663440" y="2029968"/>
            <a:ext cx="4114800" cy="594360"/>
          </a:xfrm>
          <a:prstGeom prst="roundRect">
            <a:avLst>
              <a:gd name="adj" fmla="val 15385"/>
            </a:avLst>
          </a:prstGeom>
          <a:solidFill>
            <a:srgbClr val="EFF1F8"/>
          </a:solidFill>
          <a:ln w="12700">
            <a:solidFill>
              <a:srgbClr val="E8ECF5"/>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EFF1F8"/>
          </a:solidFill>
          <a:ln w="12700">
            <a:solidFill>
              <a:srgbClr val="E8ECF5"/>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EFF1F8"/>
          </a:solidFill>
          <a:ln w="12700">
            <a:solidFill>
              <a:srgbClr val="E8ECF5"/>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EFF1F8"/>
          </a:solidFill>
          <a:ln w="12700">
            <a:solidFill>
              <a:srgbClr val="E8ECF5"/>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30D158"/>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65760" y="1719072"/>
            <a:ext cx="45720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 Opciones Básicas de Contratación</a:t>
            </a:r>
            <a:endParaRPr lang="en-US" sz="1200" dirty="0"/>
          </a:p>
        </p:txBody>
      </p:sp>
      <p:sp>
        <p:nvSpPr>
          <p:cNvPr id="8" name="Shape 6"/>
          <p:cNvSpPr/>
          <p:nvPr/>
        </p:nvSpPr>
        <p:spPr>
          <a:xfrm>
            <a:off x="365760" y="2103120"/>
            <a:ext cx="4206240" cy="502920"/>
          </a:xfrm>
          <a:prstGeom prst="roundRect">
            <a:avLst>
              <a:gd name="adj" fmla="val 14545"/>
            </a:avLst>
          </a:prstGeom>
          <a:solidFill>
            <a:srgbClr val="EFF1F8"/>
          </a:solidFill>
          <a:ln w="12700">
            <a:solidFill>
              <a:srgbClr val="0A84FF"/>
            </a:solidFill>
            <a:prstDash val="solid"/>
          </a:ln>
        </p:spPr>
      </p:sp>
      <p:sp>
        <p:nvSpPr>
          <p:cNvPr id="9" name="Text 7"/>
          <p:cNvSpPr txBox="1"/>
          <p:nvPr/>
        </p:nvSpPr>
        <p:spPr>
          <a:xfrm>
            <a:off x="548640" y="2176272"/>
            <a:ext cx="3840480" cy="347472"/>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754880" y="2103120"/>
            <a:ext cx="4206240" cy="502920"/>
          </a:xfrm>
          <a:prstGeom prst="roundRect">
            <a:avLst>
              <a:gd name="adj" fmla="val 14545"/>
            </a:avLst>
          </a:prstGeom>
          <a:solidFill>
            <a:srgbClr val="EFF1F8"/>
          </a:solidFill>
          <a:ln w="12700">
            <a:solidFill>
              <a:srgbClr val="30D158"/>
            </a:solidFill>
            <a:prstDash val="solid"/>
          </a:ln>
        </p:spPr>
      </p:sp>
      <p:sp>
        <p:nvSpPr>
          <p:cNvPr id="11" name="Text 9"/>
          <p:cNvSpPr txBox="1"/>
          <p:nvPr/>
        </p:nvSpPr>
        <p:spPr>
          <a:xfrm>
            <a:off x="4937760" y="2176272"/>
            <a:ext cx="3840480" cy="347472"/>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65760" y="2697480"/>
            <a:ext cx="4206240" cy="502920"/>
          </a:xfrm>
          <a:prstGeom prst="roundRect">
            <a:avLst>
              <a:gd name="adj" fmla="val 14545"/>
            </a:avLst>
          </a:prstGeom>
          <a:solidFill>
            <a:srgbClr val="EFF1F8"/>
          </a:solidFill>
          <a:ln w="12700">
            <a:solidFill>
              <a:srgbClr val="FF9500"/>
            </a:solidFill>
            <a:prstDash val="solid"/>
          </a:ln>
        </p:spPr>
      </p:sp>
      <p:sp>
        <p:nvSpPr>
          <p:cNvPr id="13" name="Text 11"/>
          <p:cNvSpPr txBox="1"/>
          <p:nvPr/>
        </p:nvSpPr>
        <p:spPr>
          <a:xfrm>
            <a:off x="548640" y="2770632"/>
            <a:ext cx="3840480" cy="347472"/>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754880" y="2697480"/>
            <a:ext cx="4206240" cy="502920"/>
          </a:xfrm>
          <a:prstGeom prst="roundRect">
            <a:avLst>
              <a:gd name="adj" fmla="val 14545"/>
            </a:avLst>
          </a:prstGeom>
          <a:solidFill>
            <a:srgbClr val="EFF1F8"/>
          </a:solidFill>
          <a:ln w="12700">
            <a:solidFill>
              <a:srgbClr val="AF52DE"/>
            </a:solidFill>
            <a:prstDash val="solid"/>
          </a:ln>
        </p:spPr>
      </p:sp>
      <p:sp>
        <p:nvSpPr>
          <p:cNvPr id="15" name="Text 13"/>
          <p:cNvSpPr txBox="1"/>
          <p:nvPr/>
        </p:nvSpPr>
        <p:spPr>
          <a:xfrm>
            <a:off x="4937760" y="2770632"/>
            <a:ext cx="3840480" cy="347472"/>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65760" y="3291840"/>
            <a:ext cx="4206240" cy="502920"/>
          </a:xfrm>
          <a:prstGeom prst="roundRect">
            <a:avLst>
              <a:gd name="adj" fmla="val 14545"/>
            </a:avLst>
          </a:prstGeom>
          <a:solidFill>
            <a:srgbClr val="EFF1F8"/>
          </a:solidFill>
          <a:ln w="12700">
            <a:solidFill>
              <a:srgbClr val="55577A"/>
            </a:solidFill>
            <a:prstDash val="solid"/>
          </a:ln>
        </p:spPr>
      </p:sp>
      <p:sp>
        <p:nvSpPr>
          <p:cNvPr id="17" name="Text 15"/>
          <p:cNvSpPr txBox="1"/>
          <p:nvPr/>
        </p:nvSpPr>
        <p:spPr>
          <a:xfrm>
            <a:off x="548640" y="3364992"/>
            <a:ext cx="3840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754880" y="3291840"/>
            <a:ext cx="4206240" cy="502920"/>
          </a:xfrm>
          <a:prstGeom prst="roundRect">
            <a:avLst>
              <a:gd name="adj" fmla="val 14545"/>
            </a:avLst>
          </a:prstGeom>
          <a:solidFill>
            <a:srgbClr val="EFF1F8"/>
          </a:solidFill>
          <a:ln w="12700">
            <a:solidFill>
              <a:srgbClr val="FFD60A"/>
            </a:solidFill>
            <a:prstDash val="solid"/>
          </a:ln>
        </p:spPr>
      </p:sp>
      <p:sp>
        <p:nvSpPr>
          <p:cNvPr id="19" name="Text 17"/>
          <p:cNvSpPr txBox="1"/>
          <p:nvPr/>
        </p:nvSpPr>
        <p:spPr>
          <a:xfrm>
            <a:off x="4937760" y="3364992"/>
            <a:ext cx="3840480" cy="347472"/>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65760" y="4572000"/>
            <a:ext cx="8412480" cy="548640"/>
          </a:xfrm>
          <a:prstGeom prst="roundRect">
            <a:avLst>
              <a:gd name="adj" fmla="val 13333"/>
            </a:avLst>
          </a:prstGeom>
          <a:solidFill>
            <a:srgbClr val="EFF1F8"/>
          </a:solidFill>
          <a:ln w="12700">
            <a:solidFill>
              <a:srgbClr val="FF453A"/>
            </a:solidFill>
            <a:prstDash val="solid"/>
          </a:ln>
        </p:spPr>
      </p:sp>
      <p:sp>
        <p:nvSpPr>
          <p:cNvPr id="21" name="Text 19"/>
          <p:cNvSpPr txBox="1"/>
          <p:nvPr/>
        </p:nvSpPr>
        <p:spPr>
          <a:xfrm>
            <a:off x="548640" y="4663440"/>
            <a:ext cx="8046720" cy="365760"/>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65760" y="4206240"/>
            <a:ext cx="8412480" cy="274320"/>
          </a:xfrm>
          <a:prstGeom prst="rect">
            <a:avLst/>
          </a:prstGeom>
          <a:noFill/>
          <a:ln/>
        </p:spPr>
        <p:txBody>
          <a:bodyPr wrap="square" lIns="0" tIns="0" rIns="0" bIns="0" rtlCol="0" anchor="ctr"/>
          <a:lstStyle/>
          <a:p>
            <a:pPr indent="0" marL="0">
              <a:buNone/>
            </a:pPr>
            <a:r>
              <a:rPr lang="en-US" sz="1200" b="1" dirty="0">
                <a:solidFill>
                  <a:srgbClr val="55577A"/>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FF9500"/>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65760" y="1719072"/>
            <a:ext cx="2788920" cy="3429000"/>
          </a:xfrm>
          <a:prstGeom prst="roundRect">
            <a:avLst>
              <a:gd name="adj" fmla="val 3279"/>
            </a:avLst>
          </a:prstGeom>
          <a:solidFill>
            <a:srgbClr val="EFF1F8"/>
          </a:solidFill>
          <a:ln w="12700">
            <a:solidFill>
              <a:srgbClr val="E8ECF5"/>
            </a:solidFill>
            <a:prstDash val="solid"/>
          </a:ln>
        </p:spPr>
      </p:sp>
      <p:sp>
        <p:nvSpPr>
          <p:cNvPr id="8" name="Shape 6"/>
          <p:cNvSpPr/>
          <p:nvPr/>
        </p:nvSpPr>
        <p:spPr>
          <a:xfrm>
            <a:off x="365760" y="1719072"/>
            <a:ext cx="2788920" cy="411480"/>
          </a:xfrm>
          <a:prstGeom prst="roundRect">
            <a:avLst>
              <a:gd name="adj" fmla="val 22222"/>
            </a:avLst>
          </a:prstGeom>
          <a:solidFill>
            <a:srgbClr val="FF9500"/>
          </a:solidFill>
          <a:ln/>
        </p:spPr>
      </p:sp>
      <p:sp>
        <p:nvSpPr>
          <p:cNvPr id="9" name="Shape 7"/>
          <p:cNvSpPr/>
          <p:nvPr/>
        </p:nvSpPr>
        <p:spPr>
          <a:xfrm>
            <a:off x="365760" y="1938528"/>
            <a:ext cx="2788920" cy="192024"/>
          </a:xfrm>
          <a:prstGeom prst="rect">
            <a:avLst/>
          </a:prstGeom>
          <a:solidFill>
            <a:srgbClr val="FF9500"/>
          </a:solidFill>
          <a:ln/>
        </p:spPr>
      </p:sp>
      <p:sp>
        <p:nvSpPr>
          <p:cNvPr id="10" name="Text 8"/>
          <p:cNvSpPr txBox="1"/>
          <p:nvPr/>
        </p:nvSpPr>
        <p:spPr>
          <a:xfrm>
            <a:off x="47548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7548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7548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7548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7548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7548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291840" y="1719072"/>
            <a:ext cx="2788920" cy="3429000"/>
          </a:xfrm>
          <a:prstGeom prst="roundRect">
            <a:avLst>
              <a:gd name="adj" fmla="val 3279"/>
            </a:avLst>
          </a:prstGeom>
          <a:solidFill>
            <a:srgbClr val="EFF1F8"/>
          </a:solidFill>
          <a:ln w="12700">
            <a:solidFill>
              <a:srgbClr val="E8ECF5"/>
            </a:solidFill>
            <a:prstDash val="solid"/>
          </a:ln>
        </p:spPr>
      </p:sp>
      <p:sp>
        <p:nvSpPr>
          <p:cNvPr id="17" name="Shape 15"/>
          <p:cNvSpPr/>
          <p:nvPr/>
        </p:nvSpPr>
        <p:spPr>
          <a:xfrm>
            <a:off x="3291840" y="1719072"/>
            <a:ext cx="2788920" cy="411480"/>
          </a:xfrm>
          <a:prstGeom prst="roundRect">
            <a:avLst>
              <a:gd name="adj" fmla="val 22222"/>
            </a:avLst>
          </a:prstGeom>
          <a:solidFill>
            <a:srgbClr val="FF453A"/>
          </a:solidFill>
          <a:ln/>
        </p:spPr>
      </p:sp>
      <p:sp>
        <p:nvSpPr>
          <p:cNvPr id="18" name="Shape 16"/>
          <p:cNvSpPr/>
          <p:nvPr/>
        </p:nvSpPr>
        <p:spPr>
          <a:xfrm>
            <a:off x="3291840" y="1938528"/>
            <a:ext cx="2788920" cy="192024"/>
          </a:xfrm>
          <a:prstGeom prst="rect">
            <a:avLst/>
          </a:prstGeom>
          <a:solidFill>
            <a:srgbClr val="FF453A"/>
          </a:solidFill>
          <a:ln/>
        </p:spPr>
      </p:sp>
      <p:sp>
        <p:nvSpPr>
          <p:cNvPr id="19" name="Text 17"/>
          <p:cNvSpPr txBox="1"/>
          <p:nvPr/>
        </p:nvSpPr>
        <p:spPr>
          <a:xfrm>
            <a:off x="340156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40156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40156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40156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40156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40156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217920" y="1719072"/>
            <a:ext cx="2788920" cy="3429000"/>
          </a:xfrm>
          <a:prstGeom prst="roundRect">
            <a:avLst>
              <a:gd name="adj" fmla="val 3279"/>
            </a:avLst>
          </a:prstGeom>
          <a:solidFill>
            <a:srgbClr val="EFF1F8"/>
          </a:solidFill>
          <a:ln w="12700">
            <a:solidFill>
              <a:srgbClr val="E8ECF5"/>
            </a:solidFill>
            <a:prstDash val="solid"/>
          </a:ln>
        </p:spPr>
      </p:sp>
      <p:sp>
        <p:nvSpPr>
          <p:cNvPr id="26" name="Shape 24"/>
          <p:cNvSpPr/>
          <p:nvPr/>
        </p:nvSpPr>
        <p:spPr>
          <a:xfrm>
            <a:off x="6217920" y="1719072"/>
            <a:ext cx="2788920" cy="411480"/>
          </a:xfrm>
          <a:prstGeom prst="roundRect">
            <a:avLst>
              <a:gd name="adj" fmla="val 22222"/>
            </a:avLst>
          </a:prstGeom>
          <a:solidFill>
            <a:srgbClr val="30D158"/>
          </a:solidFill>
          <a:ln/>
        </p:spPr>
      </p:sp>
      <p:sp>
        <p:nvSpPr>
          <p:cNvPr id="27" name="Shape 25"/>
          <p:cNvSpPr/>
          <p:nvPr/>
        </p:nvSpPr>
        <p:spPr>
          <a:xfrm>
            <a:off x="6217920" y="1938528"/>
            <a:ext cx="2788920" cy="192024"/>
          </a:xfrm>
          <a:prstGeom prst="rect">
            <a:avLst/>
          </a:prstGeom>
          <a:solidFill>
            <a:srgbClr val="30D158"/>
          </a:solidFill>
          <a:ln/>
        </p:spPr>
      </p:sp>
      <p:sp>
        <p:nvSpPr>
          <p:cNvPr id="28" name="Text 26"/>
          <p:cNvSpPr txBox="1"/>
          <p:nvPr/>
        </p:nvSpPr>
        <p:spPr>
          <a:xfrm>
            <a:off x="632764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32764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32764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32764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32764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32764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Métodos de Construcción Mayores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EFF1F8"/>
          </a:solidFill>
          <a:ln w="12700">
            <a:solidFill>
              <a:srgbClr val="E8ECF5"/>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EFF1F8"/>
          </a:solidFill>
          <a:ln w="12700">
            <a:solidFill>
              <a:srgbClr val="E8ECF5"/>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EFF1F8"/>
          </a:solidFill>
          <a:ln w="12700">
            <a:solidFill>
              <a:srgbClr val="E8ECF5"/>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EFF1F8"/>
          </a:solidFill>
          <a:ln w="12700">
            <a:solidFill>
              <a:srgbClr val="E8ECF5"/>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EFF1F8"/>
          </a:solidFill>
          <a:ln w="12700">
            <a:solidFill>
              <a:srgbClr val="E8ECF5"/>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EFF1F8"/>
          </a:solidFill>
          <a:ln w="12700">
            <a:solidFill>
              <a:srgbClr val="E8ECF5"/>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Planificación de Izajes Pesados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200" dirty="0"/>
          </a:p>
        </p:txBody>
      </p:sp>
      <p:sp>
        <p:nvSpPr>
          <p:cNvPr id="6" name="Shape 4"/>
          <p:cNvSpPr/>
          <p:nvPr/>
        </p:nvSpPr>
        <p:spPr>
          <a:xfrm>
            <a:off x="365760" y="1325880"/>
            <a:ext cx="4206240" cy="1143000"/>
          </a:xfrm>
          <a:prstGeom prst="roundRect">
            <a:avLst>
              <a:gd name="adj" fmla="val 8000"/>
            </a:avLst>
          </a:prstGeom>
          <a:solidFill>
            <a:srgbClr val="EFF1F8"/>
          </a:solidFill>
          <a:ln w="12700">
            <a:solidFill>
              <a:srgbClr val="E8ECF5"/>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EFF1F8"/>
          </a:solidFill>
          <a:ln w="12700">
            <a:solidFill>
              <a:srgbClr val="E8ECF5"/>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EFF1F8"/>
          </a:solidFill>
          <a:ln w="12700">
            <a:solidFill>
              <a:srgbClr val="E8ECF5"/>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EFF1F8"/>
          </a:solidFill>
          <a:ln w="12700">
            <a:solidFill>
              <a:srgbClr val="E8ECF5"/>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EFF1F8"/>
          </a:solidFill>
          <a:ln w="12700">
            <a:solidFill>
              <a:srgbClr val="E8ECF5"/>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EFF1F8"/>
          </a:solidFill>
          <a:ln w="12700">
            <a:solidFill>
              <a:srgbClr val="E8ECF5"/>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I-6: Distribución Eficiente del Sitio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AF52DE"/>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65760" y="2084832"/>
            <a:ext cx="8412480" cy="621792"/>
          </a:xfrm>
          <a:prstGeom prst="roundRect">
            <a:avLst>
              <a:gd name="adj" fmla="val 14706"/>
            </a:avLst>
          </a:prstGeom>
          <a:solidFill>
            <a:srgbClr val="EFF1F8"/>
          </a:solidFill>
          <a:ln w="12700">
            <a:solidFill>
              <a:srgbClr val="E8ECF5"/>
            </a:solidFill>
            <a:prstDash val="solid"/>
          </a:ln>
        </p:spPr>
      </p:sp>
      <p:sp>
        <p:nvSpPr>
          <p:cNvPr id="9" name="Shape 7"/>
          <p:cNvSpPr/>
          <p:nvPr/>
        </p:nvSpPr>
        <p:spPr>
          <a:xfrm>
            <a:off x="365760" y="2084832"/>
            <a:ext cx="73152" cy="621792"/>
          </a:xfrm>
          <a:prstGeom prst="rect">
            <a:avLst/>
          </a:prstGeom>
          <a:solidFill>
            <a:srgbClr val="AF52DE"/>
          </a:solidFill>
          <a:ln/>
        </p:spPr>
      </p:sp>
      <p:sp>
        <p:nvSpPr>
          <p:cNvPr id="10" name="Text 8"/>
          <p:cNvSpPr txBox="1"/>
          <p:nvPr/>
        </p:nvSpPr>
        <p:spPr>
          <a:xfrm>
            <a:off x="566928" y="2139696"/>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200400" y="2139696"/>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65760" y="2798064"/>
            <a:ext cx="8412480" cy="621792"/>
          </a:xfrm>
          <a:prstGeom prst="roundRect">
            <a:avLst>
              <a:gd name="adj" fmla="val 14706"/>
            </a:avLst>
          </a:prstGeom>
          <a:solidFill>
            <a:srgbClr val="EFF1F8"/>
          </a:solidFill>
          <a:ln w="12700">
            <a:solidFill>
              <a:srgbClr val="E8ECF5"/>
            </a:solidFill>
            <a:prstDash val="solid"/>
          </a:ln>
        </p:spPr>
      </p:sp>
      <p:sp>
        <p:nvSpPr>
          <p:cNvPr id="13" name="Shape 11"/>
          <p:cNvSpPr/>
          <p:nvPr/>
        </p:nvSpPr>
        <p:spPr>
          <a:xfrm>
            <a:off x="365760" y="2798064"/>
            <a:ext cx="73152" cy="621792"/>
          </a:xfrm>
          <a:prstGeom prst="rect">
            <a:avLst/>
          </a:prstGeom>
          <a:solidFill>
            <a:srgbClr val="AF52DE"/>
          </a:solidFill>
          <a:ln/>
        </p:spPr>
      </p:sp>
      <p:sp>
        <p:nvSpPr>
          <p:cNvPr id="14" name="Text 12"/>
          <p:cNvSpPr txBox="1"/>
          <p:nvPr/>
        </p:nvSpPr>
        <p:spPr>
          <a:xfrm>
            <a:off x="566928" y="2852928"/>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200400" y="2852928"/>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65760" y="3511296"/>
            <a:ext cx="8412480" cy="621792"/>
          </a:xfrm>
          <a:prstGeom prst="roundRect">
            <a:avLst>
              <a:gd name="adj" fmla="val 14706"/>
            </a:avLst>
          </a:prstGeom>
          <a:solidFill>
            <a:srgbClr val="EFF1F8"/>
          </a:solidFill>
          <a:ln w="12700">
            <a:solidFill>
              <a:srgbClr val="E8ECF5"/>
            </a:solidFill>
            <a:prstDash val="solid"/>
          </a:ln>
        </p:spPr>
      </p:sp>
      <p:sp>
        <p:nvSpPr>
          <p:cNvPr id="17" name="Shape 15"/>
          <p:cNvSpPr/>
          <p:nvPr/>
        </p:nvSpPr>
        <p:spPr>
          <a:xfrm>
            <a:off x="365760" y="3511296"/>
            <a:ext cx="73152" cy="621792"/>
          </a:xfrm>
          <a:prstGeom prst="rect">
            <a:avLst/>
          </a:prstGeom>
          <a:solidFill>
            <a:srgbClr val="AF52DE"/>
          </a:solidFill>
          <a:ln/>
        </p:spPr>
      </p:sp>
      <p:sp>
        <p:nvSpPr>
          <p:cNvPr id="18" name="Text 16"/>
          <p:cNvSpPr txBox="1"/>
          <p:nvPr/>
        </p:nvSpPr>
        <p:spPr>
          <a:xfrm>
            <a:off x="566928" y="3566160"/>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200400" y="3566160"/>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65760" y="4224528"/>
            <a:ext cx="8412480" cy="621792"/>
          </a:xfrm>
          <a:prstGeom prst="roundRect">
            <a:avLst>
              <a:gd name="adj" fmla="val 14706"/>
            </a:avLst>
          </a:prstGeom>
          <a:solidFill>
            <a:srgbClr val="EFF1F8"/>
          </a:solidFill>
          <a:ln w="12700">
            <a:solidFill>
              <a:srgbClr val="E8ECF5"/>
            </a:solidFill>
            <a:prstDash val="solid"/>
          </a:ln>
        </p:spPr>
      </p:sp>
      <p:sp>
        <p:nvSpPr>
          <p:cNvPr id="21" name="Shape 19"/>
          <p:cNvSpPr/>
          <p:nvPr/>
        </p:nvSpPr>
        <p:spPr>
          <a:xfrm>
            <a:off x="365760" y="4224528"/>
            <a:ext cx="73152" cy="621792"/>
          </a:xfrm>
          <a:prstGeom prst="rect">
            <a:avLst/>
          </a:prstGeom>
          <a:solidFill>
            <a:srgbClr val="AF52DE"/>
          </a:solidFill>
          <a:ln/>
        </p:spPr>
      </p:sp>
      <p:sp>
        <p:nvSpPr>
          <p:cNvPr id="22" name="Text 20"/>
          <p:cNvSpPr txBox="1"/>
          <p:nvPr/>
        </p:nvSpPr>
        <p:spPr>
          <a:xfrm>
            <a:off x="566928" y="4279392"/>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200400" y="4279392"/>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EFF1F8"/>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2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EFF1F8"/>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2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EFF1F8"/>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2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EFF1F8"/>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2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200" dirty="0"/>
          </a:p>
        </p:txBody>
      </p:sp>
      <p:sp>
        <p:nvSpPr>
          <p:cNvPr id="6" name="Shape 4"/>
          <p:cNvSpPr/>
          <p:nvPr/>
        </p:nvSpPr>
        <p:spPr>
          <a:xfrm>
            <a:off x="365760" y="1298448"/>
            <a:ext cx="4206240" cy="1115568"/>
          </a:xfrm>
          <a:prstGeom prst="roundRect">
            <a:avLst>
              <a:gd name="adj" fmla="val 8197"/>
            </a:avLst>
          </a:prstGeom>
          <a:solidFill>
            <a:srgbClr val="EFF1F8"/>
          </a:solidFill>
          <a:ln w="12700">
            <a:solidFill>
              <a:srgbClr val="E8ECF5"/>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2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EFF1F8"/>
          </a:solidFill>
          <a:ln w="12700">
            <a:solidFill>
              <a:srgbClr val="E8ECF5"/>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2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EFF1F8"/>
          </a:solidFill>
          <a:ln w="12700">
            <a:solidFill>
              <a:srgbClr val="E8ECF5"/>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2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EFF1F8"/>
          </a:solidFill>
          <a:ln w="12700">
            <a:solidFill>
              <a:srgbClr val="E8ECF5"/>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2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EFF1F8"/>
          </a:solidFill>
          <a:ln w="12700">
            <a:solidFill>
              <a:srgbClr val="E8ECF5"/>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2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FF1F8"/>
          </a:solidFill>
          <a:ln w="12700">
            <a:solidFill>
              <a:srgbClr val="E8ECF5"/>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2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04</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II — Diseño y Procura: Visión General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EFF1F8"/>
          </a:solidFill>
          <a:ln w="12700">
            <a:solidFill>
              <a:srgbClr val="E8ECF5"/>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EFF1F8"/>
          </a:solidFill>
          <a:ln w="12700">
            <a:solidFill>
              <a:srgbClr val="E8ECF5"/>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EFF1F8"/>
          </a:solidFill>
          <a:ln w="12700">
            <a:solidFill>
              <a:srgbClr val="E8ECF5"/>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EFF1F8"/>
          </a:solidFill>
          <a:ln w="12700">
            <a:solidFill>
              <a:srgbClr val="E8ECF5"/>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EFF1F8"/>
          </a:solidFill>
          <a:ln w="12700">
            <a:solidFill>
              <a:srgbClr val="E8ECF5"/>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EFF1F8"/>
          </a:solidFill>
          <a:ln w="12700">
            <a:solidFill>
              <a:srgbClr val="E8ECF5"/>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EFF1F8"/>
          </a:solidFill>
          <a:ln w="12700">
            <a:solidFill>
              <a:srgbClr val="E8ECF5"/>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EFF1F8"/>
          </a:solidFill>
          <a:ln w="12700">
            <a:solidFill>
              <a:srgbClr val="E8ECF5"/>
            </a:solidFill>
            <a:prstDash val="solid"/>
          </a:ln>
        </p:spPr>
      </p:sp>
      <p:sp>
        <p:nvSpPr>
          <p:cNvPr id="35" name="Shape 33"/>
          <p:cNvSpPr/>
          <p:nvPr/>
        </p:nvSpPr>
        <p:spPr>
          <a:xfrm>
            <a:off x="4754880" y="4069080"/>
            <a:ext cx="73152" cy="804672"/>
          </a:xfrm>
          <a:prstGeom prst="rect">
            <a:avLst/>
          </a:prstGeom>
          <a:solidFill>
            <a:srgbClr val="55577A"/>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2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200" dirty="0"/>
          </a:p>
        </p:txBody>
      </p:sp>
      <p:sp>
        <p:nvSpPr>
          <p:cNvPr id="10" name="Shape 8"/>
          <p:cNvSpPr/>
          <p:nvPr/>
        </p:nvSpPr>
        <p:spPr>
          <a:xfrm>
            <a:off x="365760" y="2834640"/>
            <a:ext cx="4206240" cy="640080"/>
          </a:xfrm>
          <a:prstGeom prst="roundRect">
            <a:avLst>
              <a:gd name="adj" fmla="val 11429"/>
            </a:avLst>
          </a:prstGeom>
          <a:solidFill>
            <a:srgbClr val="EFF1F8"/>
          </a:solidFill>
          <a:ln w="12700">
            <a:solidFill>
              <a:srgbClr val="E8ECF5"/>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EFF1F8"/>
          </a:solidFill>
          <a:ln w="12700">
            <a:solidFill>
              <a:srgbClr val="E8ECF5"/>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EFF1F8"/>
          </a:solidFill>
          <a:ln w="12700">
            <a:solidFill>
              <a:srgbClr val="E8ECF5"/>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EFF1F8"/>
          </a:solidFill>
          <a:ln w="12700">
            <a:solidFill>
              <a:srgbClr val="E8ECF5"/>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EFF1F8"/>
          </a:solidFill>
          <a:ln w="12700">
            <a:solidFill>
              <a:srgbClr val="E8ECF5"/>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EFF1F8"/>
          </a:solidFill>
          <a:ln w="12700">
            <a:solidFill>
              <a:srgbClr val="E8ECF5"/>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777240"/>
          </a:xfrm>
          <a:prstGeom prst="roundRect">
            <a:avLst>
              <a:gd name="adj" fmla="val 14118"/>
            </a:avLst>
          </a:prstGeom>
          <a:solidFill>
            <a:srgbClr val="EFF1F8"/>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200" dirty="0"/>
          </a:p>
        </p:txBody>
      </p:sp>
      <p:sp>
        <p:nvSpPr>
          <p:cNvPr id="8" name="Shape 6"/>
          <p:cNvSpPr/>
          <p:nvPr/>
        </p:nvSpPr>
        <p:spPr>
          <a:xfrm>
            <a:off x="365760" y="2240280"/>
            <a:ext cx="4160520" cy="384048"/>
          </a:xfrm>
          <a:prstGeom prst="roundRect">
            <a:avLst>
              <a:gd name="adj" fmla="val 19048"/>
            </a:avLst>
          </a:prstGeom>
          <a:solidFill>
            <a:srgbClr val="EFF1F8"/>
          </a:solidFill>
          <a:ln w="12700">
            <a:solidFill>
              <a:srgbClr val="E8ECF5"/>
            </a:solidFill>
            <a:prstDash val="solid"/>
          </a:ln>
        </p:spPr>
      </p:sp>
      <p:sp>
        <p:nvSpPr>
          <p:cNvPr id="9" name="Shape 7"/>
          <p:cNvSpPr/>
          <p:nvPr/>
        </p:nvSpPr>
        <p:spPr>
          <a:xfrm>
            <a:off x="4617720" y="2240280"/>
            <a:ext cx="4160520" cy="384048"/>
          </a:xfrm>
          <a:prstGeom prst="roundRect">
            <a:avLst>
              <a:gd name="adj" fmla="val 19048"/>
            </a:avLst>
          </a:prstGeom>
          <a:solidFill>
            <a:srgbClr val="EFF1F8"/>
          </a:solidFill>
          <a:ln w="12700">
            <a:solidFill>
              <a:srgbClr val="E8ECF5"/>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EFF1F8"/>
          </a:solidFill>
          <a:ln w="12700">
            <a:solidFill>
              <a:srgbClr val="E8ECF5"/>
            </a:solidFill>
            <a:prstDash val="solid"/>
          </a:ln>
        </p:spPr>
      </p:sp>
      <p:sp>
        <p:nvSpPr>
          <p:cNvPr id="13" name="Shape 11"/>
          <p:cNvSpPr/>
          <p:nvPr/>
        </p:nvSpPr>
        <p:spPr>
          <a:xfrm>
            <a:off x="4617720" y="2679192"/>
            <a:ext cx="4160520" cy="384048"/>
          </a:xfrm>
          <a:prstGeom prst="roundRect">
            <a:avLst>
              <a:gd name="adj" fmla="val 19048"/>
            </a:avLst>
          </a:prstGeom>
          <a:solidFill>
            <a:srgbClr val="EFF1F8"/>
          </a:solidFill>
          <a:ln w="12700">
            <a:solidFill>
              <a:srgbClr val="E8ECF5"/>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EFF1F8"/>
          </a:solidFill>
          <a:ln w="12700">
            <a:solidFill>
              <a:srgbClr val="E8ECF5"/>
            </a:solidFill>
            <a:prstDash val="solid"/>
          </a:ln>
        </p:spPr>
      </p:sp>
      <p:sp>
        <p:nvSpPr>
          <p:cNvPr id="17" name="Shape 15"/>
          <p:cNvSpPr/>
          <p:nvPr/>
        </p:nvSpPr>
        <p:spPr>
          <a:xfrm>
            <a:off x="4617720" y="3118104"/>
            <a:ext cx="4160520" cy="384048"/>
          </a:xfrm>
          <a:prstGeom prst="roundRect">
            <a:avLst>
              <a:gd name="adj" fmla="val 19048"/>
            </a:avLst>
          </a:prstGeom>
          <a:solidFill>
            <a:srgbClr val="EFF1F8"/>
          </a:solidFill>
          <a:ln w="12700">
            <a:solidFill>
              <a:srgbClr val="E8ECF5"/>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EFF1F8"/>
          </a:solidFill>
          <a:ln w="12700">
            <a:solidFill>
              <a:srgbClr val="E8ECF5"/>
            </a:solidFill>
            <a:prstDash val="solid"/>
          </a:ln>
        </p:spPr>
      </p:sp>
      <p:sp>
        <p:nvSpPr>
          <p:cNvPr id="21" name="Shape 19"/>
          <p:cNvSpPr/>
          <p:nvPr/>
        </p:nvSpPr>
        <p:spPr>
          <a:xfrm>
            <a:off x="4617720" y="3557016"/>
            <a:ext cx="4160520" cy="384048"/>
          </a:xfrm>
          <a:prstGeom prst="roundRect">
            <a:avLst>
              <a:gd name="adj" fmla="val 19048"/>
            </a:avLst>
          </a:prstGeom>
          <a:solidFill>
            <a:srgbClr val="EFF1F8"/>
          </a:solidFill>
          <a:ln w="12700">
            <a:solidFill>
              <a:srgbClr val="E8ECF5"/>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EFF1F8"/>
          </a:solidFill>
          <a:ln w="12700">
            <a:solidFill>
              <a:srgbClr val="E8ECF5"/>
            </a:solidFill>
            <a:prstDash val="solid"/>
          </a:ln>
        </p:spPr>
      </p:sp>
      <p:sp>
        <p:nvSpPr>
          <p:cNvPr id="25" name="Shape 23"/>
          <p:cNvSpPr/>
          <p:nvPr/>
        </p:nvSpPr>
        <p:spPr>
          <a:xfrm>
            <a:off x="4617720" y="3995928"/>
            <a:ext cx="4160520" cy="384048"/>
          </a:xfrm>
          <a:prstGeom prst="roundRect">
            <a:avLst>
              <a:gd name="adj" fmla="val 19048"/>
            </a:avLst>
          </a:prstGeom>
          <a:solidFill>
            <a:srgbClr val="EFF1F8"/>
          </a:solidFill>
          <a:ln w="12700">
            <a:solidFill>
              <a:srgbClr val="E8ECF5"/>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EFF1F8"/>
          </a:solidFill>
          <a:ln w="12700">
            <a:solidFill>
              <a:srgbClr val="E8ECF5"/>
            </a:solidFill>
            <a:prstDash val="solid"/>
          </a:ln>
        </p:spPr>
      </p:sp>
      <p:sp>
        <p:nvSpPr>
          <p:cNvPr id="29" name="Shape 27"/>
          <p:cNvSpPr/>
          <p:nvPr/>
        </p:nvSpPr>
        <p:spPr>
          <a:xfrm>
            <a:off x="4617720" y="4434840"/>
            <a:ext cx="4160520" cy="384048"/>
          </a:xfrm>
          <a:prstGeom prst="roundRect">
            <a:avLst>
              <a:gd name="adj" fmla="val 19048"/>
            </a:avLst>
          </a:prstGeom>
          <a:solidFill>
            <a:srgbClr val="EFF1F8"/>
          </a:solidFill>
          <a:ln w="12700">
            <a:solidFill>
              <a:srgbClr val="E8ECF5"/>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elementos de diseño se estandarizan."</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EFF1F8"/>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EFF1F8"/>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EFF1F8"/>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EFF1F8"/>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Barreras a la Estandarización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200" dirty="0"/>
          </a:p>
        </p:txBody>
      </p:sp>
      <p:sp>
        <p:nvSpPr>
          <p:cNvPr id="6" name="Shape 4"/>
          <p:cNvSpPr/>
          <p:nvPr/>
        </p:nvSpPr>
        <p:spPr>
          <a:xfrm>
            <a:off x="365760" y="1298448"/>
            <a:ext cx="8412480" cy="841248"/>
          </a:xfrm>
          <a:prstGeom prst="roundRect">
            <a:avLst>
              <a:gd name="adj" fmla="val 10870"/>
            </a:avLst>
          </a:prstGeom>
          <a:solidFill>
            <a:srgbClr val="EFF1F8"/>
          </a:solidFill>
          <a:ln w="12700">
            <a:solidFill>
              <a:srgbClr val="E8ECF5"/>
            </a:solidFill>
            <a:prstDash val="solid"/>
          </a:ln>
        </p:spPr>
      </p:sp>
      <p:sp>
        <p:nvSpPr>
          <p:cNvPr id="7" name="Shape 5"/>
          <p:cNvSpPr/>
          <p:nvPr/>
        </p:nvSpPr>
        <p:spPr>
          <a:xfrm>
            <a:off x="457200" y="1389888"/>
            <a:ext cx="457200" cy="457200"/>
          </a:xfrm>
          <a:prstGeom prst="ellipse">
            <a:avLst/>
          </a:prstGeom>
          <a:solidFill>
            <a:srgbClr val="FF453A"/>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8988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Autoridad de Decisión No Gestionada</a:t>
            </a:r>
            <a:endParaRPr lang="en-US" sz="1200" dirty="0"/>
          </a:p>
        </p:txBody>
      </p:sp>
      <p:sp>
        <p:nvSpPr>
          <p:cNvPr id="10" name="Text 8"/>
          <p:cNvSpPr txBox="1"/>
          <p:nvPr/>
        </p:nvSpPr>
        <p:spPr>
          <a:xfrm>
            <a:off x="1051560" y="171907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5760" y="2258568"/>
            <a:ext cx="8412480" cy="841248"/>
          </a:xfrm>
          <a:prstGeom prst="roundRect">
            <a:avLst>
              <a:gd name="adj" fmla="val 10870"/>
            </a:avLst>
          </a:prstGeom>
          <a:solidFill>
            <a:srgbClr val="EFF1F8"/>
          </a:solidFill>
          <a:ln w="12700">
            <a:solidFill>
              <a:srgbClr val="E8ECF5"/>
            </a:solidFill>
            <a:prstDash val="solid"/>
          </a:ln>
        </p:spPr>
      </p:sp>
      <p:sp>
        <p:nvSpPr>
          <p:cNvPr id="12" name="Shape 10"/>
          <p:cNvSpPr/>
          <p:nvPr/>
        </p:nvSpPr>
        <p:spPr>
          <a:xfrm>
            <a:off x="457200" y="2350008"/>
            <a:ext cx="457200" cy="457200"/>
          </a:xfrm>
          <a:prstGeom prst="ellipse">
            <a:avLst/>
          </a:prstGeom>
          <a:solidFill>
            <a:srgbClr val="FF9500"/>
          </a:solidFill>
          <a:ln/>
        </p:spPr>
      </p:sp>
      <p:sp>
        <p:nvSpPr>
          <p:cNvPr id="13" name="Text 11"/>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35000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Mentalidad de Sub-optimización</a:t>
            </a:r>
            <a:endParaRPr lang="en-US" sz="1200" dirty="0"/>
          </a:p>
        </p:txBody>
      </p:sp>
      <p:sp>
        <p:nvSpPr>
          <p:cNvPr id="15" name="Text 13"/>
          <p:cNvSpPr txBox="1"/>
          <p:nvPr/>
        </p:nvSpPr>
        <p:spPr>
          <a:xfrm>
            <a:off x="1051560" y="267919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5760" y="3218688"/>
            <a:ext cx="8412480" cy="841248"/>
          </a:xfrm>
          <a:prstGeom prst="roundRect">
            <a:avLst>
              <a:gd name="adj" fmla="val 10870"/>
            </a:avLst>
          </a:prstGeom>
          <a:solidFill>
            <a:srgbClr val="EFF1F8"/>
          </a:solidFill>
          <a:ln w="12700">
            <a:solidFill>
              <a:srgbClr val="E8ECF5"/>
            </a:solidFill>
            <a:prstDash val="solid"/>
          </a:ln>
        </p:spPr>
      </p:sp>
      <p:sp>
        <p:nvSpPr>
          <p:cNvPr id="17" name="Shape 15"/>
          <p:cNvSpPr/>
          <p:nvPr/>
        </p:nvSpPr>
        <p:spPr>
          <a:xfrm>
            <a:off x="457200" y="3310128"/>
            <a:ext cx="457200" cy="457200"/>
          </a:xfrm>
          <a:prstGeom prst="ellipse">
            <a:avLst/>
          </a:prstGeom>
          <a:solidFill>
            <a:srgbClr val="FFD60A"/>
          </a:solidFill>
          <a:ln/>
        </p:spPr>
      </p:sp>
      <p:sp>
        <p:nvSpPr>
          <p:cNvPr id="18" name="Text 16"/>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31012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Esfuerzo para Establecer el Estándar</a:t>
            </a:r>
            <a:endParaRPr lang="en-US" sz="1200" dirty="0"/>
          </a:p>
        </p:txBody>
      </p:sp>
      <p:sp>
        <p:nvSpPr>
          <p:cNvPr id="20" name="Text 18"/>
          <p:cNvSpPr txBox="1"/>
          <p:nvPr/>
        </p:nvSpPr>
        <p:spPr>
          <a:xfrm>
            <a:off x="1051560" y="363931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5760" y="4178808"/>
            <a:ext cx="8412480" cy="841248"/>
          </a:xfrm>
          <a:prstGeom prst="roundRect">
            <a:avLst>
              <a:gd name="adj" fmla="val 10870"/>
            </a:avLst>
          </a:prstGeom>
          <a:solidFill>
            <a:srgbClr val="EFF1F8"/>
          </a:solidFill>
          <a:ln w="12700">
            <a:solidFill>
              <a:srgbClr val="E8ECF5"/>
            </a:solidFill>
            <a:prstDash val="solid"/>
          </a:ln>
        </p:spPr>
      </p:sp>
      <p:sp>
        <p:nvSpPr>
          <p:cNvPr id="22" name="Shape 20"/>
          <p:cNvSpPr/>
          <p:nvPr/>
        </p:nvSpPr>
        <p:spPr>
          <a:xfrm>
            <a:off x="457200" y="4270248"/>
            <a:ext cx="457200" cy="457200"/>
          </a:xfrm>
          <a:prstGeom prst="ellipse">
            <a:avLst/>
          </a:prstGeom>
          <a:solidFill>
            <a:srgbClr val="30D158"/>
          </a:solidFill>
          <a:ln/>
        </p:spPr>
      </p:sp>
      <p:sp>
        <p:nvSpPr>
          <p:cNvPr id="23" name="Text 21"/>
          <p:cNvSpPr txBox="1"/>
          <p:nvPr/>
        </p:nvSpPr>
        <p:spPr>
          <a:xfrm>
            <a:off x="457200" y="427024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27024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Ventaja Competitiva No Reconocida</a:t>
            </a:r>
            <a:endParaRPr lang="en-US" sz="1200" dirty="0"/>
          </a:p>
        </p:txBody>
      </p:sp>
      <p:sp>
        <p:nvSpPr>
          <p:cNvPr id="25" name="Text 23"/>
          <p:cNvSpPr txBox="1"/>
          <p:nvPr/>
        </p:nvSpPr>
        <p:spPr>
          <a:xfrm>
            <a:off x="1051560" y="459943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II-4: Eficiencia en Documentos de Contrato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777240"/>
          </a:xfrm>
          <a:prstGeom prst="roundRect">
            <a:avLst>
              <a:gd name="adj" fmla="val 14118"/>
            </a:avLst>
          </a:prstGeom>
          <a:solidFill>
            <a:srgbClr val="EFF1F8"/>
          </a:solidFill>
          <a:ln w="12700">
            <a:solidFill>
              <a:srgbClr val="AF52DE"/>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200" dirty="0"/>
          </a:p>
        </p:txBody>
      </p:sp>
      <p:sp>
        <p:nvSpPr>
          <p:cNvPr id="7" name="Text 5"/>
          <p:cNvSpPr txBox="1"/>
          <p:nvPr/>
        </p:nvSpPr>
        <p:spPr>
          <a:xfrm>
            <a:off x="365760" y="1828800"/>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65760" y="2212848"/>
            <a:ext cx="4656667" cy="329184"/>
          </a:xfrm>
          <a:prstGeom prst="rect">
            <a:avLst/>
          </a:prstGeom>
          <a:solidFill>
            <a:srgbClr val="FF453A">
              <a:alpha val="80000"/>
            </a:srgbClr>
          </a:solidFill>
          <a:ln/>
        </p:spPr>
      </p:sp>
      <p:sp>
        <p:nvSpPr>
          <p:cNvPr id="9" name="Text 7"/>
          <p:cNvSpPr txBox="1"/>
          <p:nvPr/>
        </p:nvSpPr>
        <p:spPr>
          <a:xfrm>
            <a:off x="457200" y="223113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234440" y="223113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65760" y="2606040"/>
            <a:ext cx="2421467" cy="329184"/>
          </a:xfrm>
          <a:prstGeom prst="rect">
            <a:avLst/>
          </a:prstGeom>
          <a:solidFill>
            <a:srgbClr val="FF453A">
              <a:alpha val="80000"/>
            </a:srgbClr>
          </a:solidFill>
          <a:ln/>
        </p:spPr>
      </p:sp>
      <p:sp>
        <p:nvSpPr>
          <p:cNvPr id="12" name="Text 10"/>
          <p:cNvSpPr txBox="1"/>
          <p:nvPr/>
        </p:nvSpPr>
        <p:spPr>
          <a:xfrm>
            <a:off x="457200" y="262432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234440" y="262432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65760" y="2999232"/>
            <a:ext cx="2235200" cy="329184"/>
          </a:xfrm>
          <a:prstGeom prst="rect">
            <a:avLst/>
          </a:prstGeom>
          <a:solidFill>
            <a:srgbClr val="FF9500">
              <a:alpha val="80000"/>
            </a:srgbClr>
          </a:solidFill>
          <a:ln/>
        </p:spPr>
      </p:sp>
      <p:sp>
        <p:nvSpPr>
          <p:cNvPr id="15" name="Text 13"/>
          <p:cNvSpPr txBox="1"/>
          <p:nvPr/>
        </p:nvSpPr>
        <p:spPr>
          <a:xfrm>
            <a:off x="457200" y="3017520"/>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234440" y="3017520"/>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65760" y="3392424"/>
            <a:ext cx="2235200" cy="329184"/>
          </a:xfrm>
          <a:prstGeom prst="rect">
            <a:avLst/>
          </a:prstGeom>
          <a:solidFill>
            <a:srgbClr val="FF9500">
              <a:alpha val="80000"/>
            </a:srgbClr>
          </a:solidFill>
          <a:ln/>
        </p:spPr>
      </p:sp>
      <p:sp>
        <p:nvSpPr>
          <p:cNvPr id="18" name="Text 16"/>
          <p:cNvSpPr txBox="1"/>
          <p:nvPr/>
        </p:nvSpPr>
        <p:spPr>
          <a:xfrm>
            <a:off x="457200" y="3410712"/>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234440" y="3410712"/>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65760" y="3785616"/>
            <a:ext cx="1117600" cy="329184"/>
          </a:xfrm>
          <a:prstGeom prst="rect">
            <a:avLst/>
          </a:prstGeom>
          <a:solidFill>
            <a:srgbClr val="55577A">
              <a:alpha val="80000"/>
            </a:srgbClr>
          </a:solidFill>
          <a:ln/>
        </p:spPr>
      </p:sp>
      <p:sp>
        <p:nvSpPr>
          <p:cNvPr id="21" name="Text 19"/>
          <p:cNvSpPr txBox="1"/>
          <p:nvPr/>
        </p:nvSpPr>
        <p:spPr>
          <a:xfrm>
            <a:off x="457200" y="3803904"/>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234440" y="3803904"/>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65760" y="4178808"/>
            <a:ext cx="931333" cy="329184"/>
          </a:xfrm>
          <a:prstGeom prst="rect">
            <a:avLst/>
          </a:prstGeom>
          <a:solidFill>
            <a:srgbClr val="55577A">
              <a:alpha val="80000"/>
            </a:srgbClr>
          </a:solidFill>
          <a:ln/>
        </p:spPr>
      </p:sp>
      <p:sp>
        <p:nvSpPr>
          <p:cNvPr id="24" name="Text 22"/>
          <p:cNvSpPr txBox="1"/>
          <p:nvPr/>
        </p:nvSpPr>
        <p:spPr>
          <a:xfrm>
            <a:off x="457200" y="419709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234440" y="419709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65760" y="4572000"/>
            <a:ext cx="5029200" cy="329184"/>
          </a:xfrm>
          <a:prstGeom prst="rect">
            <a:avLst/>
          </a:prstGeom>
          <a:solidFill>
            <a:srgbClr val="55577A">
              <a:alpha val="80000"/>
            </a:srgbClr>
          </a:solidFill>
          <a:ln/>
        </p:spPr>
      </p:sp>
      <p:sp>
        <p:nvSpPr>
          <p:cNvPr id="27" name="Text 25"/>
          <p:cNvSpPr txBox="1"/>
          <p:nvPr/>
        </p:nvSpPr>
        <p:spPr>
          <a:xfrm>
            <a:off x="457200" y="459028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234440" y="459028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65760" y="4937760"/>
            <a:ext cx="8412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777240"/>
          </a:xfrm>
          <a:prstGeom prst="roundRect">
            <a:avLst>
              <a:gd name="adj" fmla="val 14118"/>
            </a:avLst>
          </a:prstGeom>
          <a:solidFill>
            <a:srgbClr val="EFF1F8"/>
          </a:solidFill>
          <a:ln w="12700">
            <a:solidFill>
              <a:srgbClr val="FF453A"/>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200" dirty="0"/>
          </a:p>
        </p:txBody>
      </p:sp>
      <p:sp>
        <p:nvSpPr>
          <p:cNvPr id="7" name="Shape 5"/>
          <p:cNvSpPr/>
          <p:nvPr/>
        </p:nvSpPr>
        <p:spPr>
          <a:xfrm>
            <a:off x="274320" y="1828800"/>
            <a:ext cx="2834640" cy="3291840"/>
          </a:xfrm>
          <a:prstGeom prst="roundRect">
            <a:avLst>
              <a:gd name="adj" fmla="val 3871"/>
            </a:avLst>
          </a:prstGeom>
          <a:solidFill>
            <a:srgbClr val="EFF1F8"/>
          </a:solidFill>
          <a:ln w="12700">
            <a:solidFill>
              <a:srgbClr val="E8ECF5"/>
            </a:solidFill>
            <a:prstDash val="solid"/>
          </a:ln>
        </p:spPr>
      </p:sp>
      <p:sp>
        <p:nvSpPr>
          <p:cNvPr id="8" name="Shape 6"/>
          <p:cNvSpPr/>
          <p:nvPr/>
        </p:nvSpPr>
        <p:spPr>
          <a:xfrm>
            <a:off x="274320" y="1828800"/>
            <a:ext cx="2834640" cy="384048"/>
          </a:xfrm>
          <a:prstGeom prst="roundRect">
            <a:avLst>
              <a:gd name="adj" fmla="val 28571"/>
            </a:avLst>
          </a:prstGeom>
          <a:solidFill>
            <a:srgbClr val="0A84FF"/>
          </a:solidFill>
          <a:ln/>
        </p:spPr>
      </p:sp>
      <p:sp>
        <p:nvSpPr>
          <p:cNvPr id="9" name="Shape 7"/>
          <p:cNvSpPr/>
          <p:nvPr/>
        </p:nvSpPr>
        <p:spPr>
          <a:xfrm>
            <a:off x="274320" y="2029968"/>
            <a:ext cx="2834640" cy="182880"/>
          </a:xfrm>
          <a:prstGeom prst="rect">
            <a:avLst/>
          </a:prstGeom>
          <a:solidFill>
            <a:srgbClr val="0A84FF"/>
          </a:solidFill>
          <a:ln/>
        </p:spPr>
      </p:sp>
      <p:sp>
        <p:nvSpPr>
          <p:cNvPr id="10" name="Text 8"/>
          <p:cNvSpPr txBox="1"/>
          <p:nvPr/>
        </p:nvSpPr>
        <p:spPr>
          <a:xfrm>
            <a:off x="384048"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84048"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84048"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84048"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84048"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84048"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84048"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84048"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227832" y="1828800"/>
            <a:ext cx="2834640" cy="3291840"/>
          </a:xfrm>
          <a:prstGeom prst="roundRect">
            <a:avLst>
              <a:gd name="adj" fmla="val 3871"/>
            </a:avLst>
          </a:prstGeom>
          <a:solidFill>
            <a:srgbClr val="EFF1F8"/>
          </a:solidFill>
          <a:ln w="12700">
            <a:solidFill>
              <a:srgbClr val="E8ECF5"/>
            </a:solidFill>
            <a:prstDash val="solid"/>
          </a:ln>
        </p:spPr>
      </p:sp>
      <p:sp>
        <p:nvSpPr>
          <p:cNvPr id="19" name="Shape 17"/>
          <p:cNvSpPr/>
          <p:nvPr/>
        </p:nvSpPr>
        <p:spPr>
          <a:xfrm>
            <a:off x="3227832" y="1828800"/>
            <a:ext cx="2834640" cy="384048"/>
          </a:xfrm>
          <a:prstGeom prst="roundRect">
            <a:avLst>
              <a:gd name="adj" fmla="val 28571"/>
            </a:avLst>
          </a:prstGeom>
          <a:solidFill>
            <a:srgbClr val="FF9500"/>
          </a:solidFill>
          <a:ln/>
        </p:spPr>
      </p:sp>
      <p:sp>
        <p:nvSpPr>
          <p:cNvPr id="20" name="Shape 18"/>
          <p:cNvSpPr/>
          <p:nvPr/>
        </p:nvSpPr>
        <p:spPr>
          <a:xfrm>
            <a:off x="3227832" y="2029968"/>
            <a:ext cx="2834640" cy="182880"/>
          </a:xfrm>
          <a:prstGeom prst="rect">
            <a:avLst/>
          </a:prstGeom>
          <a:solidFill>
            <a:srgbClr val="FF9500"/>
          </a:solidFill>
          <a:ln/>
        </p:spPr>
      </p:sp>
      <p:sp>
        <p:nvSpPr>
          <p:cNvPr id="21" name="Text 19"/>
          <p:cNvSpPr txBox="1"/>
          <p:nvPr/>
        </p:nvSpPr>
        <p:spPr>
          <a:xfrm>
            <a:off x="3337560"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337560"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337560"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337560"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337560"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337560"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337560"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337560"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181344" y="1828800"/>
            <a:ext cx="2834640" cy="3291840"/>
          </a:xfrm>
          <a:prstGeom prst="roundRect">
            <a:avLst>
              <a:gd name="adj" fmla="val 3871"/>
            </a:avLst>
          </a:prstGeom>
          <a:solidFill>
            <a:srgbClr val="EFF1F8"/>
          </a:solidFill>
          <a:ln w="12700">
            <a:solidFill>
              <a:srgbClr val="E8ECF5"/>
            </a:solidFill>
            <a:prstDash val="solid"/>
          </a:ln>
        </p:spPr>
      </p:sp>
      <p:sp>
        <p:nvSpPr>
          <p:cNvPr id="30" name="Shape 28"/>
          <p:cNvSpPr/>
          <p:nvPr/>
        </p:nvSpPr>
        <p:spPr>
          <a:xfrm>
            <a:off x="6181344" y="1828800"/>
            <a:ext cx="2834640" cy="384048"/>
          </a:xfrm>
          <a:prstGeom prst="roundRect">
            <a:avLst>
              <a:gd name="adj" fmla="val 28571"/>
            </a:avLst>
          </a:prstGeom>
          <a:solidFill>
            <a:srgbClr val="30D158"/>
          </a:solidFill>
          <a:ln/>
        </p:spPr>
      </p:sp>
      <p:sp>
        <p:nvSpPr>
          <p:cNvPr id="31" name="Shape 29"/>
          <p:cNvSpPr/>
          <p:nvPr/>
        </p:nvSpPr>
        <p:spPr>
          <a:xfrm>
            <a:off x="6181344" y="2029968"/>
            <a:ext cx="2834640" cy="182880"/>
          </a:xfrm>
          <a:prstGeom prst="rect">
            <a:avLst/>
          </a:prstGeom>
          <a:solidFill>
            <a:srgbClr val="30D158"/>
          </a:solidFill>
          <a:ln/>
        </p:spPr>
      </p:sp>
      <p:sp>
        <p:nvSpPr>
          <p:cNvPr id="32" name="Text 30"/>
          <p:cNvSpPr txBox="1"/>
          <p:nvPr/>
        </p:nvSpPr>
        <p:spPr>
          <a:xfrm>
            <a:off x="6291072"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291072"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291072"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291072"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291072"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291072"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291072"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291072"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II-6: Accesibilidad en el Diseño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65760" y="1719072"/>
            <a:ext cx="411480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709160" y="1719072"/>
            <a:ext cx="4114800" cy="292608"/>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65760" y="2084832"/>
            <a:ext cx="4206240" cy="438912"/>
          </a:xfrm>
          <a:prstGeom prst="roundRect">
            <a:avLst>
              <a:gd name="adj" fmla="val 16667"/>
            </a:avLst>
          </a:prstGeom>
          <a:solidFill>
            <a:srgbClr val="EFF1F8"/>
          </a:solidFill>
          <a:ln w="12700">
            <a:solidFill>
              <a:srgbClr val="E8ECF5"/>
            </a:solidFill>
            <a:prstDash val="solid"/>
          </a:ln>
        </p:spPr>
      </p:sp>
      <p:sp>
        <p:nvSpPr>
          <p:cNvPr id="10" name="Text 8"/>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65760" y="2587752"/>
            <a:ext cx="4206240" cy="438912"/>
          </a:xfrm>
          <a:prstGeom prst="roundRect">
            <a:avLst>
              <a:gd name="adj" fmla="val 16667"/>
            </a:avLst>
          </a:prstGeom>
          <a:solidFill>
            <a:srgbClr val="EFF1F8"/>
          </a:solidFill>
          <a:ln w="12700">
            <a:solidFill>
              <a:srgbClr val="E8ECF5"/>
            </a:solidFill>
            <a:prstDash val="solid"/>
          </a:ln>
        </p:spPr>
      </p:sp>
      <p:sp>
        <p:nvSpPr>
          <p:cNvPr id="12" name="Text 10"/>
          <p:cNvSpPr txBox="1"/>
          <p:nvPr/>
        </p:nvSpPr>
        <p:spPr>
          <a:xfrm>
            <a:off x="548640" y="266090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65760" y="3090672"/>
            <a:ext cx="4206240" cy="438912"/>
          </a:xfrm>
          <a:prstGeom prst="roundRect">
            <a:avLst>
              <a:gd name="adj" fmla="val 16667"/>
            </a:avLst>
          </a:prstGeom>
          <a:solidFill>
            <a:srgbClr val="EFF1F8"/>
          </a:solidFill>
          <a:ln w="12700">
            <a:solidFill>
              <a:srgbClr val="E8ECF5"/>
            </a:solidFill>
            <a:prstDash val="solid"/>
          </a:ln>
        </p:spPr>
      </p:sp>
      <p:sp>
        <p:nvSpPr>
          <p:cNvPr id="14" name="Text 12"/>
          <p:cNvSpPr txBox="1"/>
          <p:nvPr/>
        </p:nvSpPr>
        <p:spPr>
          <a:xfrm>
            <a:off x="548640" y="316382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65760" y="3593592"/>
            <a:ext cx="4206240" cy="438912"/>
          </a:xfrm>
          <a:prstGeom prst="roundRect">
            <a:avLst>
              <a:gd name="adj" fmla="val 16667"/>
            </a:avLst>
          </a:prstGeom>
          <a:solidFill>
            <a:srgbClr val="EFF1F8"/>
          </a:solidFill>
          <a:ln w="12700">
            <a:solidFill>
              <a:srgbClr val="E8ECF5"/>
            </a:solidFill>
            <a:prstDash val="solid"/>
          </a:ln>
        </p:spPr>
      </p:sp>
      <p:sp>
        <p:nvSpPr>
          <p:cNvPr id="16" name="Text 14"/>
          <p:cNvSpPr txBox="1"/>
          <p:nvPr/>
        </p:nvSpPr>
        <p:spPr>
          <a:xfrm>
            <a:off x="548640" y="366674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709160" y="2084832"/>
            <a:ext cx="4069080" cy="438912"/>
          </a:xfrm>
          <a:prstGeom prst="roundRect">
            <a:avLst>
              <a:gd name="adj" fmla="val 16667"/>
            </a:avLst>
          </a:prstGeom>
          <a:solidFill>
            <a:srgbClr val="EFF1F8"/>
          </a:solidFill>
          <a:ln w="12700">
            <a:solidFill>
              <a:srgbClr val="E8ECF5"/>
            </a:solidFill>
            <a:prstDash val="solid"/>
          </a:ln>
        </p:spPr>
      </p:sp>
      <p:sp>
        <p:nvSpPr>
          <p:cNvPr id="18" name="Text 16"/>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709160" y="2084832"/>
            <a:ext cx="4069080" cy="438912"/>
          </a:xfrm>
          <a:prstGeom prst="roundRect">
            <a:avLst>
              <a:gd name="adj" fmla="val 16667"/>
            </a:avLst>
          </a:prstGeom>
          <a:solidFill>
            <a:srgbClr val="EFF1F8"/>
          </a:solidFill>
          <a:ln w="12700">
            <a:solidFill>
              <a:srgbClr val="E8ECF5"/>
            </a:solidFill>
            <a:prstDash val="solid"/>
          </a:ln>
        </p:spPr>
      </p:sp>
      <p:sp>
        <p:nvSpPr>
          <p:cNvPr id="20" name="Text 18"/>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709160" y="2587752"/>
            <a:ext cx="4069080" cy="438912"/>
          </a:xfrm>
          <a:prstGeom prst="roundRect">
            <a:avLst>
              <a:gd name="adj" fmla="val 16667"/>
            </a:avLst>
          </a:prstGeom>
          <a:solidFill>
            <a:srgbClr val="EFF1F8"/>
          </a:solidFill>
          <a:ln w="12700">
            <a:solidFill>
              <a:srgbClr val="E8ECF5"/>
            </a:solidFill>
            <a:prstDash val="solid"/>
          </a:ln>
        </p:spPr>
      </p:sp>
      <p:sp>
        <p:nvSpPr>
          <p:cNvPr id="22" name="Text 20"/>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709160" y="2587752"/>
            <a:ext cx="4069080" cy="438912"/>
          </a:xfrm>
          <a:prstGeom prst="roundRect">
            <a:avLst>
              <a:gd name="adj" fmla="val 16667"/>
            </a:avLst>
          </a:prstGeom>
          <a:solidFill>
            <a:srgbClr val="EFF1F8"/>
          </a:solidFill>
          <a:ln w="12700">
            <a:solidFill>
              <a:srgbClr val="E8ECF5"/>
            </a:solidFill>
            <a:prstDash val="solid"/>
          </a:ln>
        </p:spPr>
      </p:sp>
      <p:sp>
        <p:nvSpPr>
          <p:cNvPr id="24" name="Text 22"/>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709160" y="3090672"/>
            <a:ext cx="4069080" cy="438912"/>
          </a:xfrm>
          <a:prstGeom prst="roundRect">
            <a:avLst>
              <a:gd name="adj" fmla="val 16667"/>
            </a:avLst>
          </a:prstGeom>
          <a:solidFill>
            <a:srgbClr val="EFF1F8"/>
          </a:solidFill>
          <a:ln w="12700">
            <a:solidFill>
              <a:srgbClr val="E8ECF5"/>
            </a:solidFill>
            <a:prstDash val="solid"/>
          </a:ln>
        </p:spPr>
      </p:sp>
      <p:sp>
        <p:nvSpPr>
          <p:cNvPr id="26" name="Text 24"/>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709160" y="3090672"/>
            <a:ext cx="4069080" cy="438912"/>
          </a:xfrm>
          <a:prstGeom prst="roundRect">
            <a:avLst>
              <a:gd name="adj" fmla="val 16667"/>
            </a:avLst>
          </a:prstGeom>
          <a:solidFill>
            <a:srgbClr val="EFF1F8"/>
          </a:solidFill>
          <a:ln w="12700">
            <a:solidFill>
              <a:srgbClr val="E8ECF5"/>
            </a:solidFill>
            <a:prstDash val="solid"/>
          </a:ln>
        </p:spPr>
      </p:sp>
      <p:sp>
        <p:nvSpPr>
          <p:cNvPr id="28" name="Text 26"/>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709160" y="3593592"/>
            <a:ext cx="4069080" cy="438912"/>
          </a:xfrm>
          <a:prstGeom prst="roundRect">
            <a:avLst>
              <a:gd name="adj" fmla="val 16667"/>
            </a:avLst>
          </a:prstGeom>
          <a:solidFill>
            <a:srgbClr val="EFF1F8"/>
          </a:solidFill>
          <a:ln w="12700">
            <a:solidFill>
              <a:srgbClr val="E8ECF5"/>
            </a:solidFill>
            <a:prstDash val="solid"/>
          </a:ln>
        </p:spPr>
      </p:sp>
      <p:sp>
        <p:nvSpPr>
          <p:cNvPr id="30" name="Text 28"/>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709160" y="3593592"/>
            <a:ext cx="4069080" cy="438912"/>
          </a:xfrm>
          <a:prstGeom prst="roundRect">
            <a:avLst>
              <a:gd name="adj" fmla="val 16667"/>
            </a:avLst>
          </a:prstGeom>
          <a:solidFill>
            <a:srgbClr val="EFF1F8"/>
          </a:solidFill>
          <a:ln w="12700">
            <a:solidFill>
              <a:srgbClr val="E8ECF5"/>
            </a:solidFill>
            <a:prstDash val="solid"/>
          </a:ln>
        </p:spPr>
      </p:sp>
      <p:sp>
        <p:nvSpPr>
          <p:cNvPr id="32" name="Text 30"/>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5760" y="1719072"/>
            <a:ext cx="8412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5760" y="2148840"/>
            <a:ext cx="4206240" cy="667512"/>
          </a:xfrm>
          <a:prstGeom prst="roundRect">
            <a:avLst>
              <a:gd name="adj" fmla="val 10959"/>
            </a:avLst>
          </a:prstGeom>
          <a:solidFill>
            <a:srgbClr val="EFF1F8"/>
          </a:solidFill>
          <a:ln w="12700">
            <a:solidFill>
              <a:srgbClr val="E8ECF5"/>
            </a:solidFill>
            <a:prstDash val="solid"/>
          </a:ln>
        </p:spPr>
      </p:sp>
      <p:sp>
        <p:nvSpPr>
          <p:cNvPr id="9" name="Text 7"/>
          <p:cNvSpPr txBox="1"/>
          <p:nvPr/>
        </p:nvSpPr>
        <p:spPr>
          <a:xfrm>
            <a:off x="54864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864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754880" y="2148840"/>
            <a:ext cx="4206240" cy="667512"/>
          </a:xfrm>
          <a:prstGeom prst="roundRect">
            <a:avLst>
              <a:gd name="adj" fmla="val 10959"/>
            </a:avLst>
          </a:prstGeom>
          <a:solidFill>
            <a:srgbClr val="EFF1F8"/>
          </a:solidFill>
          <a:ln w="12700">
            <a:solidFill>
              <a:srgbClr val="E8ECF5"/>
            </a:solidFill>
            <a:prstDash val="solid"/>
          </a:ln>
        </p:spPr>
      </p:sp>
      <p:sp>
        <p:nvSpPr>
          <p:cNvPr id="12" name="Text 10"/>
          <p:cNvSpPr txBox="1"/>
          <p:nvPr/>
        </p:nvSpPr>
        <p:spPr>
          <a:xfrm>
            <a:off x="493776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93776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5760" y="2898648"/>
            <a:ext cx="4206240" cy="667512"/>
          </a:xfrm>
          <a:prstGeom prst="roundRect">
            <a:avLst>
              <a:gd name="adj" fmla="val 10959"/>
            </a:avLst>
          </a:prstGeom>
          <a:solidFill>
            <a:srgbClr val="EFF1F8"/>
          </a:solidFill>
          <a:ln w="12700">
            <a:solidFill>
              <a:srgbClr val="E8ECF5"/>
            </a:solidFill>
            <a:prstDash val="solid"/>
          </a:ln>
        </p:spPr>
      </p:sp>
      <p:sp>
        <p:nvSpPr>
          <p:cNvPr id="15" name="Text 13"/>
          <p:cNvSpPr txBox="1"/>
          <p:nvPr/>
        </p:nvSpPr>
        <p:spPr>
          <a:xfrm>
            <a:off x="54864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864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754880" y="2898648"/>
            <a:ext cx="4206240" cy="667512"/>
          </a:xfrm>
          <a:prstGeom prst="roundRect">
            <a:avLst>
              <a:gd name="adj" fmla="val 10959"/>
            </a:avLst>
          </a:prstGeom>
          <a:solidFill>
            <a:srgbClr val="EFF1F8"/>
          </a:solidFill>
          <a:ln w="12700">
            <a:solidFill>
              <a:srgbClr val="E8ECF5"/>
            </a:solidFill>
            <a:prstDash val="solid"/>
          </a:ln>
        </p:spPr>
      </p:sp>
      <p:sp>
        <p:nvSpPr>
          <p:cNvPr id="18" name="Text 16"/>
          <p:cNvSpPr txBox="1"/>
          <p:nvPr/>
        </p:nvSpPr>
        <p:spPr>
          <a:xfrm>
            <a:off x="493776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93776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5760" y="3648456"/>
            <a:ext cx="4206240" cy="667512"/>
          </a:xfrm>
          <a:prstGeom prst="roundRect">
            <a:avLst>
              <a:gd name="adj" fmla="val 10959"/>
            </a:avLst>
          </a:prstGeom>
          <a:solidFill>
            <a:srgbClr val="EFF1F8"/>
          </a:solidFill>
          <a:ln w="12700">
            <a:solidFill>
              <a:srgbClr val="E8ECF5"/>
            </a:solidFill>
            <a:prstDash val="solid"/>
          </a:ln>
        </p:spPr>
      </p:sp>
      <p:sp>
        <p:nvSpPr>
          <p:cNvPr id="21" name="Text 19"/>
          <p:cNvSpPr txBox="1"/>
          <p:nvPr/>
        </p:nvSpPr>
        <p:spPr>
          <a:xfrm>
            <a:off x="54864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864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754880" y="3648456"/>
            <a:ext cx="4206240" cy="667512"/>
          </a:xfrm>
          <a:prstGeom prst="roundRect">
            <a:avLst>
              <a:gd name="adj" fmla="val 10959"/>
            </a:avLst>
          </a:prstGeom>
          <a:solidFill>
            <a:srgbClr val="EFF1F8"/>
          </a:solidFill>
          <a:ln w="12700">
            <a:solidFill>
              <a:srgbClr val="E8ECF5"/>
            </a:solidFill>
            <a:prstDash val="solid"/>
          </a:ln>
        </p:spPr>
      </p:sp>
      <p:sp>
        <p:nvSpPr>
          <p:cNvPr id="24" name="Text 22"/>
          <p:cNvSpPr txBox="1"/>
          <p:nvPr/>
        </p:nvSpPr>
        <p:spPr>
          <a:xfrm>
            <a:off x="493776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93776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5760" y="4398264"/>
            <a:ext cx="4206240" cy="667512"/>
          </a:xfrm>
          <a:prstGeom prst="roundRect">
            <a:avLst>
              <a:gd name="adj" fmla="val 10959"/>
            </a:avLst>
          </a:prstGeom>
          <a:solidFill>
            <a:srgbClr val="EFF1F8"/>
          </a:solidFill>
          <a:ln w="12700">
            <a:solidFill>
              <a:srgbClr val="E8ECF5"/>
            </a:solidFill>
            <a:prstDash val="solid"/>
          </a:ln>
        </p:spPr>
      </p:sp>
      <p:sp>
        <p:nvSpPr>
          <p:cNvPr id="27" name="Text 25"/>
          <p:cNvSpPr txBox="1"/>
          <p:nvPr/>
        </p:nvSpPr>
        <p:spPr>
          <a:xfrm>
            <a:off x="54864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864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754880" y="4398264"/>
            <a:ext cx="4206240" cy="667512"/>
          </a:xfrm>
          <a:prstGeom prst="roundRect">
            <a:avLst>
              <a:gd name="adj" fmla="val 10959"/>
            </a:avLst>
          </a:prstGeom>
          <a:solidFill>
            <a:srgbClr val="EFF1F8"/>
          </a:solidFill>
          <a:ln w="12700">
            <a:solidFill>
              <a:srgbClr val="E8ECF5"/>
            </a:solidFill>
            <a:prstDash val="solid"/>
          </a:ln>
        </p:spPr>
      </p:sp>
      <p:sp>
        <p:nvSpPr>
          <p:cNvPr id="30" name="Text 28"/>
          <p:cNvSpPr txBox="1"/>
          <p:nvPr/>
        </p:nvSpPr>
        <p:spPr>
          <a:xfrm>
            <a:off x="493776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93776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II-8: Seguridad del Proyecto en el Diseño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6667"/>
            </a:avLst>
          </a:prstGeom>
          <a:solidFill>
            <a:srgbClr val="EFF1F8"/>
          </a:solidFill>
          <a:ln w="12700">
            <a:solidFill>
              <a:srgbClr val="FF453A"/>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65760" y="2084832"/>
            <a:ext cx="4206240" cy="1298448"/>
          </a:xfrm>
          <a:prstGeom prst="roundRect">
            <a:avLst>
              <a:gd name="adj" fmla="val 8451"/>
            </a:avLst>
          </a:prstGeom>
          <a:solidFill>
            <a:srgbClr val="EFF1F8"/>
          </a:solidFill>
          <a:ln w="12700">
            <a:solidFill>
              <a:srgbClr val="FF453A"/>
            </a:solidFill>
            <a:prstDash val="solid"/>
          </a:ln>
        </p:spPr>
      </p:sp>
      <p:sp>
        <p:nvSpPr>
          <p:cNvPr id="9" name="Text 7"/>
          <p:cNvSpPr txBox="1"/>
          <p:nvPr/>
        </p:nvSpPr>
        <p:spPr>
          <a:xfrm>
            <a:off x="548640" y="2157984"/>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200" dirty="0"/>
          </a:p>
        </p:txBody>
      </p:sp>
      <p:sp>
        <p:nvSpPr>
          <p:cNvPr id="10" name="Text 8"/>
          <p:cNvSpPr txBox="1"/>
          <p:nvPr/>
        </p:nvSpPr>
        <p:spPr>
          <a:xfrm>
            <a:off x="54864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754880" y="2084832"/>
            <a:ext cx="4206240" cy="1298448"/>
          </a:xfrm>
          <a:prstGeom prst="roundRect">
            <a:avLst>
              <a:gd name="adj" fmla="val 8451"/>
            </a:avLst>
          </a:prstGeom>
          <a:solidFill>
            <a:srgbClr val="EFF1F8"/>
          </a:solidFill>
          <a:ln w="12700">
            <a:solidFill>
              <a:srgbClr val="FF9500"/>
            </a:solidFill>
            <a:prstDash val="solid"/>
          </a:ln>
        </p:spPr>
      </p:sp>
      <p:sp>
        <p:nvSpPr>
          <p:cNvPr id="12" name="Text 10"/>
          <p:cNvSpPr txBox="1"/>
          <p:nvPr/>
        </p:nvSpPr>
        <p:spPr>
          <a:xfrm>
            <a:off x="4937760" y="215798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200" dirty="0"/>
          </a:p>
        </p:txBody>
      </p:sp>
      <p:sp>
        <p:nvSpPr>
          <p:cNvPr id="13" name="Text 11"/>
          <p:cNvSpPr txBox="1"/>
          <p:nvPr/>
        </p:nvSpPr>
        <p:spPr>
          <a:xfrm>
            <a:off x="493776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65760" y="3502152"/>
            <a:ext cx="4206240" cy="1298448"/>
          </a:xfrm>
          <a:prstGeom prst="roundRect">
            <a:avLst>
              <a:gd name="adj" fmla="val 8451"/>
            </a:avLst>
          </a:prstGeom>
          <a:solidFill>
            <a:srgbClr val="EFF1F8"/>
          </a:solidFill>
          <a:ln w="12700">
            <a:solidFill>
              <a:srgbClr val="FFD60A"/>
            </a:solidFill>
            <a:prstDash val="solid"/>
          </a:ln>
        </p:spPr>
      </p:sp>
      <p:sp>
        <p:nvSpPr>
          <p:cNvPr id="15" name="Text 13"/>
          <p:cNvSpPr txBox="1"/>
          <p:nvPr/>
        </p:nvSpPr>
        <p:spPr>
          <a:xfrm>
            <a:off x="548640" y="3575304"/>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200" dirty="0"/>
          </a:p>
        </p:txBody>
      </p:sp>
      <p:sp>
        <p:nvSpPr>
          <p:cNvPr id="16" name="Text 14"/>
          <p:cNvSpPr txBox="1"/>
          <p:nvPr/>
        </p:nvSpPr>
        <p:spPr>
          <a:xfrm>
            <a:off x="54864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754880" y="3502152"/>
            <a:ext cx="4206240" cy="1298448"/>
          </a:xfrm>
          <a:prstGeom prst="roundRect">
            <a:avLst>
              <a:gd name="adj" fmla="val 8451"/>
            </a:avLst>
          </a:prstGeom>
          <a:solidFill>
            <a:srgbClr val="EFF1F8"/>
          </a:solidFill>
          <a:ln w="12700">
            <a:solidFill>
              <a:srgbClr val="0A84FF"/>
            </a:solidFill>
            <a:prstDash val="solid"/>
          </a:ln>
        </p:spPr>
      </p:sp>
      <p:sp>
        <p:nvSpPr>
          <p:cNvPr id="18" name="Text 16"/>
          <p:cNvSpPr txBox="1"/>
          <p:nvPr/>
        </p:nvSpPr>
        <p:spPr>
          <a:xfrm>
            <a:off x="4937760" y="3575304"/>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200" dirty="0"/>
          </a:p>
        </p:txBody>
      </p:sp>
      <p:sp>
        <p:nvSpPr>
          <p:cNvPr id="19" name="Text 17"/>
          <p:cNvSpPr txBox="1"/>
          <p:nvPr/>
        </p:nvSpPr>
        <p:spPr>
          <a:xfrm>
            <a:off x="493776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05</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777240"/>
          </a:xfrm>
          <a:prstGeom prst="roundRect">
            <a:avLst>
              <a:gd name="adj" fmla="val 14118"/>
            </a:avLst>
          </a:prstGeom>
          <a:solidFill>
            <a:srgbClr val="EFF1F8"/>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EFF1F8"/>
          </a:solidFill>
          <a:ln w="12700">
            <a:solidFill>
              <a:srgbClr val="E8ECF5"/>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EFF1F8"/>
          </a:solidFill>
          <a:ln w="12700">
            <a:solidFill>
              <a:srgbClr val="E8ECF5"/>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EFF1F8"/>
          </a:solidFill>
          <a:ln w="12700">
            <a:solidFill>
              <a:srgbClr val="E8ECF5"/>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EFF1F8"/>
          </a:solidFill>
          <a:ln w="12700">
            <a:solidFill>
              <a:srgbClr val="E8ECF5"/>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EFF1F8"/>
          </a:solidFill>
          <a:ln w="12700">
            <a:solidFill>
              <a:srgbClr val="E8ECF5"/>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EFF1F8"/>
          </a:solidFill>
          <a:ln w="12700">
            <a:solidFill>
              <a:srgbClr val="E8ECF5"/>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Productividad de Campo y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200" dirty="0"/>
          </a:p>
        </p:txBody>
      </p:sp>
      <p:sp>
        <p:nvSpPr>
          <p:cNvPr id="6" name="Shape 4"/>
          <p:cNvSpPr/>
          <p:nvPr/>
        </p:nvSpPr>
        <p:spPr>
          <a:xfrm>
            <a:off x="365760" y="1298448"/>
            <a:ext cx="8412480" cy="841248"/>
          </a:xfrm>
          <a:prstGeom prst="roundRect">
            <a:avLst>
              <a:gd name="adj" fmla="val 10870"/>
            </a:avLst>
          </a:prstGeom>
          <a:solidFill>
            <a:srgbClr val="EFF1F8"/>
          </a:solidFill>
          <a:ln w="12700">
            <a:solidFill>
              <a:srgbClr val="E8ECF5"/>
            </a:solidFill>
            <a:prstDash val="solid"/>
          </a:ln>
        </p:spPr>
      </p:sp>
      <p:sp>
        <p:nvSpPr>
          <p:cNvPr id="7" name="Shape 5"/>
          <p:cNvSpPr/>
          <p:nvPr/>
        </p:nvSpPr>
        <p:spPr>
          <a:xfrm>
            <a:off x="365760" y="1298448"/>
            <a:ext cx="73152" cy="841248"/>
          </a:xfrm>
          <a:prstGeom prst="rect">
            <a:avLst/>
          </a:prstGeom>
          <a:solidFill>
            <a:srgbClr val="30D158"/>
          </a:solidFill>
          <a:ln/>
        </p:spPr>
      </p:sp>
      <p:sp>
        <p:nvSpPr>
          <p:cNvPr id="8" name="Text 6"/>
          <p:cNvSpPr txBox="1"/>
          <p:nvPr/>
        </p:nvSpPr>
        <p:spPr>
          <a:xfrm>
            <a:off x="566928" y="1371600"/>
            <a:ext cx="8046720" cy="30175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200" dirty="0"/>
          </a:p>
        </p:txBody>
      </p:sp>
      <p:sp>
        <p:nvSpPr>
          <p:cNvPr id="9" name="Text 7"/>
          <p:cNvSpPr txBox="1"/>
          <p:nvPr/>
        </p:nvSpPr>
        <p:spPr>
          <a:xfrm>
            <a:off x="566928" y="168249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65760" y="2258568"/>
            <a:ext cx="8412480" cy="841248"/>
          </a:xfrm>
          <a:prstGeom prst="roundRect">
            <a:avLst>
              <a:gd name="adj" fmla="val 10870"/>
            </a:avLst>
          </a:prstGeom>
          <a:solidFill>
            <a:srgbClr val="EFF1F8"/>
          </a:solidFill>
          <a:ln w="12700">
            <a:solidFill>
              <a:srgbClr val="E8ECF5"/>
            </a:solidFill>
            <a:prstDash val="solid"/>
          </a:ln>
        </p:spPr>
      </p:sp>
      <p:sp>
        <p:nvSpPr>
          <p:cNvPr id="11" name="Shape 9"/>
          <p:cNvSpPr/>
          <p:nvPr/>
        </p:nvSpPr>
        <p:spPr>
          <a:xfrm>
            <a:off x="365760" y="2258568"/>
            <a:ext cx="73152" cy="841248"/>
          </a:xfrm>
          <a:prstGeom prst="rect">
            <a:avLst/>
          </a:prstGeom>
          <a:solidFill>
            <a:srgbClr val="0A84FF"/>
          </a:solidFill>
          <a:ln/>
        </p:spPr>
      </p:sp>
      <p:sp>
        <p:nvSpPr>
          <p:cNvPr id="12" name="Text 10"/>
          <p:cNvSpPr txBox="1"/>
          <p:nvPr/>
        </p:nvSpPr>
        <p:spPr>
          <a:xfrm>
            <a:off x="566928" y="2331720"/>
            <a:ext cx="8046720" cy="30175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200" dirty="0"/>
          </a:p>
        </p:txBody>
      </p:sp>
      <p:sp>
        <p:nvSpPr>
          <p:cNvPr id="13" name="Text 11"/>
          <p:cNvSpPr txBox="1"/>
          <p:nvPr/>
        </p:nvSpPr>
        <p:spPr>
          <a:xfrm>
            <a:off x="566928" y="264261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65760" y="3218688"/>
            <a:ext cx="8412480" cy="841248"/>
          </a:xfrm>
          <a:prstGeom prst="roundRect">
            <a:avLst>
              <a:gd name="adj" fmla="val 10870"/>
            </a:avLst>
          </a:prstGeom>
          <a:solidFill>
            <a:srgbClr val="EFF1F8"/>
          </a:solidFill>
          <a:ln w="12700">
            <a:solidFill>
              <a:srgbClr val="E8ECF5"/>
            </a:solidFill>
            <a:prstDash val="solid"/>
          </a:ln>
        </p:spPr>
      </p:sp>
      <p:sp>
        <p:nvSpPr>
          <p:cNvPr id="15" name="Shape 13"/>
          <p:cNvSpPr/>
          <p:nvPr/>
        </p:nvSpPr>
        <p:spPr>
          <a:xfrm>
            <a:off x="365760" y="3218688"/>
            <a:ext cx="73152" cy="841248"/>
          </a:xfrm>
          <a:prstGeom prst="rect">
            <a:avLst/>
          </a:prstGeom>
          <a:solidFill>
            <a:srgbClr val="FF9500"/>
          </a:solidFill>
          <a:ln/>
        </p:spPr>
      </p:sp>
      <p:sp>
        <p:nvSpPr>
          <p:cNvPr id="16" name="Text 14"/>
          <p:cNvSpPr txBox="1"/>
          <p:nvPr/>
        </p:nvSpPr>
        <p:spPr>
          <a:xfrm>
            <a:off x="566928" y="3291840"/>
            <a:ext cx="8046720" cy="30175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200" dirty="0"/>
          </a:p>
        </p:txBody>
      </p:sp>
      <p:sp>
        <p:nvSpPr>
          <p:cNvPr id="17" name="Text 15"/>
          <p:cNvSpPr txBox="1"/>
          <p:nvPr/>
        </p:nvSpPr>
        <p:spPr>
          <a:xfrm>
            <a:off x="566928" y="360273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65760" y="4178808"/>
            <a:ext cx="8412480" cy="841248"/>
          </a:xfrm>
          <a:prstGeom prst="roundRect">
            <a:avLst>
              <a:gd name="adj" fmla="val 10870"/>
            </a:avLst>
          </a:prstGeom>
          <a:solidFill>
            <a:srgbClr val="EFF1F8"/>
          </a:solidFill>
          <a:ln w="12700">
            <a:solidFill>
              <a:srgbClr val="E8ECF5"/>
            </a:solidFill>
            <a:prstDash val="solid"/>
          </a:ln>
        </p:spPr>
      </p:sp>
      <p:sp>
        <p:nvSpPr>
          <p:cNvPr id="19" name="Shape 17"/>
          <p:cNvSpPr/>
          <p:nvPr/>
        </p:nvSpPr>
        <p:spPr>
          <a:xfrm>
            <a:off x="365760" y="4178808"/>
            <a:ext cx="73152" cy="841248"/>
          </a:xfrm>
          <a:prstGeom prst="rect">
            <a:avLst/>
          </a:prstGeom>
          <a:solidFill>
            <a:srgbClr val="AF52DE"/>
          </a:solidFill>
          <a:ln/>
        </p:spPr>
      </p:sp>
      <p:sp>
        <p:nvSpPr>
          <p:cNvPr id="20" name="Text 18"/>
          <p:cNvSpPr txBox="1"/>
          <p:nvPr/>
        </p:nvSpPr>
        <p:spPr>
          <a:xfrm>
            <a:off x="566928" y="4251960"/>
            <a:ext cx="8046720" cy="30175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200" dirty="0"/>
          </a:p>
        </p:txBody>
      </p:sp>
      <p:sp>
        <p:nvSpPr>
          <p:cNvPr id="21" name="Text 19"/>
          <p:cNvSpPr txBox="1"/>
          <p:nvPr/>
        </p:nvSpPr>
        <p:spPr>
          <a:xfrm>
            <a:off x="566928" y="456285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200" dirty="0"/>
          </a:p>
        </p:txBody>
      </p:sp>
      <p:sp>
        <p:nvSpPr>
          <p:cNvPr id="6" name="Shape 4"/>
          <p:cNvSpPr/>
          <p:nvPr/>
        </p:nvSpPr>
        <p:spPr>
          <a:xfrm>
            <a:off x="365760" y="1298448"/>
            <a:ext cx="4206240" cy="1115568"/>
          </a:xfrm>
          <a:prstGeom prst="roundRect">
            <a:avLst>
              <a:gd name="adj" fmla="val 8197"/>
            </a:avLst>
          </a:prstGeom>
          <a:solidFill>
            <a:srgbClr val="EFF1F8"/>
          </a:solidFill>
          <a:ln w="12700">
            <a:solidFill>
              <a:srgbClr val="E8ECF5"/>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EFF1F8"/>
          </a:solidFill>
          <a:ln w="12700">
            <a:solidFill>
              <a:srgbClr val="E8ECF5"/>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EFF1F8"/>
          </a:solidFill>
          <a:ln w="12700">
            <a:solidFill>
              <a:srgbClr val="E8ECF5"/>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EFF1F8"/>
          </a:solidFill>
          <a:ln w="12700">
            <a:solidFill>
              <a:srgbClr val="E8ECF5"/>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EFF1F8"/>
          </a:solidFill>
          <a:ln w="12700">
            <a:solidFill>
              <a:srgbClr val="E8ECF5"/>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FF1F8"/>
          </a:solidFill>
          <a:ln w="12700">
            <a:solidFill>
              <a:srgbClr val="E8ECF5"/>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06</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200" dirty="0"/>
          </a:p>
        </p:txBody>
      </p:sp>
      <p:sp>
        <p:nvSpPr>
          <p:cNvPr id="6" name="Shape 4"/>
          <p:cNvSpPr/>
          <p:nvPr/>
        </p:nvSpPr>
        <p:spPr>
          <a:xfrm>
            <a:off x="365760" y="1298448"/>
            <a:ext cx="8412480" cy="548640"/>
          </a:xfrm>
          <a:prstGeom prst="roundRect">
            <a:avLst>
              <a:gd name="adj" fmla="val 16667"/>
            </a:avLst>
          </a:prstGeom>
          <a:solidFill>
            <a:srgbClr val="EFF1F8"/>
          </a:solidFill>
          <a:ln w="12700">
            <a:solidFill>
              <a:srgbClr val="E8ECF5"/>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Compromiso para Implementar</a:t>
            </a:r>
            <a:endParaRPr lang="en-US" sz="12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EFF1F8"/>
          </a:solidFill>
          <a:ln w="12700">
            <a:solidFill>
              <a:srgbClr val="E8ECF5"/>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Establecer Programa Corporativo</a:t>
            </a:r>
            <a:endParaRPr lang="en-US" sz="12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EFF1F8"/>
          </a:solidFill>
          <a:ln w="12700">
            <a:solidFill>
              <a:srgbClr val="E8ECF5"/>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Obtener Capacidades de Constructabilidad</a:t>
            </a:r>
            <a:endParaRPr lang="en-US" sz="12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EFF1F8"/>
          </a:solidFill>
          <a:ln w="12700">
            <a:solidFill>
              <a:srgbClr val="E8ECF5"/>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Planificar la Implementación</a:t>
            </a:r>
            <a:endParaRPr lang="en-US" sz="12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EFF1F8"/>
          </a:solidFill>
          <a:ln w="12700">
            <a:solidFill>
              <a:srgbClr val="E8ECF5"/>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Implementar Constructabilidad</a:t>
            </a:r>
            <a:endParaRPr lang="en-US" sz="12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EFF1F8"/>
          </a:solidFill>
          <a:ln w="12700">
            <a:solidFill>
              <a:srgbClr val="E8ECF5"/>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Actualizar Programa Corporativo</a:t>
            </a:r>
            <a:endParaRPr lang="en-US" sz="12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1: Compromiso para Implementar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Actividades del Hito 1:</a:t>
            </a:r>
            <a:endParaRPr lang="en-US" sz="1200" dirty="0"/>
          </a:p>
        </p:txBody>
      </p:sp>
      <p:sp>
        <p:nvSpPr>
          <p:cNvPr id="8" name="Shape 6"/>
          <p:cNvSpPr/>
          <p:nvPr/>
        </p:nvSpPr>
        <p:spPr>
          <a:xfrm>
            <a:off x="365760" y="1938528"/>
            <a:ext cx="8412480" cy="658368"/>
          </a:xfrm>
          <a:prstGeom prst="roundRect">
            <a:avLst>
              <a:gd name="adj" fmla="val 13889"/>
            </a:avLst>
          </a:prstGeom>
          <a:solidFill>
            <a:srgbClr val="EFF1F8"/>
          </a:solidFill>
          <a:ln w="12700">
            <a:solidFill>
              <a:srgbClr val="E8ECF5"/>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EFF1F8"/>
          </a:solidFill>
          <a:ln w="12700">
            <a:solidFill>
              <a:srgbClr val="E8ECF5"/>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EFF1F8"/>
          </a:solidFill>
          <a:ln w="12700">
            <a:solidFill>
              <a:srgbClr val="E8ECF5"/>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EFF1F8"/>
          </a:solidFill>
          <a:ln w="12700">
            <a:solidFill>
              <a:srgbClr val="E8ECF5"/>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EFF1F8"/>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2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EFF1F8"/>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2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EFF1F8"/>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2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EFF1F8"/>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2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EFF1F8"/>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2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EFF1F8"/>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2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EFF1F8"/>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EFF1F8"/>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EFF1F8"/>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EFF1F8"/>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Rompedores de Barreras — Tool 10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200" dirty="0"/>
          </a:p>
        </p:txBody>
      </p:sp>
      <p:sp>
        <p:nvSpPr>
          <p:cNvPr id="6" name="Shape 4"/>
          <p:cNvSpPr/>
          <p:nvPr/>
        </p:nvSpPr>
        <p:spPr>
          <a:xfrm>
            <a:off x="365760" y="1298448"/>
            <a:ext cx="8412480" cy="548640"/>
          </a:xfrm>
          <a:prstGeom prst="roundRect">
            <a:avLst>
              <a:gd name="adj" fmla="val 16667"/>
            </a:avLst>
          </a:prstGeom>
          <a:solidFill>
            <a:srgbClr val="EFF1F8"/>
          </a:solidFill>
          <a:ln w="12700">
            <a:solidFill>
              <a:srgbClr val="E8ECF5"/>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EFF1F8"/>
          </a:solidFill>
          <a:ln w="12700">
            <a:solidFill>
              <a:srgbClr val="E8ECF5"/>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EFF1F8"/>
          </a:solidFill>
          <a:ln w="12700">
            <a:solidFill>
              <a:srgbClr val="E8ECF5"/>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EFF1F8"/>
          </a:solidFill>
          <a:ln w="12700">
            <a:solidFill>
              <a:srgbClr val="E8ECF5"/>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EFF1F8"/>
          </a:solidFill>
          <a:ln w="12700">
            <a:solidFill>
              <a:srgbClr val="E8ECF5"/>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EFF1F8"/>
          </a:solidFill>
          <a:ln w="12700">
            <a:solidFill>
              <a:srgbClr val="E8ECF5"/>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Estructura Organizacional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2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E8ECF5"/>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E8ECF5"/>
          </a:solidFill>
          <a:ln/>
        </p:spPr>
      </p:sp>
      <p:sp>
        <p:nvSpPr>
          <p:cNvPr id="13" name="Shape 11"/>
          <p:cNvSpPr/>
          <p:nvPr/>
        </p:nvSpPr>
        <p:spPr>
          <a:xfrm>
            <a:off x="365760" y="3310128"/>
            <a:ext cx="8412480" cy="36576"/>
          </a:xfrm>
          <a:prstGeom prst="rect">
            <a:avLst/>
          </a:prstGeom>
          <a:solidFill>
            <a:srgbClr val="E8ECF5"/>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EFF1F8"/>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EFF1F8"/>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EFF1F8"/>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EFF1F8"/>
          </a:solidFill>
          <a:ln w="12700">
            <a:solidFill>
              <a:srgbClr val="55577A"/>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3: Obtener Capacidades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200" dirty="0"/>
          </a:p>
        </p:txBody>
      </p:sp>
      <p:sp>
        <p:nvSpPr>
          <p:cNvPr id="6" name="Shape 4"/>
          <p:cNvSpPr/>
          <p:nvPr/>
        </p:nvSpPr>
        <p:spPr>
          <a:xfrm>
            <a:off x="365760" y="1298448"/>
            <a:ext cx="8412480" cy="804672"/>
          </a:xfrm>
          <a:prstGeom prst="roundRect">
            <a:avLst>
              <a:gd name="adj" fmla="val 11364"/>
            </a:avLst>
          </a:prstGeom>
          <a:solidFill>
            <a:srgbClr val="EFF1F8"/>
          </a:solidFill>
          <a:ln w="12700">
            <a:solidFill>
              <a:srgbClr val="E8ECF5"/>
            </a:solidFill>
            <a:prstDash val="solid"/>
          </a:ln>
        </p:spPr>
      </p:sp>
      <p:sp>
        <p:nvSpPr>
          <p:cNvPr id="7" name="Shape 5"/>
          <p:cNvSpPr/>
          <p:nvPr/>
        </p:nvSpPr>
        <p:spPr>
          <a:xfrm>
            <a:off x="457200" y="1389888"/>
            <a:ext cx="457200" cy="457200"/>
          </a:xfrm>
          <a:prstGeom prst="ellipse">
            <a:avLst/>
          </a:prstGeom>
          <a:solidFill>
            <a:srgbClr val="FF9500"/>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71600"/>
            <a:ext cx="7543800" cy="310896"/>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51560" y="16824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65760" y="2212848"/>
            <a:ext cx="8412480" cy="804672"/>
          </a:xfrm>
          <a:prstGeom prst="roundRect">
            <a:avLst>
              <a:gd name="adj" fmla="val 11364"/>
            </a:avLst>
          </a:prstGeom>
          <a:solidFill>
            <a:srgbClr val="EFF1F8"/>
          </a:solidFill>
          <a:ln w="12700">
            <a:solidFill>
              <a:srgbClr val="E8ECF5"/>
            </a:solidFill>
            <a:prstDash val="solid"/>
          </a:ln>
        </p:spPr>
      </p:sp>
      <p:sp>
        <p:nvSpPr>
          <p:cNvPr id="12" name="Shape 10"/>
          <p:cNvSpPr/>
          <p:nvPr/>
        </p:nvSpPr>
        <p:spPr>
          <a:xfrm>
            <a:off x="457200" y="2304288"/>
            <a:ext cx="457200" cy="457200"/>
          </a:xfrm>
          <a:prstGeom prst="ellipse">
            <a:avLst/>
          </a:prstGeom>
          <a:solidFill>
            <a:srgbClr val="0A84FF"/>
          </a:solidFill>
          <a:ln/>
        </p:spPr>
      </p:sp>
      <p:sp>
        <p:nvSpPr>
          <p:cNvPr id="13" name="Text 11"/>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286000"/>
            <a:ext cx="7543800" cy="310896"/>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51560" y="25968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65760" y="3127248"/>
            <a:ext cx="8412480" cy="804672"/>
          </a:xfrm>
          <a:prstGeom prst="roundRect">
            <a:avLst>
              <a:gd name="adj" fmla="val 11364"/>
            </a:avLst>
          </a:prstGeom>
          <a:solidFill>
            <a:srgbClr val="EFF1F8"/>
          </a:solidFill>
          <a:ln w="12700">
            <a:solidFill>
              <a:srgbClr val="E8ECF5"/>
            </a:solidFill>
            <a:prstDash val="solid"/>
          </a:ln>
        </p:spPr>
      </p:sp>
      <p:sp>
        <p:nvSpPr>
          <p:cNvPr id="17" name="Shape 15"/>
          <p:cNvSpPr/>
          <p:nvPr/>
        </p:nvSpPr>
        <p:spPr>
          <a:xfrm>
            <a:off x="457200" y="3218688"/>
            <a:ext cx="457200" cy="457200"/>
          </a:xfrm>
          <a:prstGeom prst="ellipse">
            <a:avLst/>
          </a:prstGeom>
          <a:solidFill>
            <a:srgbClr val="30D158"/>
          </a:solidFill>
          <a:ln/>
        </p:spPr>
      </p:sp>
      <p:sp>
        <p:nvSpPr>
          <p:cNvPr id="18" name="Text 16"/>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200400"/>
            <a:ext cx="7543800" cy="310896"/>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51560" y="35112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65760" y="4041648"/>
            <a:ext cx="8412480" cy="804672"/>
          </a:xfrm>
          <a:prstGeom prst="roundRect">
            <a:avLst>
              <a:gd name="adj" fmla="val 11364"/>
            </a:avLst>
          </a:prstGeom>
          <a:solidFill>
            <a:srgbClr val="EFF1F8"/>
          </a:solidFill>
          <a:ln w="12700">
            <a:solidFill>
              <a:srgbClr val="E8ECF5"/>
            </a:solidFill>
            <a:prstDash val="solid"/>
          </a:ln>
        </p:spPr>
      </p:sp>
      <p:sp>
        <p:nvSpPr>
          <p:cNvPr id="22" name="Shape 20"/>
          <p:cNvSpPr/>
          <p:nvPr/>
        </p:nvSpPr>
        <p:spPr>
          <a:xfrm>
            <a:off x="457200" y="4133088"/>
            <a:ext cx="457200" cy="457200"/>
          </a:xfrm>
          <a:prstGeom prst="ellipse">
            <a:avLst/>
          </a:prstGeom>
          <a:solidFill>
            <a:srgbClr val="AF52DE"/>
          </a:solidFill>
          <a:ln/>
        </p:spPr>
      </p:sp>
      <p:sp>
        <p:nvSpPr>
          <p:cNvPr id="23" name="Text 21"/>
          <p:cNvSpPr txBox="1"/>
          <p:nvPr/>
        </p:nvSpPr>
        <p:spPr>
          <a:xfrm>
            <a:off x="457200" y="41330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114800"/>
            <a:ext cx="7543800" cy="310896"/>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51560" y="44256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65760" y="4974336"/>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4: Planificar la Implementación del Proyecto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200" dirty="0"/>
          </a:p>
        </p:txBody>
      </p:sp>
      <p:sp>
        <p:nvSpPr>
          <p:cNvPr id="6" name="Shape 4"/>
          <p:cNvSpPr/>
          <p:nvPr/>
        </p:nvSpPr>
        <p:spPr>
          <a:xfrm>
            <a:off x="365760" y="1298448"/>
            <a:ext cx="4206240" cy="1755648"/>
          </a:xfrm>
          <a:prstGeom prst="roundRect">
            <a:avLst>
              <a:gd name="adj" fmla="val 6250"/>
            </a:avLst>
          </a:prstGeom>
          <a:solidFill>
            <a:srgbClr val="EFF1F8"/>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EFF1F8"/>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EFF1F8"/>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EFF1F8"/>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200" dirty="0"/>
          </a:p>
        </p:txBody>
      </p:sp>
      <p:sp>
        <p:nvSpPr>
          <p:cNvPr id="6" name="Shape 4"/>
          <p:cNvSpPr/>
          <p:nvPr/>
        </p:nvSpPr>
        <p:spPr>
          <a:xfrm>
            <a:off x="365760" y="1298448"/>
            <a:ext cx="8412480" cy="804672"/>
          </a:xfrm>
          <a:prstGeom prst="roundRect">
            <a:avLst>
              <a:gd name="adj" fmla="val 11364"/>
            </a:avLst>
          </a:prstGeom>
          <a:solidFill>
            <a:srgbClr val="EFF1F8"/>
          </a:solidFill>
          <a:ln w="12700">
            <a:solidFill>
              <a:srgbClr val="0A84FF"/>
            </a:solidFill>
            <a:prstDash val="solid"/>
          </a:ln>
        </p:spPr>
      </p:sp>
      <p:sp>
        <p:nvSpPr>
          <p:cNvPr id="7" name="Shape 5"/>
          <p:cNvSpPr/>
          <p:nvPr/>
        </p:nvSpPr>
        <p:spPr>
          <a:xfrm>
            <a:off x="365760" y="1298448"/>
            <a:ext cx="73152" cy="804672"/>
          </a:xfrm>
          <a:prstGeom prst="rect">
            <a:avLst/>
          </a:prstGeom>
          <a:solidFill>
            <a:srgbClr val="0A84FF"/>
          </a:solidFill>
          <a:ln/>
        </p:spPr>
      </p:sp>
      <p:sp>
        <p:nvSpPr>
          <p:cNvPr id="8" name="Text 6"/>
          <p:cNvSpPr txBox="1"/>
          <p:nvPr/>
        </p:nvSpPr>
        <p:spPr>
          <a:xfrm>
            <a:off x="566928" y="1371600"/>
            <a:ext cx="80467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66928" y="16642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65760" y="2212848"/>
            <a:ext cx="8412480" cy="804672"/>
          </a:xfrm>
          <a:prstGeom prst="roundRect">
            <a:avLst>
              <a:gd name="adj" fmla="val 11364"/>
            </a:avLst>
          </a:prstGeom>
          <a:solidFill>
            <a:srgbClr val="EFF1F8"/>
          </a:solidFill>
          <a:ln w="12700">
            <a:solidFill>
              <a:srgbClr val="30D158"/>
            </a:solidFill>
            <a:prstDash val="solid"/>
          </a:ln>
        </p:spPr>
      </p:sp>
      <p:sp>
        <p:nvSpPr>
          <p:cNvPr id="11" name="Shape 9"/>
          <p:cNvSpPr/>
          <p:nvPr/>
        </p:nvSpPr>
        <p:spPr>
          <a:xfrm>
            <a:off x="365760" y="2212848"/>
            <a:ext cx="73152" cy="804672"/>
          </a:xfrm>
          <a:prstGeom prst="rect">
            <a:avLst/>
          </a:prstGeom>
          <a:solidFill>
            <a:srgbClr val="30D158"/>
          </a:solidFill>
          <a:ln/>
        </p:spPr>
      </p:sp>
      <p:sp>
        <p:nvSpPr>
          <p:cNvPr id="12" name="Text 10"/>
          <p:cNvSpPr txBox="1"/>
          <p:nvPr/>
        </p:nvSpPr>
        <p:spPr>
          <a:xfrm>
            <a:off x="566928" y="2286000"/>
            <a:ext cx="80467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66928" y="25786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65760" y="3127248"/>
            <a:ext cx="8412480" cy="804672"/>
          </a:xfrm>
          <a:prstGeom prst="roundRect">
            <a:avLst>
              <a:gd name="adj" fmla="val 11364"/>
            </a:avLst>
          </a:prstGeom>
          <a:solidFill>
            <a:srgbClr val="EFF1F8"/>
          </a:solidFill>
          <a:ln w="12700">
            <a:solidFill>
              <a:srgbClr val="FF9500"/>
            </a:solidFill>
            <a:prstDash val="solid"/>
          </a:ln>
        </p:spPr>
      </p:sp>
      <p:sp>
        <p:nvSpPr>
          <p:cNvPr id="15" name="Shape 13"/>
          <p:cNvSpPr/>
          <p:nvPr/>
        </p:nvSpPr>
        <p:spPr>
          <a:xfrm>
            <a:off x="365760" y="3127248"/>
            <a:ext cx="73152" cy="804672"/>
          </a:xfrm>
          <a:prstGeom prst="rect">
            <a:avLst/>
          </a:prstGeom>
          <a:solidFill>
            <a:srgbClr val="FF9500"/>
          </a:solidFill>
          <a:ln/>
        </p:spPr>
      </p:sp>
      <p:sp>
        <p:nvSpPr>
          <p:cNvPr id="16" name="Text 14"/>
          <p:cNvSpPr txBox="1"/>
          <p:nvPr/>
        </p:nvSpPr>
        <p:spPr>
          <a:xfrm>
            <a:off x="566928" y="3200400"/>
            <a:ext cx="80467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66928" y="34930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65760" y="4041648"/>
            <a:ext cx="8412480" cy="804672"/>
          </a:xfrm>
          <a:prstGeom prst="roundRect">
            <a:avLst>
              <a:gd name="adj" fmla="val 11364"/>
            </a:avLst>
          </a:prstGeom>
          <a:solidFill>
            <a:srgbClr val="EFF1F8"/>
          </a:solidFill>
          <a:ln w="12700">
            <a:solidFill>
              <a:srgbClr val="AF52DE"/>
            </a:solidFill>
            <a:prstDash val="solid"/>
          </a:ln>
        </p:spPr>
      </p:sp>
      <p:sp>
        <p:nvSpPr>
          <p:cNvPr id="19" name="Shape 17"/>
          <p:cNvSpPr/>
          <p:nvPr/>
        </p:nvSpPr>
        <p:spPr>
          <a:xfrm>
            <a:off x="365760" y="4041648"/>
            <a:ext cx="73152" cy="804672"/>
          </a:xfrm>
          <a:prstGeom prst="rect">
            <a:avLst/>
          </a:prstGeom>
          <a:solidFill>
            <a:srgbClr val="AF52DE"/>
          </a:solidFill>
          <a:ln/>
        </p:spPr>
      </p:sp>
      <p:sp>
        <p:nvSpPr>
          <p:cNvPr id="20" name="Text 18"/>
          <p:cNvSpPr txBox="1"/>
          <p:nvPr/>
        </p:nvSpPr>
        <p:spPr>
          <a:xfrm>
            <a:off x="566928" y="4114800"/>
            <a:ext cx="804672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66928" y="44074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EFF1F8"/>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2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EFF1F8"/>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2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EFF1F8"/>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2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EFF1F8"/>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2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200" dirty="0"/>
          </a:p>
        </p:txBody>
      </p:sp>
      <p:sp>
        <p:nvSpPr>
          <p:cNvPr id="6" name="Shape 4"/>
          <p:cNvSpPr/>
          <p:nvPr/>
        </p:nvSpPr>
        <p:spPr>
          <a:xfrm>
            <a:off x="274320" y="1298448"/>
            <a:ext cx="2011680" cy="384048"/>
          </a:xfrm>
          <a:prstGeom prst="rect">
            <a:avLst/>
          </a:prstGeom>
          <a:solidFill>
            <a:srgbClr val="30D158"/>
          </a:solidFill>
          <a:ln/>
        </p:spPr>
      </p:sp>
      <p:sp>
        <p:nvSpPr>
          <p:cNvPr id="7" name="Text 5"/>
          <p:cNvSpPr txBox="1"/>
          <p:nvPr/>
        </p:nvSpPr>
        <p:spPr>
          <a:xfrm>
            <a:off x="310896" y="1298448"/>
            <a:ext cx="197510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331720" y="1298448"/>
            <a:ext cx="731520" cy="384048"/>
          </a:xfrm>
          <a:prstGeom prst="rect">
            <a:avLst/>
          </a:prstGeom>
          <a:solidFill>
            <a:srgbClr val="30D158"/>
          </a:solidFill>
          <a:ln/>
        </p:spPr>
      </p:sp>
      <p:sp>
        <p:nvSpPr>
          <p:cNvPr id="9" name="Text 7"/>
          <p:cNvSpPr txBox="1"/>
          <p:nvPr/>
        </p:nvSpPr>
        <p:spPr>
          <a:xfrm>
            <a:off x="2368296"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3090672" y="1298448"/>
            <a:ext cx="731520" cy="384048"/>
          </a:xfrm>
          <a:prstGeom prst="rect">
            <a:avLst/>
          </a:prstGeom>
          <a:solidFill>
            <a:srgbClr val="30D158"/>
          </a:solidFill>
          <a:ln/>
        </p:spPr>
      </p:sp>
      <p:sp>
        <p:nvSpPr>
          <p:cNvPr id="11" name="Text 9"/>
          <p:cNvSpPr txBox="1"/>
          <p:nvPr/>
        </p:nvSpPr>
        <p:spPr>
          <a:xfrm>
            <a:off x="3127248"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849624" y="1298448"/>
            <a:ext cx="914400" cy="384048"/>
          </a:xfrm>
          <a:prstGeom prst="rect">
            <a:avLst/>
          </a:prstGeom>
          <a:solidFill>
            <a:srgbClr val="30D158"/>
          </a:solidFill>
          <a:ln/>
        </p:spPr>
      </p:sp>
      <p:sp>
        <p:nvSpPr>
          <p:cNvPr id="13" name="Text 11"/>
          <p:cNvSpPr txBox="1"/>
          <p:nvPr/>
        </p:nvSpPr>
        <p:spPr>
          <a:xfrm>
            <a:off x="3886200" y="1298448"/>
            <a:ext cx="87782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791456" y="1298448"/>
            <a:ext cx="822960" cy="384048"/>
          </a:xfrm>
          <a:prstGeom prst="rect">
            <a:avLst/>
          </a:prstGeom>
          <a:solidFill>
            <a:srgbClr val="30D158"/>
          </a:solidFill>
          <a:ln/>
        </p:spPr>
      </p:sp>
      <p:sp>
        <p:nvSpPr>
          <p:cNvPr id="15" name="Text 13"/>
          <p:cNvSpPr txBox="1"/>
          <p:nvPr/>
        </p:nvSpPr>
        <p:spPr>
          <a:xfrm>
            <a:off x="4828032" y="1298448"/>
            <a:ext cx="78638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632704" y="1298448"/>
            <a:ext cx="777240" cy="384048"/>
          </a:xfrm>
          <a:prstGeom prst="rect">
            <a:avLst/>
          </a:prstGeom>
          <a:solidFill>
            <a:srgbClr val="30D158"/>
          </a:solidFill>
          <a:ln/>
        </p:spPr>
      </p:sp>
      <p:sp>
        <p:nvSpPr>
          <p:cNvPr id="17" name="Text 15"/>
          <p:cNvSpPr txBox="1"/>
          <p:nvPr/>
        </p:nvSpPr>
        <p:spPr>
          <a:xfrm>
            <a:off x="5669280"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437376" y="1298448"/>
            <a:ext cx="749808" cy="384048"/>
          </a:xfrm>
          <a:prstGeom prst="rect">
            <a:avLst/>
          </a:prstGeom>
          <a:solidFill>
            <a:srgbClr val="30D158"/>
          </a:solidFill>
          <a:ln/>
        </p:spPr>
      </p:sp>
      <p:sp>
        <p:nvSpPr>
          <p:cNvPr id="19" name="Text 17"/>
          <p:cNvSpPr txBox="1"/>
          <p:nvPr/>
        </p:nvSpPr>
        <p:spPr>
          <a:xfrm>
            <a:off x="6473952" y="1298448"/>
            <a:ext cx="713232"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7214616" y="1298448"/>
            <a:ext cx="777240" cy="384048"/>
          </a:xfrm>
          <a:prstGeom prst="rect">
            <a:avLst/>
          </a:prstGeom>
          <a:solidFill>
            <a:srgbClr val="30D158"/>
          </a:solidFill>
          <a:ln/>
        </p:spPr>
      </p:sp>
      <p:sp>
        <p:nvSpPr>
          <p:cNvPr id="21" name="Text 19"/>
          <p:cNvSpPr txBox="1"/>
          <p:nvPr/>
        </p:nvSpPr>
        <p:spPr>
          <a:xfrm>
            <a:off x="7251192"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74320" y="1719072"/>
            <a:ext cx="2011680" cy="338328"/>
          </a:xfrm>
          <a:prstGeom prst="rect">
            <a:avLst/>
          </a:prstGeom>
          <a:solidFill>
            <a:srgbClr val="EFF1F8"/>
          </a:solidFill>
          <a:ln/>
        </p:spPr>
      </p:sp>
      <p:sp>
        <p:nvSpPr>
          <p:cNvPr id="23" name="Text 21"/>
          <p:cNvSpPr txBox="1"/>
          <p:nvPr/>
        </p:nvSpPr>
        <p:spPr>
          <a:xfrm>
            <a:off x="274320" y="17465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331720" y="1719072"/>
            <a:ext cx="731520" cy="338328"/>
          </a:xfrm>
          <a:prstGeom prst="rect">
            <a:avLst/>
          </a:prstGeom>
          <a:solidFill>
            <a:srgbClr val="EFF1F8"/>
          </a:solidFill>
          <a:ln/>
        </p:spPr>
      </p:sp>
      <p:sp>
        <p:nvSpPr>
          <p:cNvPr id="25" name="Text 23"/>
          <p:cNvSpPr txBox="1"/>
          <p:nvPr/>
        </p:nvSpPr>
        <p:spPr>
          <a:xfrm>
            <a:off x="2331720"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6" name="Shape 24"/>
          <p:cNvSpPr/>
          <p:nvPr/>
        </p:nvSpPr>
        <p:spPr>
          <a:xfrm>
            <a:off x="3090672" y="1719072"/>
            <a:ext cx="731520" cy="338328"/>
          </a:xfrm>
          <a:prstGeom prst="rect">
            <a:avLst/>
          </a:prstGeom>
          <a:solidFill>
            <a:srgbClr val="EFF1F8"/>
          </a:solidFill>
          <a:ln/>
        </p:spPr>
      </p:sp>
      <p:sp>
        <p:nvSpPr>
          <p:cNvPr id="27" name="Text 25"/>
          <p:cNvSpPr txBox="1"/>
          <p:nvPr/>
        </p:nvSpPr>
        <p:spPr>
          <a:xfrm>
            <a:off x="3090672"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8" name="Shape 26"/>
          <p:cNvSpPr/>
          <p:nvPr/>
        </p:nvSpPr>
        <p:spPr>
          <a:xfrm>
            <a:off x="3849624" y="1719072"/>
            <a:ext cx="914400" cy="338328"/>
          </a:xfrm>
          <a:prstGeom prst="rect">
            <a:avLst/>
          </a:prstGeom>
          <a:solidFill>
            <a:srgbClr val="EFF1F8"/>
          </a:solidFill>
          <a:ln/>
        </p:spPr>
      </p:sp>
      <p:sp>
        <p:nvSpPr>
          <p:cNvPr id="29" name="Text 27"/>
          <p:cNvSpPr txBox="1"/>
          <p:nvPr/>
        </p:nvSpPr>
        <p:spPr>
          <a:xfrm>
            <a:off x="3849624" y="17465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30" name="Shape 28"/>
          <p:cNvSpPr/>
          <p:nvPr/>
        </p:nvSpPr>
        <p:spPr>
          <a:xfrm>
            <a:off x="4791456" y="1719072"/>
            <a:ext cx="822960" cy="338328"/>
          </a:xfrm>
          <a:prstGeom prst="rect">
            <a:avLst/>
          </a:prstGeom>
          <a:solidFill>
            <a:srgbClr val="EFF1F8"/>
          </a:solidFill>
          <a:ln/>
        </p:spPr>
      </p:sp>
      <p:sp>
        <p:nvSpPr>
          <p:cNvPr id="31" name="Text 29"/>
          <p:cNvSpPr txBox="1"/>
          <p:nvPr/>
        </p:nvSpPr>
        <p:spPr>
          <a:xfrm>
            <a:off x="4791456" y="1746504"/>
            <a:ext cx="82296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32" name="Shape 30"/>
          <p:cNvSpPr/>
          <p:nvPr/>
        </p:nvSpPr>
        <p:spPr>
          <a:xfrm>
            <a:off x="5632704" y="1719072"/>
            <a:ext cx="777240" cy="338328"/>
          </a:xfrm>
          <a:prstGeom prst="rect">
            <a:avLst/>
          </a:prstGeom>
          <a:solidFill>
            <a:srgbClr val="EFF1F8"/>
          </a:solidFill>
          <a:ln/>
        </p:spPr>
      </p:sp>
      <p:sp>
        <p:nvSpPr>
          <p:cNvPr id="33" name="Text 31"/>
          <p:cNvSpPr txBox="1"/>
          <p:nvPr/>
        </p:nvSpPr>
        <p:spPr>
          <a:xfrm>
            <a:off x="5632704" y="174650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34" name="Shape 32"/>
          <p:cNvSpPr/>
          <p:nvPr/>
        </p:nvSpPr>
        <p:spPr>
          <a:xfrm>
            <a:off x="6437376" y="1719072"/>
            <a:ext cx="749808" cy="338328"/>
          </a:xfrm>
          <a:prstGeom prst="rect">
            <a:avLst/>
          </a:prstGeom>
          <a:solidFill>
            <a:srgbClr val="EFF1F8"/>
          </a:solidFill>
          <a:ln/>
        </p:spPr>
      </p:sp>
      <p:sp>
        <p:nvSpPr>
          <p:cNvPr id="35" name="Text 33"/>
          <p:cNvSpPr txBox="1"/>
          <p:nvPr/>
        </p:nvSpPr>
        <p:spPr>
          <a:xfrm>
            <a:off x="6437376" y="174650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36" name="Shape 34"/>
          <p:cNvSpPr/>
          <p:nvPr/>
        </p:nvSpPr>
        <p:spPr>
          <a:xfrm>
            <a:off x="7214616" y="1719072"/>
            <a:ext cx="777240" cy="338328"/>
          </a:xfrm>
          <a:prstGeom prst="rect">
            <a:avLst/>
          </a:prstGeom>
          <a:solidFill>
            <a:srgbClr val="EFF1F8"/>
          </a:solidFill>
          <a:ln/>
        </p:spPr>
      </p:sp>
      <p:sp>
        <p:nvSpPr>
          <p:cNvPr id="37" name="Text 35"/>
          <p:cNvSpPr txBox="1"/>
          <p:nvPr/>
        </p:nvSpPr>
        <p:spPr>
          <a:xfrm>
            <a:off x="7214616" y="174650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38" name="Shape 36"/>
          <p:cNvSpPr/>
          <p:nvPr/>
        </p:nvSpPr>
        <p:spPr>
          <a:xfrm>
            <a:off x="274320" y="2084832"/>
            <a:ext cx="2011680" cy="338328"/>
          </a:xfrm>
          <a:prstGeom prst="rect">
            <a:avLst/>
          </a:prstGeom>
          <a:solidFill>
            <a:srgbClr val="1A1A2E"/>
          </a:solidFill>
          <a:ln/>
        </p:spPr>
      </p:sp>
      <p:sp>
        <p:nvSpPr>
          <p:cNvPr id="39" name="Text 37"/>
          <p:cNvSpPr txBox="1"/>
          <p:nvPr/>
        </p:nvSpPr>
        <p:spPr>
          <a:xfrm>
            <a:off x="274320" y="21122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331720" y="2084832"/>
            <a:ext cx="731520" cy="338328"/>
          </a:xfrm>
          <a:prstGeom prst="rect">
            <a:avLst/>
          </a:prstGeom>
          <a:solidFill>
            <a:srgbClr val="1A1A2E"/>
          </a:solidFill>
          <a:ln/>
        </p:spPr>
      </p:sp>
      <p:sp>
        <p:nvSpPr>
          <p:cNvPr id="41" name="Text 39"/>
          <p:cNvSpPr txBox="1"/>
          <p:nvPr/>
        </p:nvSpPr>
        <p:spPr>
          <a:xfrm>
            <a:off x="2331720"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2" name="Shape 40"/>
          <p:cNvSpPr/>
          <p:nvPr/>
        </p:nvSpPr>
        <p:spPr>
          <a:xfrm>
            <a:off x="3090672" y="2084832"/>
            <a:ext cx="731520" cy="338328"/>
          </a:xfrm>
          <a:prstGeom prst="rect">
            <a:avLst/>
          </a:prstGeom>
          <a:solidFill>
            <a:srgbClr val="1A1A2E"/>
          </a:solidFill>
          <a:ln/>
        </p:spPr>
      </p:sp>
      <p:sp>
        <p:nvSpPr>
          <p:cNvPr id="43" name="Text 41"/>
          <p:cNvSpPr txBox="1"/>
          <p:nvPr/>
        </p:nvSpPr>
        <p:spPr>
          <a:xfrm>
            <a:off x="3090672"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4" name="Shape 42"/>
          <p:cNvSpPr/>
          <p:nvPr/>
        </p:nvSpPr>
        <p:spPr>
          <a:xfrm>
            <a:off x="3849624" y="2084832"/>
            <a:ext cx="914400" cy="338328"/>
          </a:xfrm>
          <a:prstGeom prst="rect">
            <a:avLst/>
          </a:prstGeom>
          <a:solidFill>
            <a:srgbClr val="1A1A2E"/>
          </a:solidFill>
          <a:ln/>
        </p:spPr>
      </p:sp>
      <p:sp>
        <p:nvSpPr>
          <p:cNvPr id="45" name="Text 43"/>
          <p:cNvSpPr txBox="1"/>
          <p:nvPr/>
        </p:nvSpPr>
        <p:spPr>
          <a:xfrm>
            <a:off x="3849624" y="2112264"/>
            <a:ext cx="91440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46" name="Shape 44"/>
          <p:cNvSpPr/>
          <p:nvPr/>
        </p:nvSpPr>
        <p:spPr>
          <a:xfrm>
            <a:off x="4791456" y="2084832"/>
            <a:ext cx="822960" cy="338328"/>
          </a:xfrm>
          <a:prstGeom prst="rect">
            <a:avLst/>
          </a:prstGeom>
          <a:solidFill>
            <a:srgbClr val="1A1A2E"/>
          </a:solidFill>
          <a:ln/>
        </p:spPr>
      </p:sp>
      <p:sp>
        <p:nvSpPr>
          <p:cNvPr id="47" name="Text 45"/>
          <p:cNvSpPr txBox="1"/>
          <p:nvPr/>
        </p:nvSpPr>
        <p:spPr>
          <a:xfrm>
            <a:off x="4791456" y="2112264"/>
            <a:ext cx="82296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48" name="Shape 46"/>
          <p:cNvSpPr/>
          <p:nvPr/>
        </p:nvSpPr>
        <p:spPr>
          <a:xfrm>
            <a:off x="5632704" y="2084832"/>
            <a:ext cx="777240" cy="338328"/>
          </a:xfrm>
          <a:prstGeom prst="rect">
            <a:avLst/>
          </a:prstGeom>
          <a:solidFill>
            <a:srgbClr val="1A1A2E"/>
          </a:solidFill>
          <a:ln/>
        </p:spPr>
      </p:sp>
      <p:sp>
        <p:nvSpPr>
          <p:cNvPr id="49" name="Text 47"/>
          <p:cNvSpPr txBox="1"/>
          <p:nvPr/>
        </p:nvSpPr>
        <p:spPr>
          <a:xfrm>
            <a:off x="5632704" y="211226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50" name="Shape 48"/>
          <p:cNvSpPr/>
          <p:nvPr/>
        </p:nvSpPr>
        <p:spPr>
          <a:xfrm>
            <a:off x="6437376" y="2084832"/>
            <a:ext cx="749808" cy="338328"/>
          </a:xfrm>
          <a:prstGeom prst="rect">
            <a:avLst/>
          </a:prstGeom>
          <a:solidFill>
            <a:srgbClr val="1A1A2E"/>
          </a:solidFill>
          <a:ln/>
        </p:spPr>
      </p:sp>
      <p:sp>
        <p:nvSpPr>
          <p:cNvPr id="51" name="Text 49"/>
          <p:cNvSpPr txBox="1"/>
          <p:nvPr/>
        </p:nvSpPr>
        <p:spPr>
          <a:xfrm>
            <a:off x="6437376" y="211226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52" name="Shape 50"/>
          <p:cNvSpPr/>
          <p:nvPr/>
        </p:nvSpPr>
        <p:spPr>
          <a:xfrm>
            <a:off x="7214616" y="2084832"/>
            <a:ext cx="777240" cy="338328"/>
          </a:xfrm>
          <a:prstGeom prst="rect">
            <a:avLst/>
          </a:prstGeom>
          <a:solidFill>
            <a:srgbClr val="1A1A2E"/>
          </a:solidFill>
          <a:ln/>
        </p:spPr>
      </p:sp>
      <p:sp>
        <p:nvSpPr>
          <p:cNvPr id="53" name="Text 51"/>
          <p:cNvSpPr txBox="1"/>
          <p:nvPr/>
        </p:nvSpPr>
        <p:spPr>
          <a:xfrm>
            <a:off x="7214616" y="211226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54" name="Shape 52"/>
          <p:cNvSpPr/>
          <p:nvPr/>
        </p:nvSpPr>
        <p:spPr>
          <a:xfrm>
            <a:off x="274320" y="2450592"/>
            <a:ext cx="2011680" cy="338328"/>
          </a:xfrm>
          <a:prstGeom prst="rect">
            <a:avLst/>
          </a:prstGeom>
          <a:solidFill>
            <a:srgbClr val="EFF1F8"/>
          </a:solidFill>
          <a:ln/>
        </p:spPr>
      </p:sp>
      <p:sp>
        <p:nvSpPr>
          <p:cNvPr id="55" name="Text 53"/>
          <p:cNvSpPr txBox="1"/>
          <p:nvPr/>
        </p:nvSpPr>
        <p:spPr>
          <a:xfrm>
            <a:off x="274320" y="24780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331720" y="2450592"/>
            <a:ext cx="731520" cy="338328"/>
          </a:xfrm>
          <a:prstGeom prst="rect">
            <a:avLst/>
          </a:prstGeom>
          <a:solidFill>
            <a:srgbClr val="EFF1F8"/>
          </a:solidFill>
          <a:ln/>
        </p:spPr>
      </p:sp>
      <p:sp>
        <p:nvSpPr>
          <p:cNvPr id="57" name="Text 55"/>
          <p:cNvSpPr txBox="1"/>
          <p:nvPr/>
        </p:nvSpPr>
        <p:spPr>
          <a:xfrm>
            <a:off x="2331720"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58" name="Shape 56"/>
          <p:cNvSpPr/>
          <p:nvPr/>
        </p:nvSpPr>
        <p:spPr>
          <a:xfrm>
            <a:off x="3090672" y="2450592"/>
            <a:ext cx="731520" cy="338328"/>
          </a:xfrm>
          <a:prstGeom prst="rect">
            <a:avLst/>
          </a:prstGeom>
          <a:solidFill>
            <a:srgbClr val="EFF1F8"/>
          </a:solidFill>
          <a:ln/>
        </p:spPr>
      </p:sp>
      <p:sp>
        <p:nvSpPr>
          <p:cNvPr id="59" name="Text 57"/>
          <p:cNvSpPr txBox="1"/>
          <p:nvPr/>
        </p:nvSpPr>
        <p:spPr>
          <a:xfrm>
            <a:off x="3090672"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849624" y="2450592"/>
            <a:ext cx="914400" cy="338328"/>
          </a:xfrm>
          <a:prstGeom prst="rect">
            <a:avLst/>
          </a:prstGeom>
          <a:solidFill>
            <a:srgbClr val="EFF1F8"/>
          </a:solidFill>
          <a:ln/>
        </p:spPr>
      </p:sp>
      <p:sp>
        <p:nvSpPr>
          <p:cNvPr id="61" name="Text 59"/>
          <p:cNvSpPr txBox="1"/>
          <p:nvPr/>
        </p:nvSpPr>
        <p:spPr>
          <a:xfrm>
            <a:off x="3849624" y="24780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2" name="Shape 60"/>
          <p:cNvSpPr/>
          <p:nvPr/>
        </p:nvSpPr>
        <p:spPr>
          <a:xfrm>
            <a:off x="4791456" y="2450592"/>
            <a:ext cx="822960" cy="338328"/>
          </a:xfrm>
          <a:prstGeom prst="rect">
            <a:avLst/>
          </a:prstGeom>
          <a:solidFill>
            <a:srgbClr val="EFF1F8"/>
          </a:solidFill>
          <a:ln/>
        </p:spPr>
      </p:sp>
      <p:sp>
        <p:nvSpPr>
          <p:cNvPr id="63" name="Text 61"/>
          <p:cNvSpPr txBox="1"/>
          <p:nvPr/>
        </p:nvSpPr>
        <p:spPr>
          <a:xfrm>
            <a:off x="4791456" y="2478024"/>
            <a:ext cx="82296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64" name="Shape 62"/>
          <p:cNvSpPr/>
          <p:nvPr/>
        </p:nvSpPr>
        <p:spPr>
          <a:xfrm>
            <a:off x="5632704" y="2450592"/>
            <a:ext cx="777240" cy="338328"/>
          </a:xfrm>
          <a:prstGeom prst="rect">
            <a:avLst/>
          </a:prstGeom>
          <a:solidFill>
            <a:srgbClr val="EFF1F8"/>
          </a:solidFill>
          <a:ln/>
        </p:spPr>
      </p:sp>
      <p:sp>
        <p:nvSpPr>
          <p:cNvPr id="65" name="Text 63"/>
          <p:cNvSpPr txBox="1"/>
          <p:nvPr/>
        </p:nvSpPr>
        <p:spPr>
          <a:xfrm>
            <a:off x="5632704" y="247802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66" name="Shape 64"/>
          <p:cNvSpPr/>
          <p:nvPr/>
        </p:nvSpPr>
        <p:spPr>
          <a:xfrm>
            <a:off x="6437376" y="2450592"/>
            <a:ext cx="749808" cy="338328"/>
          </a:xfrm>
          <a:prstGeom prst="rect">
            <a:avLst/>
          </a:prstGeom>
          <a:solidFill>
            <a:srgbClr val="EFF1F8"/>
          </a:solidFill>
          <a:ln/>
        </p:spPr>
      </p:sp>
      <p:sp>
        <p:nvSpPr>
          <p:cNvPr id="67" name="Text 65"/>
          <p:cNvSpPr txBox="1"/>
          <p:nvPr/>
        </p:nvSpPr>
        <p:spPr>
          <a:xfrm>
            <a:off x="6437376" y="247802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68" name="Shape 66"/>
          <p:cNvSpPr/>
          <p:nvPr/>
        </p:nvSpPr>
        <p:spPr>
          <a:xfrm>
            <a:off x="7214616" y="2450592"/>
            <a:ext cx="777240" cy="338328"/>
          </a:xfrm>
          <a:prstGeom prst="rect">
            <a:avLst/>
          </a:prstGeom>
          <a:solidFill>
            <a:srgbClr val="EFF1F8"/>
          </a:solidFill>
          <a:ln/>
        </p:spPr>
      </p:sp>
      <p:sp>
        <p:nvSpPr>
          <p:cNvPr id="69" name="Text 67"/>
          <p:cNvSpPr txBox="1"/>
          <p:nvPr/>
        </p:nvSpPr>
        <p:spPr>
          <a:xfrm>
            <a:off x="7214616" y="247802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70" name="Shape 68"/>
          <p:cNvSpPr/>
          <p:nvPr/>
        </p:nvSpPr>
        <p:spPr>
          <a:xfrm>
            <a:off x="274320" y="2816352"/>
            <a:ext cx="2011680" cy="338328"/>
          </a:xfrm>
          <a:prstGeom prst="rect">
            <a:avLst/>
          </a:prstGeom>
          <a:solidFill>
            <a:srgbClr val="1A1A2E"/>
          </a:solidFill>
          <a:ln/>
        </p:spPr>
      </p:sp>
      <p:sp>
        <p:nvSpPr>
          <p:cNvPr id="71" name="Text 69"/>
          <p:cNvSpPr txBox="1"/>
          <p:nvPr/>
        </p:nvSpPr>
        <p:spPr>
          <a:xfrm>
            <a:off x="274320" y="28437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331720" y="2816352"/>
            <a:ext cx="731520" cy="338328"/>
          </a:xfrm>
          <a:prstGeom prst="rect">
            <a:avLst/>
          </a:prstGeom>
          <a:solidFill>
            <a:srgbClr val="1A1A2E"/>
          </a:solidFill>
          <a:ln/>
        </p:spPr>
      </p:sp>
      <p:sp>
        <p:nvSpPr>
          <p:cNvPr id="73" name="Text 71"/>
          <p:cNvSpPr txBox="1"/>
          <p:nvPr/>
        </p:nvSpPr>
        <p:spPr>
          <a:xfrm>
            <a:off x="2331720"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4" name="Shape 72"/>
          <p:cNvSpPr/>
          <p:nvPr/>
        </p:nvSpPr>
        <p:spPr>
          <a:xfrm>
            <a:off x="3090672" y="2816352"/>
            <a:ext cx="731520" cy="338328"/>
          </a:xfrm>
          <a:prstGeom prst="rect">
            <a:avLst/>
          </a:prstGeom>
          <a:solidFill>
            <a:srgbClr val="1A1A2E"/>
          </a:solidFill>
          <a:ln/>
        </p:spPr>
      </p:sp>
      <p:sp>
        <p:nvSpPr>
          <p:cNvPr id="75" name="Text 73"/>
          <p:cNvSpPr txBox="1"/>
          <p:nvPr/>
        </p:nvSpPr>
        <p:spPr>
          <a:xfrm>
            <a:off x="3090672"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6" name="Shape 74"/>
          <p:cNvSpPr/>
          <p:nvPr/>
        </p:nvSpPr>
        <p:spPr>
          <a:xfrm>
            <a:off x="3849624" y="2816352"/>
            <a:ext cx="914400" cy="338328"/>
          </a:xfrm>
          <a:prstGeom prst="rect">
            <a:avLst/>
          </a:prstGeom>
          <a:solidFill>
            <a:srgbClr val="1A1A2E"/>
          </a:solidFill>
          <a:ln/>
        </p:spPr>
      </p:sp>
      <p:sp>
        <p:nvSpPr>
          <p:cNvPr id="77" name="Text 75"/>
          <p:cNvSpPr txBox="1"/>
          <p:nvPr/>
        </p:nvSpPr>
        <p:spPr>
          <a:xfrm>
            <a:off x="3849624" y="284378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8" name="Shape 76"/>
          <p:cNvSpPr/>
          <p:nvPr/>
        </p:nvSpPr>
        <p:spPr>
          <a:xfrm>
            <a:off x="4791456" y="2816352"/>
            <a:ext cx="822960" cy="338328"/>
          </a:xfrm>
          <a:prstGeom prst="rect">
            <a:avLst/>
          </a:prstGeom>
          <a:solidFill>
            <a:srgbClr val="1A1A2E"/>
          </a:solidFill>
          <a:ln/>
        </p:spPr>
      </p:sp>
      <p:sp>
        <p:nvSpPr>
          <p:cNvPr id="79" name="Text 77"/>
          <p:cNvSpPr txBox="1"/>
          <p:nvPr/>
        </p:nvSpPr>
        <p:spPr>
          <a:xfrm>
            <a:off x="4791456" y="284378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0" name="Shape 78"/>
          <p:cNvSpPr/>
          <p:nvPr/>
        </p:nvSpPr>
        <p:spPr>
          <a:xfrm>
            <a:off x="5632704" y="2816352"/>
            <a:ext cx="777240" cy="338328"/>
          </a:xfrm>
          <a:prstGeom prst="rect">
            <a:avLst/>
          </a:prstGeom>
          <a:solidFill>
            <a:srgbClr val="1A1A2E"/>
          </a:solidFill>
          <a:ln/>
        </p:spPr>
      </p:sp>
      <p:sp>
        <p:nvSpPr>
          <p:cNvPr id="81" name="Text 79"/>
          <p:cNvSpPr txBox="1"/>
          <p:nvPr/>
        </p:nvSpPr>
        <p:spPr>
          <a:xfrm>
            <a:off x="5632704" y="28437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2" name="Shape 80"/>
          <p:cNvSpPr/>
          <p:nvPr/>
        </p:nvSpPr>
        <p:spPr>
          <a:xfrm>
            <a:off x="6437376" y="2816352"/>
            <a:ext cx="749808" cy="338328"/>
          </a:xfrm>
          <a:prstGeom prst="rect">
            <a:avLst/>
          </a:prstGeom>
          <a:solidFill>
            <a:srgbClr val="1A1A2E"/>
          </a:solidFill>
          <a:ln/>
        </p:spPr>
      </p:sp>
      <p:sp>
        <p:nvSpPr>
          <p:cNvPr id="83" name="Text 81"/>
          <p:cNvSpPr txBox="1"/>
          <p:nvPr/>
        </p:nvSpPr>
        <p:spPr>
          <a:xfrm>
            <a:off x="6437376" y="284378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84" name="Shape 82"/>
          <p:cNvSpPr/>
          <p:nvPr/>
        </p:nvSpPr>
        <p:spPr>
          <a:xfrm>
            <a:off x="7214616" y="2816352"/>
            <a:ext cx="777240" cy="338328"/>
          </a:xfrm>
          <a:prstGeom prst="rect">
            <a:avLst/>
          </a:prstGeom>
          <a:solidFill>
            <a:srgbClr val="1A1A2E"/>
          </a:solidFill>
          <a:ln/>
        </p:spPr>
      </p:sp>
      <p:sp>
        <p:nvSpPr>
          <p:cNvPr id="85" name="Text 83"/>
          <p:cNvSpPr txBox="1"/>
          <p:nvPr/>
        </p:nvSpPr>
        <p:spPr>
          <a:xfrm>
            <a:off x="7214616" y="284378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86" name="Shape 84"/>
          <p:cNvSpPr/>
          <p:nvPr/>
        </p:nvSpPr>
        <p:spPr>
          <a:xfrm>
            <a:off x="274320" y="3182112"/>
            <a:ext cx="2011680" cy="338328"/>
          </a:xfrm>
          <a:prstGeom prst="rect">
            <a:avLst/>
          </a:prstGeom>
          <a:solidFill>
            <a:srgbClr val="EFF1F8"/>
          </a:solidFill>
          <a:ln/>
        </p:spPr>
      </p:sp>
      <p:sp>
        <p:nvSpPr>
          <p:cNvPr id="87" name="Text 85"/>
          <p:cNvSpPr txBox="1"/>
          <p:nvPr/>
        </p:nvSpPr>
        <p:spPr>
          <a:xfrm>
            <a:off x="274320" y="320954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331720" y="3182112"/>
            <a:ext cx="731520" cy="338328"/>
          </a:xfrm>
          <a:prstGeom prst="rect">
            <a:avLst/>
          </a:prstGeom>
          <a:solidFill>
            <a:srgbClr val="EFF1F8"/>
          </a:solidFill>
          <a:ln/>
        </p:spPr>
      </p:sp>
      <p:sp>
        <p:nvSpPr>
          <p:cNvPr id="89" name="Text 87"/>
          <p:cNvSpPr txBox="1"/>
          <p:nvPr/>
        </p:nvSpPr>
        <p:spPr>
          <a:xfrm>
            <a:off x="2331720"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0" name="Shape 88"/>
          <p:cNvSpPr/>
          <p:nvPr/>
        </p:nvSpPr>
        <p:spPr>
          <a:xfrm>
            <a:off x="3090672" y="3182112"/>
            <a:ext cx="731520" cy="338328"/>
          </a:xfrm>
          <a:prstGeom prst="rect">
            <a:avLst/>
          </a:prstGeom>
          <a:solidFill>
            <a:srgbClr val="EFF1F8"/>
          </a:solidFill>
          <a:ln/>
        </p:spPr>
      </p:sp>
      <p:sp>
        <p:nvSpPr>
          <p:cNvPr id="91" name="Text 89"/>
          <p:cNvSpPr txBox="1"/>
          <p:nvPr/>
        </p:nvSpPr>
        <p:spPr>
          <a:xfrm>
            <a:off x="3090672"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2" name="Shape 90"/>
          <p:cNvSpPr/>
          <p:nvPr/>
        </p:nvSpPr>
        <p:spPr>
          <a:xfrm>
            <a:off x="3849624" y="3182112"/>
            <a:ext cx="914400" cy="338328"/>
          </a:xfrm>
          <a:prstGeom prst="rect">
            <a:avLst/>
          </a:prstGeom>
          <a:solidFill>
            <a:srgbClr val="EFF1F8"/>
          </a:solidFill>
          <a:ln/>
        </p:spPr>
      </p:sp>
      <p:sp>
        <p:nvSpPr>
          <p:cNvPr id="93" name="Text 91"/>
          <p:cNvSpPr txBox="1"/>
          <p:nvPr/>
        </p:nvSpPr>
        <p:spPr>
          <a:xfrm>
            <a:off x="3849624" y="320954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4" name="Shape 92"/>
          <p:cNvSpPr/>
          <p:nvPr/>
        </p:nvSpPr>
        <p:spPr>
          <a:xfrm>
            <a:off x="4791456" y="3182112"/>
            <a:ext cx="822960" cy="338328"/>
          </a:xfrm>
          <a:prstGeom prst="rect">
            <a:avLst/>
          </a:prstGeom>
          <a:solidFill>
            <a:srgbClr val="EFF1F8"/>
          </a:solidFill>
          <a:ln/>
        </p:spPr>
      </p:sp>
      <p:sp>
        <p:nvSpPr>
          <p:cNvPr id="95" name="Text 93"/>
          <p:cNvSpPr txBox="1"/>
          <p:nvPr/>
        </p:nvSpPr>
        <p:spPr>
          <a:xfrm>
            <a:off x="4791456" y="320954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6" name="Shape 94"/>
          <p:cNvSpPr/>
          <p:nvPr/>
        </p:nvSpPr>
        <p:spPr>
          <a:xfrm>
            <a:off x="5632704" y="3182112"/>
            <a:ext cx="777240" cy="338328"/>
          </a:xfrm>
          <a:prstGeom prst="rect">
            <a:avLst/>
          </a:prstGeom>
          <a:solidFill>
            <a:srgbClr val="EFF1F8"/>
          </a:solidFill>
          <a:ln/>
        </p:spPr>
      </p:sp>
      <p:sp>
        <p:nvSpPr>
          <p:cNvPr id="97" name="Text 95"/>
          <p:cNvSpPr txBox="1"/>
          <p:nvPr/>
        </p:nvSpPr>
        <p:spPr>
          <a:xfrm>
            <a:off x="5632704" y="320954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98" name="Shape 96"/>
          <p:cNvSpPr/>
          <p:nvPr/>
        </p:nvSpPr>
        <p:spPr>
          <a:xfrm>
            <a:off x="6437376" y="3182112"/>
            <a:ext cx="749808" cy="338328"/>
          </a:xfrm>
          <a:prstGeom prst="rect">
            <a:avLst/>
          </a:prstGeom>
          <a:solidFill>
            <a:srgbClr val="EFF1F8"/>
          </a:solidFill>
          <a:ln/>
        </p:spPr>
      </p:sp>
      <p:sp>
        <p:nvSpPr>
          <p:cNvPr id="99" name="Text 97"/>
          <p:cNvSpPr txBox="1"/>
          <p:nvPr/>
        </p:nvSpPr>
        <p:spPr>
          <a:xfrm>
            <a:off x="6437376" y="320954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00" name="Shape 98"/>
          <p:cNvSpPr/>
          <p:nvPr/>
        </p:nvSpPr>
        <p:spPr>
          <a:xfrm>
            <a:off x="7214616" y="3182112"/>
            <a:ext cx="777240" cy="338328"/>
          </a:xfrm>
          <a:prstGeom prst="rect">
            <a:avLst/>
          </a:prstGeom>
          <a:solidFill>
            <a:srgbClr val="EFF1F8"/>
          </a:solidFill>
          <a:ln/>
        </p:spPr>
      </p:sp>
      <p:sp>
        <p:nvSpPr>
          <p:cNvPr id="101" name="Text 99"/>
          <p:cNvSpPr txBox="1"/>
          <p:nvPr/>
        </p:nvSpPr>
        <p:spPr>
          <a:xfrm>
            <a:off x="7214616" y="320954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02" name="Shape 100"/>
          <p:cNvSpPr/>
          <p:nvPr/>
        </p:nvSpPr>
        <p:spPr>
          <a:xfrm>
            <a:off x="274320" y="3547872"/>
            <a:ext cx="2011680" cy="338328"/>
          </a:xfrm>
          <a:prstGeom prst="rect">
            <a:avLst/>
          </a:prstGeom>
          <a:solidFill>
            <a:srgbClr val="1A1A2E"/>
          </a:solidFill>
          <a:ln/>
        </p:spPr>
      </p:sp>
      <p:sp>
        <p:nvSpPr>
          <p:cNvPr id="103" name="Text 101"/>
          <p:cNvSpPr txBox="1"/>
          <p:nvPr/>
        </p:nvSpPr>
        <p:spPr>
          <a:xfrm>
            <a:off x="274320" y="35753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331720" y="3547872"/>
            <a:ext cx="731520" cy="338328"/>
          </a:xfrm>
          <a:prstGeom prst="rect">
            <a:avLst/>
          </a:prstGeom>
          <a:solidFill>
            <a:srgbClr val="1A1A2E"/>
          </a:solidFill>
          <a:ln/>
        </p:spPr>
      </p:sp>
      <p:sp>
        <p:nvSpPr>
          <p:cNvPr id="105" name="Text 103"/>
          <p:cNvSpPr txBox="1"/>
          <p:nvPr/>
        </p:nvSpPr>
        <p:spPr>
          <a:xfrm>
            <a:off x="2331720" y="3575304"/>
            <a:ext cx="73152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06" name="Shape 104"/>
          <p:cNvSpPr/>
          <p:nvPr/>
        </p:nvSpPr>
        <p:spPr>
          <a:xfrm>
            <a:off x="3090672" y="3547872"/>
            <a:ext cx="731520" cy="338328"/>
          </a:xfrm>
          <a:prstGeom prst="rect">
            <a:avLst/>
          </a:prstGeom>
          <a:solidFill>
            <a:srgbClr val="1A1A2E"/>
          </a:solidFill>
          <a:ln/>
        </p:spPr>
      </p:sp>
      <p:sp>
        <p:nvSpPr>
          <p:cNvPr id="107" name="Text 105"/>
          <p:cNvSpPr txBox="1"/>
          <p:nvPr/>
        </p:nvSpPr>
        <p:spPr>
          <a:xfrm>
            <a:off x="3090672" y="35753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08" name="Shape 106"/>
          <p:cNvSpPr/>
          <p:nvPr/>
        </p:nvSpPr>
        <p:spPr>
          <a:xfrm>
            <a:off x="3849624" y="3547872"/>
            <a:ext cx="914400" cy="338328"/>
          </a:xfrm>
          <a:prstGeom prst="rect">
            <a:avLst/>
          </a:prstGeom>
          <a:solidFill>
            <a:srgbClr val="1A1A2E"/>
          </a:solidFill>
          <a:ln/>
        </p:spPr>
      </p:sp>
      <p:sp>
        <p:nvSpPr>
          <p:cNvPr id="109" name="Text 107"/>
          <p:cNvSpPr txBox="1"/>
          <p:nvPr/>
        </p:nvSpPr>
        <p:spPr>
          <a:xfrm>
            <a:off x="3849624" y="35753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0" name="Shape 108"/>
          <p:cNvSpPr/>
          <p:nvPr/>
        </p:nvSpPr>
        <p:spPr>
          <a:xfrm>
            <a:off x="4791456" y="3547872"/>
            <a:ext cx="822960" cy="338328"/>
          </a:xfrm>
          <a:prstGeom prst="rect">
            <a:avLst/>
          </a:prstGeom>
          <a:solidFill>
            <a:srgbClr val="1A1A2E"/>
          </a:solidFill>
          <a:ln/>
        </p:spPr>
      </p:sp>
      <p:sp>
        <p:nvSpPr>
          <p:cNvPr id="111" name="Text 109"/>
          <p:cNvSpPr txBox="1"/>
          <p:nvPr/>
        </p:nvSpPr>
        <p:spPr>
          <a:xfrm>
            <a:off x="4791456" y="357530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2" name="Shape 110"/>
          <p:cNvSpPr/>
          <p:nvPr/>
        </p:nvSpPr>
        <p:spPr>
          <a:xfrm>
            <a:off x="5632704" y="3547872"/>
            <a:ext cx="777240" cy="338328"/>
          </a:xfrm>
          <a:prstGeom prst="rect">
            <a:avLst/>
          </a:prstGeom>
          <a:solidFill>
            <a:srgbClr val="1A1A2E"/>
          </a:solidFill>
          <a:ln/>
        </p:spPr>
      </p:sp>
      <p:sp>
        <p:nvSpPr>
          <p:cNvPr id="113" name="Text 111"/>
          <p:cNvSpPr txBox="1"/>
          <p:nvPr/>
        </p:nvSpPr>
        <p:spPr>
          <a:xfrm>
            <a:off x="5632704" y="357530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4" name="Shape 112"/>
          <p:cNvSpPr/>
          <p:nvPr/>
        </p:nvSpPr>
        <p:spPr>
          <a:xfrm>
            <a:off x="6437376" y="3547872"/>
            <a:ext cx="749808" cy="338328"/>
          </a:xfrm>
          <a:prstGeom prst="rect">
            <a:avLst/>
          </a:prstGeom>
          <a:solidFill>
            <a:srgbClr val="1A1A2E"/>
          </a:solidFill>
          <a:ln/>
        </p:spPr>
      </p:sp>
      <p:sp>
        <p:nvSpPr>
          <p:cNvPr id="115" name="Text 113"/>
          <p:cNvSpPr txBox="1"/>
          <p:nvPr/>
        </p:nvSpPr>
        <p:spPr>
          <a:xfrm>
            <a:off x="6437376" y="357530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16" name="Shape 114"/>
          <p:cNvSpPr/>
          <p:nvPr/>
        </p:nvSpPr>
        <p:spPr>
          <a:xfrm>
            <a:off x="7214616" y="3547872"/>
            <a:ext cx="777240" cy="338328"/>
          </a:xfrm>
          <a:prstGeom prst="rect">
            <a:avLst/>
          </a:prstGeom>
          <a:solidFill>
            <a:srgbClr val="1A1A2E"/>
          </a:solidFill>
          <a:ln/>
        </p:spPr>
      </p:sp>
      <p:sp>
        <p:nvSpPr>
          <p:cNvPr id="117" name="Text 115"/>
          <p:cNvSpPr txBox="1"/>
          <p:nvPr/>
        </p:nvSpPr>
        <p:spPr>
          <a:xfrm>
            <a:off x="7214616" y="357530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18" name="Shape 116"/>
          <p:cNvSpPr/>
          <p:nvPr/>
        </p:nvSpPr>
        <p:spPr>
          <a:xfrm>
            <a:off x="274320" y="3913632"/>
            <a:ext cx="2011680" cy="338328"/>
          </a:xfrm>
          <a:prstGeom prst="rect">
            <a:avLst/>
          </a:prstGeom>
          <a:solidFill>
            <a:srgbClr val="EFF1F8"/>
          </a:solidFill>
          <a:ln/>
        </p:spPr>
      </p:sp>
      <p:sp>
        <p:nvSpPr>
          <p:cNvPr id="119" name="Text 117"/>
          <p:cNvSpPr txBox="1"/>
          <p:nvPr/>
        </p:nvSpPr>
        <p:spPr>
          <a:xfrm>
            <a:off x="274320" y="39410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331720" y="3913632"/>
            <a:ext cx="731520" cy="338328"/>
          </a:xfrm>
          <a:prstGeom prst="rect">
            <a:avLst/>
          </a:prstGeom>
          <a:solidFill>
            <a:srgbClr val="EFF1F8"/>
          </a:solidFill>
          <a:ln/>
        </p:spPr>
      </p:sp>
      <p:sp>
        <p:nvSpPr>
          <p:cNvPr id="121" name="Text 119"/>
          <p:cNvSpPr txBox="1"/>
          <p:nvPr/>
        </p:nvSpPr>
        <p:spPr>
          <a:xfrm>
            <a:off x="2331720" y="3941064"/>
            <a:ext cx="73152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22" name="Shape 120"/>
          <p:cNvSpPr/>
          <p:nvPr/>
        </p:nvSpPr>
        <p:spPr>
          <a:xfrm>
            <a:off x="3090672" y="3913632"/>
            <a:ext cx="731520" cy="338328"/>
          </a:xfrm>
          <a:prstGeom prst="rect">
            <a:avLst/>
          </a:prstGeom>
          <a:solidFill>
            <a:srgbClr val="EFF1F8"/>
          </a:solidFill>
          <a:ln/>
        </p:spPr>
      </p:sp>
      <p:sp>
        <p:nvSpPr>
          <p:cNvPr id="123" name="Text 121"/>
          <p:cNvSpPr txBox="1"/>
          <p:nvPr/>
        </p:nvSpPr>
        <p:spPr>
          <a:xfrm>
            <a:off x="3090672" y="39410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4" name="Shape 122"/>
          <p:cNvSpPr/>
          <p:nvPr/>
        </p:nvSpPr>
        <p:spPr>
          <a:xfrm>
            <a:off x="3849624" y="3913632"/>
            <a:ext cx="914400" cy="338328"/>
          </a:xfrm>
          <a:prstGeom prst="rect">
            <a:avLst/>
          </a:prstGeom>
          <a:solidFill>
            <a:srgbClr val="EFF1F8"/>
          </a:solidFill>
          <a:ln/>
        </p:spPr>
      </p:sp>
      <p:sp>
        <p:nvSpPr>
          <p:cNvPr id="125" name="Text 123"/>
          <p:cNvSpPr txBox="1"/>
          <p:nvPr/>
        </p:nvSpPr>
        <p:spPr>
          <a:xfrm>
            <a:off x="3849624" y="394106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6" name="Shape 124"/>
          <p:cNvSpPr/>
          <p:nvPr/>
        </p:nvSpPr>
        <p:spPr>
          <a:xfrm>
            <a:off x="4791456" y="3913632"/>
            <a:ext cx="822960" cy="338328"/>
          </a:xfrm>
          <a:prstGeom prst="rect">
            <a:avLst/>
          </a:prstGeom>
          <a:solidFill>
            <a:srgbClr val="EFF1F8"/>
          </a:solidFill>
          <a:ln/>
        </p:spPr>
      </p:sp>
      <p:sp>
        <p:nvSpPr>
          <p:cNvPr id="127" name="Text 125"/>
          <p:cNvSpPr txBox="1"/>
          <p:nvPr/>
        </p:nvSpPr>
        <p:spPr>
          <a:xfrm>
            <a:off x="4791456" y="394106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8" name="Shape 126"/>
          <p:cNvSpPr/>
          <p:nvPr/>
        </p:nvSpPr>
        <p:spPr>
          <a:xfrm>
            <a:off x="5632704" y="3913632"/>
            <a:ext cx="777240" cy="338328"/>
          </a:xfrm>
          <a:prstGeom prst="rect">
            <a:avLst/>
          </a:prstGeom>
          <a:solidFill>
            <a:srgbClr val="EFF1F8"/>
          </a:solidFill>
          <a:ln/>
        </p:spPr>
      </p:sp>
      <p:sp>
        <p:nvSpPr>
          <p:cNvPr id="129" name="Text 127"/>
          <p:cNvSpPr txBox="1"/>
          <p:nvPr/>
        </p:nvSpPr>
        <p:spPr>
          <a:xfrm>
            <a:off x="5632704" y="394106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30" name="Shape 128"/>
          <p:cNvSpPr/>
          <p:nvPr/>
        </p:nvSpPr>
        <p:spPr>
          <a:xfrm>
            <a:off x="6437376" y="3913632"/>
            <a:ext cx="749808" cy="338328"/>
          </a:xfrm>
          <a:prstGeom prst="rect">
            <a:avLst/>
          </a:prstGeom>
          <a:solidFill>
            <a:srgbClr val="EFF1F8"/>
          </a:solidFill>
          <a:ln/>
        </p:spPr>
      </p:sp>
      <p:sp>
        <p:nvSpPr>
          <p:cNvPr id="131" name="Text 129"/>
          <p:cNvSpPr txBox="1"/>
          <p:nvPr/>
        </p:nvSpPr>
        <p:spPr>
          <a:xfrm>
            <a:off x="6437376" y="394106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32" name="Shape 130"/>
          <p:cNvSpPr/>
          <p:nvPr/>
        </p:nvSpPr>
        <p:spPr>
          <a:xfrm>
            <a:off x="7214616" y="3913632"/>
            <a:ext cx="777240" cy="338328"/>
          </a:xfrm>
          <a:prstGeom prst="rect">
            <a:avLst/>
          </a:prstGeom>
          <a:solidFill>
            <a:srgbClr val="EFF1F8"/>
          </a:solidFill>
          <a:ln/>
        </p:spPr>
      </p:sp>
      <p:sp>
        <p:nvSpPr>
          <p:cNvPr id="133" name="Text 131"/>
          <p:cNvSpPr txBox="1"/>
          <p:nvPr/>
        </p:nvSpPr>
        <p:spPr>
          <a:xfrm>
            <a:off x="7214616" y="394106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34" name="Shape 132"/>
          <p:cNvSpPr/>
          <p:nvPr/>
        </p:nvSpPr>
        <p:spPr>
          <a:xfrm>
            <a:off x="274320" y="4279392"/>
            <a:ext cx="2011680" cy="338328"/>
          </a:xfrm>
          <a:prstGeom prst="rect">
            <a:avLst/>
          </a:prstGeom>
          <a:solidFill>
            <a:srgbClr val="1A1A2E"/>
          </a:solidFill>
          <a:ln/>
        </p:spPr>
      </p:sp>
      <p:sp>
        <p:nvSpPr>
          <p:cNvPr id="135" name="Text 133"/>
          <p:cNvSpPr txBox="1"/>
          <p:nvPr/>
        </p:nvSpPr>
        <p:spPr>
          <a:xfrm>
            <a:off x="274320" y="43068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331720" y="4279392"/>
            <a:ext cx="731520" cy="338328"/>
          </a:xfrm>
          <a:prstGeom prst="rect">
            <a:avLst/>
          </a:prstGeom>
          <a:solidFill>
            <a:srgbClr val="1A1A2E"/>
          </a:solidFill>
          <a:ln/>
        </p:spPr>
      </p:sp>
      <p:sp>
        <p:nvSpPr>
          <p:cNvPr id="137" name="Text 135"/>
          <p:cNvSpPr txBox="1"/>
          <p:nvPr/>
        </p:nvSpPr>
        <p:spPr>
          <a:xfrm>
            <a:off x="2331720" y="4306824"/>
            <a:ext cx="73152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38" name="Shape 136"/>
          <p:cNvSpPr/>
          <p:nvPr/>
        </p:nvSpPr>
        <p:spPr>
          <a:xfrm>
            <a:off x="3090672" y="4279392"/>
            <a:ext cx="731520" cy="338328"/>
          </a:xfrm>
          <a:prstGeom prst="rect">
            <a:avLst/>
          </a:prstGeom>
          <a:solidFill>
            <a:srgbClr val="1A1A2E"/>
          </a:solidFill>
          <a:ln/>
        </p:spPr>
      </p:sp>
      <p:sp>
        <p:nvSpPr>
          <p:cNvPr id="139" name="Text 137"/>
          <p:cNvSpPr txBox="1"/>
          <p:nvPr/>
        </p:nvSpPr>
        <p:spPr>
          <a:xfrm>
            <a:off x="3090672" y="43068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0" name="Shape 138"/>
          <p:cNvSpPr/>
          <p:nvPr/>
        </p:nvSpPr>
        <p:spPr>
          <a:xfrm>
            <a:off x="3849624" y="4279392"/>
            <a:ext cx="914400" cy="338328"/>
          </a:xfrm>
          <a:prstGeom prst="rect">
            <a:avLst/>
          </a:prstGeom>
          <a:solidFill>
            <a:srgbClr val="1A1A2E"/>
          </a:solidFill>
          <a:ln/>
        </p:spPr>
      </p:sp>
      <p:sp>
        <p:nvSpPr>
          <p:cNvPr id="141" name="Text 139"/>
          <p:cNvSpPr txBox="1"/>
          <p:nvPr/>
        </p:nvSpPr>
        <p:spPr>
          <a:xfrm>
            <a:off x="3849624" y="43068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2" name="Shape 140"/>
          <p:cNvSpPr/>
          <p:nvPr/>
        </p:nvSpPr>
        <p:spPr>
          <a:xfrm>
            <a:off x="4791456" y="4279392"/>
            <a:ext cx="822960" cy="338328"/>
          </a:xfrm>
          <a:prstGeom prst="rect">
            <a:avLst/>
          </a:prstGeom>
          <a:solidFill>
            <a:srgbClr val="1A1A2E"/>
          </a:solidFill>
          <a:ln/>
        </p:spPr>
      </p:sp>
      <p:sp>
        <p:nvSpPr>
          <p:cNvPr id="143" name="Text 141"/>
          <p:cNvSpPr txBox="1"/>
          <p:nvPr/>
        </p:nvSpPr>
        <p:spPr>
          <a:xfrm>
            <a:off x="4791456" y="430682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4" name="Shape 142"/>
          <p:cNvSpPr/>
          <p:nvPr/>
        </p:nvSpPr>
        <p:spPr>
          <a:xfrm>
            <a:off x="5632704" y="4279392"/>
            <a:ext cx="777240" cy="338328"/>
          </a:xfrm>
          <a:prstGeom prst="rect">
            <a:avLst/>
          </a:prstGeom>
          <a:solidFill>
            <a:srgbClr val="1A1A2E"/>
          </a:solidFill>
          <a:ln/>
        </p:spPr>
      </p:sp>
      <p:sp>
        <p:nvSpPr>
          <p:cNvPr id="145" name="Text 143"/>
          <p:cNvSpPr txBox="1"/>
          <p:nvPr/>
        </p:nvSpPr>
        <p:spPr>
          <a:xfrm>
            <a:off x="5632704" y="430682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6" name="Shape 144"/>
          <p:cNvSpPr/>
          <p:nvPr/>
        </p:nvSpPr>
        <p:spPr>
          <a:xfrm>
            <a:off x="6437376" y="4279392"/>
            <a:ext cx="749808" cy="338328"/>
          </a:xfrm>
          <a:prstGeom prst="rect">
            <a:avLst/>
          </a:prstGeom>
          <a:solidFill>
            <a:srgbClr val="1A1A2E"/>
          </a:solidFill>
          <a:ln/>
        </p:spPr>
      </p:sp>
      <p:sp>
        <p:nvSpPr>
          <p:cNvPr id="147" name="Text 145"/>
          <p:cNvSpPr txBox="1"/>
          <p:nvPr/>
        </p:nvSpPr>
        <p:spPr>
          <a:xfrm>
            <a:off x="6437376" y="4306824"/>
            <a:ext cx="749808"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48" name="Shape 146"/>
          <p:cNvSpPr/>
          <p:nvPr/>
        </p:nvSpPr>
        <p:spPr>
          <a:xfrm>
            <a:off x="7214616" y="4279392"/>
            <a:ext cx="777240" cy="338328"/>
          </a:xfrm>
          <a:prstGeom prst="rect">
            <a:avLst/>
          </a:prstGeom>
          <a:solidFill>
            <a:srgbClr val="1A1A2E"/>
          </a:solidFill>
          <a:ln/>
        </p:spPr>
      </p:sp>
      <p:sp>
        <p:nvSpPr>
          <p:cNvPr id="149" name="Text 147"/>
          <p:cNvSpPr txBox="1"/>
          <p:nvPr/>
        </p:nvSpPr>
        <p:spPr>
          <a:xfrm>
            <a:off x="7214616" y="430682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50" name="Shape 148"/>
          <p:cNvSpPr/>
          <p:nvPr/>
        </p:nvSpPr>
        <p:spPr>
          <a:xfrm>
            <a:off x="274320" y="4645152"/>
            <a:ext cx="2011680" cy="338328"/>
          </a:xfrm>
          <a:prstGeom prst="rect">
            <a:avLst/>
          </a:prstGeom>
          <a:solidFill>
            <a:srgbClr val="EFF1F8"/>
          </a:solidFill>
          <a:ln/>
        </p:spPr>
      </p:sp>
      <p:sp>
        <p:nvSpPr>
          <p:cNvPr id="151" name="Text 149"/>
          <p:cNvSpPr txBox="1"/>
          <p:nvPr/>
        </p:nvSpPr>
        <p:spPr>
          <a:xfrm>
            <a:off x="274320" y="46725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331720" y="4645152"/>
            <a:ext cx="731520" cy="338328"/>
          </a:xfrm>
          <a:prstGeom prst="rect">
            <a:avLst/>
          </a:prstGeom>
          <a:solidFill>
            <a:srgbClr val="EFF1F8"/>
          </a:solidFill>
          <a:ln/>
        </p:spPr>
      </p:sp>
      <p:sp>
        <p:nvSpPr>
          <p:cNvPr id="153" name="Text 151"/>
          <p:cNvSpPr txBox="1"/>
          <p:nvPr/>
        </p:nvSpPr>
        <p:spPr>
          <a:xfrm>
            <a:off x="2331720" y="4672584"/>
            <a:ext cx="73152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54" name="Shape 152"/>
          <p:cNvSpPr/>
          <p:nvPr/>
        </p:nvSpPr>
        <p:spPr>
          <a:xfrm>
            <a:off x="3090672" y="4645152"/>
            <a:ext cx="731520" cy="338328"/>
          </a:xfrm>
          <a:prstGeom prst="rect">
            <a:avLst/>
          </a:prstGeom>
          <a:solidFill>
            <a:srgbClr val="EFF1F8"/>
          </a:solidFill>
          <a:ln/>
        </p:spPr>
      </p:sp>
      <p:sp>
        <p:nvSpPr>
          <p:cNvPr id="155" name="Text 153"/>
          <p:cNvSpPr txBox="1"/>
          <p:nvPr/>
        </p:nvSpPr>
        <p:spPr>
          <a:xfrm>
            <a:off x="3090672" y="4672584"/>
            <a:ext cx="73152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56" name="Shape 154"/>
          <p:cNvSpPr/>
          <p:nvPr/>
        </p:nvSpPr>
        <p:spPr>
          <a:xfrm>
            <a:off x="3849624" y="4645152"/>
            <a:ext cx="914400" cy="338328"/>
          </a:xfrm>
          <a:prstGeom prst="rect">
            <a:avLst/>
          </a:prstGeom>
          <a:solidFill>
            <a:srgbClr val="EFF1F8"/>
          </a:solidFill>
          <a:ln/>
        </p:spPr>
      </p:sp>
      <p:sp>
        <p:nvSpPr>
          <p:cNvPr id="157" name="Text 155"/>
          <p:cNvSpPr txBox="1"/>
          <p:nvPr/>
        </p:nvSpPr>
        <p:spPr>
          <a:xfrm>
            <a:off x="3849624" y="4672584"/>
            <a:ext cx="91440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58" name="Shape 156"/>
          <p:cNvSpPr/>
          <p:nvPr/>
        </p:nvSpPr>
        <p:spPr>
          <a:xfrm>
            <a:off x="4791456" y="4645152"/>
            <a:ext cx="822960" cy="338328"/>
          </a:xfrm>
          <a:prstGeom prst="rect">
            <a:avLst/>
          </a:prstGeom>
          <a:solidFill>
            <a:srgbClr val="EFF1F8"/>
          </a:solidFill>
          <a:ln/>
        </p:spPr>
      </p:sp>
      <p:sp>
        <p:nvSpPr>
          <p:cNvPr id="159" name="Text 157"/>
          <p:cNvSpPr txBox="1"/>
          <p:nvPr/>
        </p:nvSpPr>
        <p:spPr>
          <a:xfrm>
            <a:off x="4791456" y="4672584"/>
            <a:ext cx="82296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60" name="Shape 158"/>
          <p:cNvSpPr/>
          <p:nvPr/>
        </p:nvSpPr>
        <p:spPr>
          <a:xfrm>
            <a:off x="5632704" y="4645152"/>
            <a:ext cx="777240" cy="338328"/>
          </a:xfrm>
          <a:prstGeom prst="rect">
            <a:avLst/>
          </a:prstGeom>
          <a:solidFill>
            <a:srgbClr val="EFF1F8"/>
          </a:solidFill>
          <a:ln/>
        </p:spPr>
      </p:sp>
      <p:sp>
        <p:nvSpPr>
          <p:cNvPr id="161" name="Text 159"/>
          <p:cNvSpPr txBox="1"/>
          <p:nvPr/>
        </p:nvSpPr>
        <p:spPr>
          <a:xfrm>
            <a:off x="5632704" y="4672584"/>
            <a:ext cx="777240" cy="274320"/>
          </a:xfrm>
          <a:prstGeom prst="rect">
            <a:avLst/>
          </a:prstGeom>
          <a:noFill/>
          <a:ln/>
        </p:spPr>
        <p:txBody>
          <a:bodyPr wrap="square" lIns="0" tIns="0" rIns="0" bIns="0" rtlCol="0" anchor="ctr"/>
          <a:lstStyle/>
          <a:p>
            <a:pPr algn="ctr" indent="0" marL="0">
              <a:buNone/>
            </a:pPr>
            <a:r>
              <a:rPr lang="en-US" sz="1200" dirty="0">
                <a:solidFill>
                  <a:srgbClr val="E8ECF5"/>
                </a:solidFill>
                <a:latin typeface="Atkinson Hyperlegible" pitchFamily="34" charset="0"/>
                <a:ea typeface="Atkinson Hyperlegible" pitchFamily="34" charset="-122"/>
                <a:cs typeface="Atkinson Hyperlegible" pitchFamily="34" charset="-120"/>
              </a:rPr>
              <a:t>○</a:t>
            </a:r>
            <a:endParaRPr lang="en-US" sz="1200" dirty="0"/>
          </a:p>
        </p:txBody>
      </p:sp>
      <p:sp>
        <p:nvSpPr>
          <p:cNvPr id="162" name="Shape 160"/>
          <p:cNvSpPr/>
          <p:nvPr/>
        </p:nvSpPr>
        <p:spPr>
          <a:xfrm>
            <a:off x="6437376" y="4645152"/>
            <a:ext cx="749808" cy="338328"/>
          </a:xfrm>
          <a:prstGeom prst="rect">
            <a:avLst/>
          </a:prstGeom>
          <a:solidFill>
            <a:srgbClr val="EFF1F8"/>
          </a:solidFill>
          <a:ln/>
        </p:spPr>
      </p:sp>
      <p:sp>
        <p:nvSpPr>
          <p:cNvPr id="163" name="Text 161"/>
          <p:cNvSpPr txBox="1"/>
          <p:nvPr/>
        </p:nvSpPr>
        <p:spPr>
          <a:xfrm>
            <a:off x="6437376" y="4672584"/>
            <a:ext cx="749808"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4" name="Shape 162"/>
          <p:cNvSpPr/>
          <p:nvPr/>
        </p:nvSpPr>
        <p:spPr>
          <a:xfrm>
            <a:off x="7214616" y="4645152"/>
            <a:ext cx="777240" cy="338328"/>
          </a:xfrm>
          <a:prstGeom prst="rect">
            <a:avLst/>
          </a:prstGeom>
          <a:solidFill>
            <a:srgbClr val="EFF1F8"/>
          </a:solidFill>
          <a:ln/>
        </p:spPr>
      </p:sp>
      <p:sp>
        <p:nvSpPr>
          <p:cNvPr id="165" name="Text 163"/>
          <p:cNvSpPr txBox="1"/>
          <p:nvPr/>
        </p:nvSpPr>
        <p:spPr>
          <a:xfrm>
            <a:off x="7214616" y="46725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6" name="Text 164"/>
          <p:cNvSpPr txBox="1"/>
          <p:nvPr/>
        </p:nvSpPr>
        <p:spPr>
          <a:xfrm>
            <a:off x="274320" y="4956048"/>
            <a:ext cx="8595360" cy="25603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6: Actualizar el Programa Corporativo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200" dirty="0"/>
          </a:p>
        </p:txBody>
      </p:sp>
      <p:sp>
        <p:nvSpPr>
          <p:cNvPr id="6" name="Shape 4"/>
          <p:cNvSpPr/>
          <p:nvPr/>
        </p:nvSpPr>
        <p:spPr>
          <a:xfrm>
            <a:off x="365760" y="1298448"/>
            <a:ext cx="8412480" cy="658368"/>
          </a:xfrm>
          <a:prstGeom prst="roundRect">
            <a:avLst>
              <a:gd name="adj" fmla="val 13889"/>
            </a:avLst>
          </a:prstGeom>
          <a:solidFill>
            <a:srgbClr val="EFF1F8"/>
          </a:solidFill>
          <a:ln w="12700">
            <a:solidFill>
              <a:srgbClr val="E8ECF5"/>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EFF1F8"/>
          </a:solidFill>
          <a:ln w="12700">
            <a:solidFill>
              <a:srgbClr val="E8ECF5"/>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EFF1F8"/>
          </a:solidFill>
          <a:ln w="12700">
            <a:solidFill>
              <a:srgbClr val="E8ECF5"/>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EFF1F8"/>
          </a:solidFill>
          <a:ln w="12700">
            <a:solidFill>
              <a:srgbClr val="E8ECF5"/>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EFF1F8"/>
          </a:solidFill>
          <a:ln w="12700">
            <a:solidFill>
              <a:srgbClr val="E8ECF5"/>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FF1F8"/>
          </a:solidFill>
          <a:ln w="12700">
            <a:solidFill>
              <a:srgbClr val="E8ECF5"/>
            </a:solidFill>
            <a:prstDash val="solid"/>
          </a:ln>
        </p:spPr>
      </p:sp>
      <p:sp>
        <p:nvSpPr>
          <p:cNvPr id="7" name="Shape 5"/>
          <p:cNvSpPr/>
          <p:nvPr/>
        </p:nvSpPr>
        <p:spPr>
          <a:xfrm>
            <a:off x="365760" y="1298448"/>
            <a:ext cx="73152" cy="658368"/>
          </a:xfrm>
          <a:prstGeom prst="rect">
            <a:avLst/>
          </a:prstGeom>
          <a:solidFill>
            <a:srgbClr val="55577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55577A"/>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EFF1F8"/>
          </a:solidFill>
          <a:ln w="12700">
            <a:solidFill>
              <a:srgbClr val="E8ECF5"/>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EFF1F8"/>
          </a:solidFill>
          <a:ln w="12700">
            <a:solidFill>
              <a:srgbClr val="E8ECF5"/>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EFF1F8"/>
          </a:solidFill>
          <a:ln w="12700">
            <a:solidFill>
              <a:srgbClr val="E8ECF5"/>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EFF1F8"/>
          </a:solidFill>
          <a:ln w="12700">
            <a:solidFill>
              <a:srgbClr val="E8ECF5"/>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del Programa — Tools 3 y 4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FF1F8"/>
          </a:solidFill>
          <a:ln w="12700">
            <a:solidFill>
              <a:srgbClr val="E8ECF5"/>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EFF1F8"/>
          </a:solidFill>
          <a:ln w="12700">
            <a:solidFill>
              <a:srgbClr val="E8ECF5"/>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EFF1F8"/>
          </a:solidFill>
          <a:ln w="12700">
            <a:solidFill>
              <a:srgbClr val="E8ECF5"/>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EFF1F8"/>
          </a:solidFill>
          <a:ln w="12700">
            <a:solidFill>
              <a:srgbClr val="E8ECF5"/>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EFF1F8"/>
          </a:solidFill>
          <a:ln w="12700">
            <a:solidFill>
              <a:srgbClr val="E8ECF5"/>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FF1F8"/>
          </a:solidFill>
          <a:ln w="12700">
            <a:solidFill>
              <a:srgbClr val="E8ECF5"/>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EFF1F8"/>
          </a:solidFill>
          <a:ln w="12700">
            <a:solidFill>
              <a:srgbClr val="E8ECF5"/>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EFF1F8"/>
          </a:solidFill>
          <a:ln w="12700">
            <a:solidFill>
              <a:srgbClr val="E8ECF5"/>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EFF1F8"/>
          </a:solidFill>
          <a:ln w="12700">
            <a:solidFill>
              <a:srgbClr val="E8ECF5"/>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EFF1F8"/>
          </a:solidFill>
          <a:ln w="12700">
            <a:solidFill>
              <a:srgbClr val="E8ECF5"/>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Métricas Clave del Programa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EFF1F8"/>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EFF1F8"/>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EFF1F8"/>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EFF1F8"/>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EFF1F8"/>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EFF1F8"/>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EFF1F8"/>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FF1F8"/>
                </a:solidFill>
                <a:latin typeface="Atkinson Hyperlegible" pitchFamily="34" charset="0"/>
                <a:ea typeface="Atkinson Hyperlegible" pitchFamily="34" charset="-122"/>
                <a:cs typeface="Atkinson Hyperlegible" pitchFamily="34" charset="-120"/>
              </a:rPr>
              <a:t>07</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Casos de Estudio</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Casos de Estudio Documentados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CS-1</a:t>
            </a:r>
            <a:endParaRPr lang="en-US" sz="12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Bajo Sulfuro</a:t>
            </a:r>
            <a:endParaRPr lang="en-US" sz="12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EFF1F8"/>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CS-2</a:t>
            </a:r>
            <a:endParaRPr lang="en-US" sz="12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Aluminio Fjardaal</a:t>
            </a:r>
            <a:endParaRPr lang="en-US" sz="12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CS-3</a:t>
            </a:r>
            <a:endParaRPr lang="en-US" sz="12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2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CS-4</a:t>
            </a:r>
            <a:endParaRPr lang="en-US" sz="12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Petroquímica</a:t>
            </a:r>
            <a:endParaRPr lang="en-US" sz="12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EFF1F8"/>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CS-5</a:t>
            </a:r>
            <a:endParaRPr lang="en-US" sz="12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Fertilizante Indonesia</a:t>
            </a:r>
            <a:endParaRPr lang="en-US" sz="12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EFF1F8"/>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CS-6</a:t>
            </a:r>
            <a:endParaRPr lang="en-US" sz="12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Industrial</a:t>
            </a:r>
            <a:endParaRPr lang="en-US" sz="12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Planta de Gas de Bajo Sulfuro — Corpus Christi, TX</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4160520" cy="4187952"/>
          </a:xfrm>
          <a:prstGeom prst="roundRect">
            <a:avLst>
              <a:gd name="adj" fmla="val 2637"/>
            </a:avLst>
          </a:prstGeom>
          <a:solidFill>
            <a:srgbClr val="EFF1F8"/>
          </a:solidFill>
          <a:ln w="12700">
            <a:solidFill>
              <a:srgbClr val="E8ECF5"/>
            </a:solidFill>
            <a:prstDash val="solid"/>
          </a:ln>
        </p:spPr>
      </p:sp>
      <p:sp>
        <p:nvSpPr>
          <p:cNvPr id="6" name="Text 4"/>
          <p:cNvSpPr txBox="1"/>
          <p:nvPr/>
        </p:nvSpPr>
        <p:spPr>
          <a:xfrm>
            <a:off x="530352" y="1024128"/>
            <a:ext cx="3840480" cy="32004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48640" y="141732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48640" y="176479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48640" y="211226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48640" y="245973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48640" y="280720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48640" y="315468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48640" y="350215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48640" y="384962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48640" y="419709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48640" y="454456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663440" y="960120"/>
            <a:ext cx="4114800" cy="2011680"/>
          </a:xfrm>
          <a:prstGeom prst="roundRect">
            <a:avLst>
              <a:gd name="adj" fmla="val 5455"/>
            </a:avLst>
          </a:prstGeom>
          <a:solidFill>
            <a:srgbClr val="EFF1F8"/>
          </a:solidFill>
          <a:ln w="25400">
            <a:solidFill>
              <a:srgbClr val="30D158"/>
            </a:solidFill>
            <a:prstDash val="solid"/>
          </a:ln>
        </p:spPr>
      </p:sp>
      <p:sp>
        <p:nvSpPr>
          <p:cNvPr id="18" name="Text 16"/>
          <p:cNvSpPr txBox="1"/>
          <p:nvPr/>
        </p:nvSpPr>
        <p:spPr>
          <a:xfrm>
            <a:off x="4846320" y="1024128"/>
            <a:ext cx="374904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828032" y="1389888"/>
            <a:ext cx="1280160" cy="228600"/>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6144768" y="138988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828032" y="1645920"/>
            <a:ext cx="1280160" cy="228600"/>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6144768" y="1645920"/>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828032" y="1901952"/>
            <a:ext cx="1280160" cy="228600"/>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6144768" y="1901952"/>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828032" y="2157984"/>
            <a:ext cx="1280160" cy="228600"/>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6144768" y="2157984"/>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828032" y="2414016"/>
            <a:ext cx="1280160" cy="228600"/>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6144768" y="2414016"/>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828032" y="2670048"/>
            <a:ext cx="1280160" cy="228600"/>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6144768" y="267004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663440" y="3090672"/>
            <a:ext cx="4114800" cy="914400"/>
          </a:xfrm>
          <a:prstGeom prst="roundRect">
            <a:avLst>
              <a:gd name="adj" fmla="val 10000"/>
            </a:avLst>
          </a:prstGeom>
          <a:solidFill>
            <a:srgbClr val="EFF1F8"/>
          </a:solidFill>
          <a:ln w="12700">
            <a:solidFill>
              <a:srgbClr val="FF9500"/>
            </a:solidFill>
            <a:prstDash val="solid"/>
          </a:ln>
        </p:spPr>
      </p:sp>
      <p:sp>
        <p:nvSpPr>
          <p:cNvPr id="32" name="Text 30"/>
          <p:cNvSpPr txBox="1"/>
          <p:nvPr/>
        </p:nvSpPr>
        <p:spPr>
          <a:xfrm>
            <a:off x="4846320" y="3154680"/>
            <a:ext cx="37490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846320" y="3456432"/>
            <a:ext cx="374904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846320" y="3712464"/>
            <a:ext cx="3749040" cy="228600"/>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663440" y="4096512"/>
            <a:ext cx="4114800" cy="1051560"/>
          </a:xfrm>
          <a:prstGeom prst="roundRect">
            <a:avLst>
              <a:gd name="adj" fmla="val 8696"/>
            </a:avLst>
          </a:prstGeom>
          <a:solidFill>
            <a:srgbClr val="EFF1F8"/>
          </a:solidFill>
          <a:ln w="12700">
            <a:solidFill>
              <a:srgbClr val="E8ECF5"/>
            </a:solidFill>
            <a:prstDash val="solid"/>
          </a:ln>
        </p:spPr>
      </p:sp>
      <p:sp>
        <p:nvSpPr>
          <p:cNvPr id="36" name="Text 34"/>
          <p:cNvSpPr txBox="1"/>
          <p:nvPr/>
        </p:nvSpPr>
        <p:spPr>
          <a:xfrm>
            <a:off x="4846320" y="4160520"/>
            <a:ext cx="3749040" cy="8961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Modularización en la Planta de Gas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EFF1F8"/>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EFF1F8"/>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EFF1F8"/>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1298448"/>
          </a:xfrm>
          <a:prstGeom prst="roundRect">
            <a:avLst>
              <a:gd name="adj" fmla="val 7042"/>
            </a:avLst>
          </a:prstGeom>
          <a:solidFill>
            <a:srgbClr val="EFF1F8"/>
          </a:solidFill>
          <a:ln w="12700">
            <a:solidFill>
              <a:srgbClr val="E8ECF5"/>
            </a:solidFill>
            <a:prstDash val="solid"/>
          </a:ln>
        </p:spPr>
      </p:sp>
      <p:sp>
        <p:nvSpPr>
          <p:cNvPr id="6" name="Shape 4"/>
          <p:cNvSpPr/>
          <p:nvPr/>
        </p:nvSpPr>
        <p:spPr>
          <a:xfrm>
            <a:off x="365760" y="960120"/>
            <a:ext cx="8412480" cy="365760"/>
          </a:xfrm>
          <a:prstGeom prst="roundRect">
            <a:avLst>
              <a:gd name="adj" fmla="val 25000"/>
            </a:avLst>
          </a:prstGeom>
          <a:solidFill>
            <a:srgbClr val="FF9500"/>
          </a:solidFill>
          <a:ln/>
        </p:spPr>
      </p:sp>
      <p:sp>
        <p:nvSpPr>
          <p:cNvPr id="7" name="Shape 5"/>
          <p:cNvSpPr/>
          <p:nvPr/>
        </p:nvSpPr>
        <p:spPr>
          <a:xfrm>
            <a:off x="365760" y="1143000"/>
            <a:ext cx="8412480" cy="182880"/>
          </a:xfrm>
          <a:prstGeom prst="rect">
            <a:avLst/>
          </a:prstGeom>
          <a:solidFill>
            <a:srgbClr val="FF9500"/>
          </a:solidFill>
          <a:ln/>
        </p:spPr>
      </p:sp>
      <p:sp>
        <p:nvSpPr>
          <p:cNvPr id="8" name="Text 6"/>
          <p:cNvSpPr txBox="1"/>
          <p:nvPr/>
        </p:nvSpPr>
        <p:spPr>
          <a:xfrm>
            <a:off x="530352" y="99669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48640" y="138074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48640" y="157276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48640" y="176479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48640" y="195681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48640" y="2148840"/>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65760" y="2377440"/>
            <a:ext cx="8412480" cy="1298448"/>
          </a:xfrm>
          <a:prstGeom prst="roundRect">
            <a:avLst>
              <a:gd name="adj" fmla="val 7042"/>
            </a:avLst>
          </a:prstGeom>
          <a:solidFill>
            <a:srgbClr val="EFF1F8"/>
          </a:solidFill>
          <a:ln w="12700">
            <a:solidFill>
              <a:srgbClr val="E8ECF5"/>
            </a:solidFill>
            <a:prstDash val="solid"/>
          </a:ln>
        </p:spPr>
      </p:sp>
      <p:sp>
        <p:nvSpPr>
          <p:cNvPr id="15" name="Shape 13"/>
          <p:cNvSpPr/>
          <p:nvPr/>
        </p:nvSpPr>
        <p:spPr>
          <a:xfrm>
            <a:off x="365760" y="2377440"/>
            <a:ext cx="8412480" cy="365760"/>
          </a:xfrm>
          <a:prstGeom prst="roundRect">
            <a:avLst>
              <a:gd name="adj" fmla="val 25000"/>
            </a:avLst>
          </a:prstGeom>
          <a:solidFill>
            <a:srgbClr val="30D158"/>
          </a:solidFill>
          <a:ln/>
        </p:spPr>
      </p:sp>
      <p:sp>
        <p:nvSpPr>
          <p:cNvPr id="16" name="Shape 14"/>
          <p:cNvSpPr/>
          <p:nvPr/>
        </p:nvSpPr>
        <p:spPr>
          <a:xfrm>
            <a:off x="365760" y="2560320"/>
            <a:ext cx="8412480" cy="182880"/>
          </a:xfrm>
          <a:prstGeom prst="rect">
            <a:avLst/>
          </a:prstGeom>
          <a:solidFill>
            <a:srgbClr val="30D158"/>
          </a:solidFill>
          <a:ln/>
        </p:spPr>
      </p:sp>
      <p:sp>
        <p:nvSpPr>
          <p:cNvPr id="17" name="Text 15"/>
          <p:cNvSpPr txBox="1"/>
          <p:nvPr/>
        </p:nvSpPr>
        <p:spPr>
          <a:xfrm>
            <a:off x="530352" y="241401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48640" y="279806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48640" y="299008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48640" y="318211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48640" y="337413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65760" y="3794760"/>
            <a:ext cx="8412480" cy="1298448"/>
          </a:xfrm>
          <a:prstGeom prst="roundRect">
            <a:avLst>
              <a:gd name="adj" fmla="val 7042"/>
            </a:avLst>
          </a:prstGeom>
          <a:solidFill>
            <a:srgbClr val="EFF1F8"/>
          </a:solidFill>
          <a:ln w="12700">
            <a:solidFill>
              <a:srgbClr val="E8ECF5"/>
            </a:solidFill>
            <a:prstDash val="solid"/>
          </a:ln>
        </p:spPr>
      </p:sp>
      <p:sp>
        <p:nvSpPr>
          <p:cNvPr id="23" name="Shape 21"/>
          <p:cNvSpPr/>
          <p:nvPr/>
        </p:nvSpPr>
        <p:spPr>
          <a:xfrm>
            <a:off x="365760" y="3794760"/>
            <a:ext cx="8412480" cy="365760"/>
          </a:xfrm>
          <a:prstGeom prst="roundRect">
            <a:avLst>
              <a:gd name="adj" fmla="val 25000"/>
            </a:avLst>
          </a:prstGeom>
          <a:solidFill>
            <a:srgbClr val="0A84FF"/>
          </a:solidFill>
          <a:ln/>
        </p:spPr>
      </p:sp>
      <p:sp>
        <p:nvSpPr>
          <p:cNvPr id="24" name="Shape 22"/>
          <p:cNvSpPr/>
          <p:nvPr/>
        </p:nvSpPr>
        <p:spPr>
          <a:xfrm>
            <a:off x="365760" y="3977640"/>
            <a:ext cx="8412480" cy="182880"/>
          </a:xfrm>
          <a:prstGeom prst="rect">
            <a:avLst/>
          </a:prstGeom>
          <a:solidFill>
            <a:srgbClr val="0A84FF"/>
          </a:solidFill>
          <a:ln/>
        </p:spPr>
      </p:sp>
      <p:sp>
        <p:nvSpPr>
          <p:cNvPr id="25" name="Text 23"/>
          <p:cNvSpPr txBox="1"/>
          <p:nvPr/>
        </p:nvSpPr>
        <p:spPr>
          <a:xfrm>
            <a:off x="530352" y="383133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48640" y="421538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48640" y="440740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48640" y="459943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48640" y="479145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Planta de Aluminio Fjardaál — Islandia Oriental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4160520" cy="4187952"/>
          </a:xfrm>
          <a:prstGeom prst="roundRect">
            <a:avLst>
              <a:gd name="adj" fmla="val 2637"/>
            </a:avLst>
          </a:prstGeom>
          <a:solidFill>
            <a:srgbClr val="EFF1F8"/>
          </a:solidFill>
          <a:ln w="12700">
            <a:solidFill>
              <a:srgbClr val="E8ECF5"/>
            </a:solidFill>
            <a:prstDash val="solid"/>
          </a:ln>
        </p:spPr>
      </p:sp>
      <p:sp>
        <p:nvSpPr>
          <p:cNvPr id="6" name="Text 4"/>
          <p:cNvSpPr txBox="1"/>
          <p:nvPr/>
        </p:nvSpPr>
        <p:spPr>
          <a:xfrm>
            <a:off x="530352" y="1024128"/>
            <a:ext cx="384048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48640" y="137160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48640" y="167335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48640" y="197510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48640" y="227685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48640" y="257860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48640" y="288036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48640" y="318211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48640" y="348386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48640" y="378561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48640" y="408736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663440" y="960120"/>
            <a:ext cx="4114800" cy="4187952"/>
          </a:xfrm>
          <a:prstGeom prst="roundRect">
            <a:avLst>
              <a:gd name="adj" fmla="val 2667"/>
            </a:avLst>
          </a:prstGeom>
          <a:solidFill>
            <a:srgbClr val="EFF1F8"/>
          </a:solidFill>
          <a:ln w="12700">
            <a:solidFill>
              <a:srgbClr val="E8ECF5"/>
            </a:solidFill>
            <a:prstDash val="solid"/>
          </a:ln>
        </p:spPr>
      </p:sp>
      <p:sp>
        <p:nvSpPr>
          <p:cNvPr id="18" name="Text 16"/>
          <p:cNvSpPr txBox="1"/>
          <p:nvPr/>
        </p:nvSpPr>
        <p:spPr>
          <a:xfrm>
            <a:off x="4828032" y="1024128"/>
            <a:ext cx="37490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828032" y="137160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828032" y="171907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828032" y="206654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828032" y="2414016"/>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828032" y="2761488"/>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828032" y="310896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828032" y="345643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828032" y="380390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EFF1F8"/>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EFF1F8"/>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EFF1F8"/>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Las 12 Iniciativas de Valor Más Importantes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200" dirty="0"/>
          </a:p>
        </p:txBody>
      </p:sp>
      <p:sp>
        <p:nvSpPr>
          <p:cNvPr id="6" name="Shape 4"/>
          <p:cNvSpPr/>
          <p:nvPr/>
        </p:nvSpPr>
        <p:spPr>
          <a:xfrm>
            <a:off x="365760" y="1298448"/>
            <a:ext cx="4206240" cy="548640"/>
          </a:xfrm>
          <a:prstGeom prst="roundRect">
            <a:avLst>
              <a:gd name="adj" fmla="val 13333"/>
            </a:avLst>
          </a:prstGeom>
          <a:solidFill>
            <a:srgbClr val="EFF1F8"/>
          </a:solidFill>
          <a:ln w="12700">
            <a:solidFill>
              <a:srgbClr val="E8ECF5"/>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EFF1F8"/>
          </a:solidFill>
          <a:ln w="12700">
            <a:solidFill>
              <a:srgbClr val="E8ECF5"/>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EFF1F8"/>
          </a:solidFill>
          <a:ln w="12700">
            <a:solidFill>
              <a:srgbClr val="E8ECF5"/>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EFF1F8"/>
          </a:solidFill>
          <a:ln w="12700">
            <a:solidFill>
              <a:srgbClr val="E8ECF5"/>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EFF1F8"/>
          </a:solidFill>
          <a:ln w="12700">
            <a:solidFill>
              <a:srgbClr val="E8ECF5"/>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EFF1F8"/>
          </a:solidFill>
          <a:ln w="12700">
            <a:solidFill>
              <a:srgbClr val="E8ECF5"/>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EFF1F8"/>
          </a:solidFill>
          <a:ln w="12700">
            <a:solidFill>
              <a:srgbClr val="E8ECF5"/>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EFF1F8"/>
          </a:solidFill>
          <a:ln w="12700">
            <a:solidFill>
              <a:srgbClr val="E8ECF5"/>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EFF1F8"/>
          </a:solidFill>
          <a:ln w="12700">
            <a:solidFill>
              <a:srgbClr val="E8ECF5"/>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EFF1F8"/>
          </a:solidFill>
          <a:ln w="12700">
            <a:solidFill>
              <a:srgbClr val="E8ECF5"/>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EFF1F8"/>
          </a:solidFill>
          <a:ln w="12700">
            <a:solidFill>
              <a:srgbClr val="E8ECF5"/>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EFF1F8"/>
          </a:solidFill>
          <a:ln w="12700">
            <a:solidFill>
              <a:srgbClr val="E8ECF5"/>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200" dirty="0"/>
          </a:p>
        </p:txBody>
      </p:sp>
      <p:sp>
        <p:nvSpPr>
          <p:cNvPr id="6" name="Shape 4"/>
          <p:cNvSpPr/>
          <p:nvPr/>
        </p:nvSpPr>
        <p:spPr>
          <a:xfrm>
            <a:off x="365760" y="1298448"/>
            <a:ext cx="1965960" cy="1737360"/>
          </a:xfrm>
          <a:prstGeom prst="roundRect">
            <a:avLst>
              <a:gd name="adj" fmla="val 6316"/>
            </a:avLst>
          </a:prstGeom>
          <a:solidFill>
            <a:srgbClr val="EFF1F8"/>
          </a:solidFill>
          <a:ln w="25400">
            <a:solidFill>
              <a:srgbClr val="30D158"/>
            </a:solidFill>
            <a:prstDash val="solid"/>
          </a:ln>
        </p:spPr>
      </p:sp>
      <p:sp>
        <p:nvSpPr>
          <p:cNvPr id="7" name="Text 5"/>
          <p:cNvSpPr txBox="1"/>
          <p:nvPr/>
        </p:nvSpPr>
        <p:spPr>
          <a:xfrm>
            <a:off x="365760" y="1463040"/>
            <a:ext cx="196596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~10%</a:t>
            </a:r>
            <a:endParaRPr lang="en-US" sz="4800" dirty="0"/>
          </a:p>
        </p:txBody>
      </p:sp>
      <p:sp>
        <p:nvSpPr>
          <p:cNvPr id="8" name="Text 6"/>
          <p:cNvSpPr txBox="1"/>
          <p:nvPr/>
        </p:nvSpPr>
        <p:spPr>
          <a:xfrm>
            <a:off x="45720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468880" y="1298448"/>
            <a:ext cx="1965960" cy="1737360"/>
          </a:xfrm>
          <a:prstGeom prst="roundRect">
            <a:avLst>
              <a:gd name="adj" fmla="val 6316"/>
            </a:avLst>
          </a:prstGeom>
          <a:solidFill>
            <a:srgbClr val="EFF1F8"/>
          </a:solidFill>
          <a:ln w="25400">
            <a:solidFill>
              <a:srgbClr val="FF9500"/>
            </a:solidFill>
            <a:prstDash val="solid"/>
          </a:ln>
        </p:spPr>
      </p:sp>
      <p:sp>
        <p:nvSpPr>
          <p:cNvPr id="10" name="Text 8"/>
          <p:cNvSpPr txBox="1"/>
          <p:nvPr/>
        </p:nvSpPr>
        <p:spPr>
          <a:xfrm>
            <a:off x="2468880" y="1463040"/>
            <a:ext cx="196596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$1M/día</a:t>
            </a:r>
            <a:endParaRPr lang="en-US" sz="4800" dirty="0"/>
          </a:p>
        </p:txBody>
      </p:sp>
      <p:sp>
        <p:nvSpPr>
          <p:cNvPr id="11" name="Text 9"/>
          <p:cNvSpPr txBox="1"/>
          <p:nvPr/>
        </p:nvSpPr>
        <p:spPr>
          <a:xfrm>
            <a:off x="256032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572000" y="1298448"/>
            <a:ext cx="1965960" cy="1737360"/>
          </a:xfrm>
          <a:prstGeom prst="roundRect">
            <a:avLst>
              <a:gd name="adj" fmla="val 6316"/>
            </a:avLst>
          </a:prstGeom>
          <a:solidFill>
            <a:srgbClr val="EFF1F8"/>
          </a:solidFill>
          <a:ln w="25400">
            <a:solidFill>
              <a:srgbClr val="0A84FF"/>
            </a:solidFill>
            <a:prstDash val="solid"/>
          </a:ln>
        </p:spPr>
      </p:sp>
      <p:sp>
        <p:nvSpPr>
          <p:cNvPr id="13" name="Text 11"/>
          <p:cNvSpPr txBox="1"/>
          <p:nvPr/>
        </p:nvSpPr>
        <p:spPr>
          <a:xfrm>
            <a:off x="4572000" y="1463040"/>
            <a:ext cx="196596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140+</a:t>
            </a:r>
            <a:endParaRPr lang="en-US" sz="4800" dirty="0"/>
          </a:p>
        </p:txBody>
      </p:sp>
      <p:sp>
        <p:nvSpPr>
          <p:cNvPr id="14" name="Text 12"/>
          <p:cNvSpPr txBox="1"/>
          <p:nvPr/>
        </p:nvSpPr>
        <p:spPr>
          <a:xfrm>
            <a:off x="466344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675120" y="1298448"/>
            <a:ext cx="1965960" cy="1737360"/>
          </a:xfrm>
          <a:prstGeom prst="roundRect">
            <a:avLst>
              <a:gd name="adj" fmla="val 6316"/>
            </a:avLst>
          </a:prstGeom>
          <a:solidFill>
            <a:srgbClr val="EFF1F8"/>
          </a:solidFill>
          <a:ln w="25400">
            <a:solidFill>
              <a:srgbClr val="AF52DE"/>
            </a:solidFill>
            <a:prstDash val="solid"/>
          </a:ln>
        </p:spPr>
      </p:sp>
      <p:sp>
        <p:nvSpPr>
          <p:cNvPr id="16" name="Text 14"/>
          <p:cNvSpPr txBox="1"/>
          <p:nvPr/>
        </p:nvSpPr>
        <p:spPr>
          <a:xfrm>
            <a:off x="6675120" y="1463040"/>
            <a:ext cx="196596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On-Time</a:t>
            </a:r>
            <a:endParaRPr lang="en-US" sz="4800" dirty="0"/>
          </a:p>
        </p:txBody>
      </p:sp>
      <p:sp>
        <p:nvSpPr>
          <p:cNvPr id="17" name="Text 15"/>
          <p:cNvSpPr txBox="1"/>
          <p:nvPr/>
        </p:nvSpPr>
        <p:spPr>
          <a:xfrm>
            <a:off x="676656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65760" y="3182112"/>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Logros Cualitativos:</a:t>
            </a:r>
            <a:endParaRPr lang="en-US" sz="1200" dirty="0"/>
          </a:p>
        </p:txBody>
      </p:sp>
      <p:sp>
        <p:nvSpPr>
          <p:cNvPr id="19" name="Shape 17"/>
          <p:cNvSpPr/>
          <p:nvPr/>
        </p:nvSpPr>
        <p:spPr>
          <a:xfrm>
            <a:off x="365760" y="3566160"/>
            <a:ext cx="8412480" cy="493776"/>
          </a:xfrm>
          <a:prstGeom prst="roundRect">
            <a:avLst>
              <a:gd name="adj" fmla="val 18519"/>
            </a:avLst>
          </a:prstGeom>
          <a:solidFill>
            <a:srgbClr val="EFF1F8"/>
          </a:solidFill>
          <a:ln w="12700">
            <a:solidFill>
              <a:srgbClr val="E8ECF5"/>
            </a:solidFill>
            <a:prstDash val="solid"/>
          </a:ln>
        </p:spPr>
      </p:sp>
      <p:sp>
        <p:nvSpPr>
          <p:cNvPr id="20" name="Shape 18"/>
          <p:cNvSpPr/>
          <p:nvPr/>
        </p:nvSpPr>
        <p:spPr>
          <a:xfrm>
            <a:off x="365760" y="3566160"/>
            <a:ext cx="64008" cy="493776"/>
          </a:xfrm>
          <a:prstGeom prst="rect">
            <a:avLst/>
          </a:prstGeom>
          <a:solidFill>
            <a:srgbClr val="FF453A"/>
          </a:solidFill>
          <a:ln/>
        </p:spPr>
      </p:sp>
      <p:sp>
        <p:nvSpPr>
          <p:cNvPr id="21" name="Text 19"/>
          <p:cNvSpPr txBox="1"/>
          <p:nvPr/>
        </p:nvSpPr>
        <p:spPr>
          <a:xfrm>
            <a:off x="548640" y="3621024"/>
            <a:ext cx="2286000" cy="25603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926080" y="3621024"/>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65760" y="4133088"/>
            <a:ext cx="8412480" cy="493776"/>
          </a:xfrm>
          <a:prstGeom prst="roundRect">
            <a:avLst>
              <a:gd name="adj" fmla="val 18519"/>
            </a:avLst>
          </a:prstGeom>
          <a:solidFill>
            <a:srgbClr val="EFF1F8"/>
          </a:solidFill>
          <a:ln w="12700">
            <a:solidFill>
              <a:srgbClr val="E8ECF5"/>
            </a:solidFill>
            <a:prstDash val="solid"/>
          </a:ln>
        </p:spPr>
      </p:sp>
      <p:sp>
        <p:nvSpPr>
          <p:cNvPr id="24" name="Shape 22"/>
          <p:cNvSpPr/>
          <p:nvPr/>
        </p:nvSpPr>
        <p:spPr>
          <a:xfrm>
            <a:off x="365760" y="4133088"/>
            <a:ext cx="64008" cy="493776"/>
          </a:xfrm>
          <a:prstGeom prst="rect">
            <a:avLst/>
          </a:prstGeom>
          <a:solidFill>
            <a:srgbClr val="30D158"/>
          </a:solidFill>
          <a:ln/>
        </p:spPr>
      </p:sp>
      <p:sp>
        <p:nvSpPr>
          <p:cNvPr id="25" name="Text 23"/>
          <p:cNvSpPr txBox="1"/>
          <p:nvPr/>
        </p:nvSpPr>
        <p:spPr>
          <a:xfrm>
            <a:off x="548640" y="4187952"/>
            <a:ext cx="2286000" cy="25603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926080" y="4187952"/>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65760" y="4700016"/>
            <a:ext cx="8412480" cy="493776"/>
          </a:xfrm>
          <a:prstGeom prst="roundRect">
            <a:avLst>
              <a:gd name="adj" fmla="val 18519"/>
            </a:avLst>
          </a:prstGeom>
          <a:solidFill>
            <a:srgbClr val="EFF1F8"/>
          </a:solidFill>
          <a:ln w="12700">
            <a:solidFill>
              <a:srgbClr val="E8ECF5"/>
            </a:solidFill>
            <a:prstDash val="solid"/>
          </a:ln>
        </p:spPr>
      </p:sp>
      <p:sp>
        <p:nvSpPr>
          <p:cNvPr id="28" name="Shape 26"/>
          <p:cNvSpPr/>
          <p:nvPr/>
        </p:nvSpPr>
        <p:spPr>
          <a:xfrm>
            <a:off x="365760" y="4700016"/>
            <a:ext cx="64008" cy="493776"/>
          </a:xfrm>
          <a:prstGeom prst="rect">
            <a:avLst/>
          </a:prstGeom>
          <a:solidFill>
            <a:srgbClr val="FF9500"/>
          </a:solidFill>
          <a:ln/>
        </p:spPr>
      </p:sp>
      <p:sp>
        <p:nvSpPr>
          <p:cNvPr id="29" name="Text 27"/>
          <p:cNvSpPr txBox="1"/>
          <p:nvPr/>
        </p:nvSpPr>
        <p:spPr>
          <a:xfrm>
            <a:off x="548640" y="4754880"/>
            <a:ext cx="2286000" cy="25603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926080" y="4754880"/>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200" dirty="0"/>
          </a:p>
        </p:txBody>
      </p:sp>
      <p:sp>
        <p:nvSpPr>
          <p:cNvPr id="6" name="Shape 4"/>
          <p:cNvSpPr/>
          <p:nvPr/>
        </p:nvSpPr>
        <p:spPr>
          <a:xfrm>
            <a:off x="365760" y="1298448"/>
            <a:ext cx="8412480" cy="484632"/>
          </a:xfrm>
          <a:prstGeom prst="roundRect">
            <a:avLst>
              <a:gd name="adj" fmla="val 15094"/>
            </a:avLst>
          </a:prstGeom>
          <a:solidFill>
            <a:srgbClr val="EFF1F8"/>
          </a:solidFill>
          <a:ln w="12700">
            <a:solidFill>
              <a:srgbClr val="E8ECF5"/>
            </a:solidFill>
            <a:prstDash val="solid"/>
          </a:ln>
        </p:spPr>
      </p:sp>
      <p:sp>
        <p:nvSpPr>
          <p:cNvPr id="7" name="Shape 5"/>
          <p:cNvSpPr/>
          <p:nvPr/>
        </p:nvSpPr>
        <p:spPr>
          <a:xfrm>
            <a:off x="365760" y="1298448"/>
            <a:ext cx="64008" cy="484632"/>
          </a:xfrm>
          <a:prstGeom prst="rect">
            <a:avLst/>
          </a:prstGeom>
          <a:solidFill>
            <a:srgbClr val="0A84FF"/>
          </a:solidFill>
          <a:ln/>
        </p:spPr>
      </p:sp>
      <p:sp>
        <p:nvSpPr>
          <p:cNvPr id="8" name="Text 6"/>
          <p:cNvSpPr txBox="1"/>
          <p:nvPr/>
        </p:nvSpPr>
        <p:spPr>
          <a:xfrm>
            <a:off x="566928" y="1353312"/>
            <a:ext cx="2103120" cy="27432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61488" y="13533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5760" y="1847088"/>
            <a:ext cx="8412480" cy="484632"/>
          </a:xfrm>
          <a:prstGeom prst="roundRect">
            <a:avLst>
              <a:gd name="adj" fmla="val 15094"/>
            </a:avLst>
          </a:prstGeom>
          <a:solidFill>
            <a:srgbClr val="EFF1F8"/>
          </a:solidFill>
          <a:ln w="12700">
            <a:solidFill>
              <a:srgbClr val="E8ECF5"/>
            </a:solidFill>
            <a:prstDash val="solid"/>
          </a:ln>
        </p:spPr>
      </p:sp>
      <p:sp>
        <p:nvSpPr>
          <p:cNvPr id="11" name="Shape 9"/>
          <p:cNvSpPr/>
          <p:nvPr/>
        </p:nvSpPr>
        <p:spPr>
          <a:xfrm>
            <a:off x="365760" y="1847088"/>
            <a:ext cx="64008" cy="484632"/>
          </a:xfrm>
          <a:prstGeom prst="rect">
            <a:avLst/>
          </a:prstGeom>
          <a:solidFill>
            <a:srgbClr val="30D158"/>
          </a:solidFill>
          <a:ln/>
        </p:spPr>
      </p:sp>
      <p:sp>
        <p:nvSpPr>
          <p:cNvPr id="12" name="Text 10"/>
          <p:cNvSpPr txBox="1"/>
          <p:nvPr/>
        </p:nvSpPr>
        <p:spPr>
          <a:xfrm>
            <a:off x="566928" y="1901952"/>
            <a:ext cx="2103120" cy="27432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61488" y="19019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5760" y="2395728"/>
            <a:ext cx="8412480" cy="484632"/>
          </a:xfrm>
          <a:prstGeom prst="roundRect">
            <a:avLst>
              <a:gd name="adj" fmla="val 15094"/>
            </a:avLst>
          </a:prstGeom>
          <a:solidFill>
            <a:srgbClr val="EFF1F8"/>
          </a:solidFill>
          <a:ln w="12700">
            <a:solidFill>
              <a:srgbClr val="E8ECF5"/>
            </a:solidFill>
            <a:prstDash val="solid"/>
          </a:ln>
        </p:spPr>
      </p:sp>
      <p:sp>
        <p:nvSpPr>
          <p:cNvPr id="15" name="Shape 13"/>
          <p:cNvSpPr/>
          <p:nvPr/>
        </p:nvSpPr>
        <p:spPr>
          <a:xfrm>
            <a:off x="365760" y="2395728"/>
            <a:ext cx="64008" cy="484632"/>
          </a:xfrm>
          <a:prstGeom prst="rect">
            <a:avLst/>
          </a:prstGeom>
          <a:solidFill>
            <a:srgbClr val="FF9500"/>
          </a:solidFill>
          <a:ln/>
        </p:spPr>
      </p:sp>
      <p:sp>
        <p:nvSpPr>
          <p:cNvPr id="16" name="Text 14"/>
          <p:cNvSpPr txBox="1"/>
          <p:nvPr/>
        </p:nvSpPr>
        <p:spPr>
          <a:xfrm>
            <a:off x="566928" y="2450592"/>
            <a:ext cx="2103120" cy="27432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61488" y="245059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5760" y="2944368"/>
            <a:ext cx="8412480" cy="484632"/>
          </a:xfrm>
          <a:prstGeom prst="roundRect">
            <a:avLst>
              <a:gd name="adj" fmla="val 15094"/>
            </a:avLst>
          </a:prstGeom>
          <a:solidFill>
            <a:srgbClr val="EFF1F8"/>
          </a:solidFill>
          <a:ln w="12700">
            <a:solidFill>
              <a:srgbClr val="E8ECF5"/>
            </a:solidFill>
            <a:prstDash val="solid"/>
          </a:ln>
        </p:spPr>
      </p:sp>
      <p:sp>
        <p:nvSpPr>
          <p:cNvPr id="19" name="Shape 17"/>
          <p:cNvSpPr/>
          <p:nvPr/>
        </p:nvSpPr>
        <p:spPr>
          <a:xfrm>
            <a:off x="365760" y="2944368"/>
            <a:ext cx="64008" cy="484632"/>
          </a:xfrm>
          <a:prstGeom prst="rect">
            <a:avLst/>
          </a:prstGeom>
          <a:solidFill>
            <a:srgbClr val="AF52DE"/>
          </a:solidFill>
          <a:ln/>
        </p:spPr>
      </p:sp>
      <p:sp>
        <p:nvSpPr>
          <p:cNvPr id="20" name="Text 18"/>
          <p:cNvSpPr txBox="1"/>
          <p:nvPr/>
        </p:nvSpPr>
        <p:spPr>
          <a:xfrm>
            <a:off x="566928" y="2999232"/>
            <a:ext cx="2103120" cy="27432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61488" y="299923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5760" y="3493008"/>
            <a:ext cx="8412480" cy="484632"/>
          </a:xfrm>
          <a:prstGeom prst="roundRect">
            <a:avLst>
              <a:gd name="adj" fmla="val 15094"/>
            </a:avLst>
          </a:prstGeom>
          <a:solidFill>
            <a:srgbClr val="EFF1F8"/>
          </a:solidFill>
          <a:ln w="12700">
            <a:solidFill>
              <a:srgbClr val="E8ECF5"/>
            </a:solidFill>
            <a:prstDash val="solid"/>
          </a:ln>
        </p:spPr>
      </p:sp>
      <p:sp>
        <p:nvSpPr>
          <p:cNvPr id="23" name="Shape 21"/>
          <p:cNvSpPr/>
          <p:nvPr/>
        </p:nvSpPr>
        <p:spPr>
          <a:xfrm>
            <a:off x="365760" y="3493008"/>
            <a:ext cx="64008" cy="484632"/>
          </a:xfrm>
          <a:prstGeom prst="rect">
            <a:avLst/>
          </a:prstGeom>
          <a:solidFill>
            <a:srgbClr val="FFD60A"/>
          </a:solidFill>
          <a:ln/>
        </p:spPr>
      </p:sp>
      <p:sp>
        <p:nvSpPr>
          <p:cNvPr id="24" name="Text 22"/>
          <p:cNvSpPr txBox="1"/>
          <p:nvPr/>
        </p:nvSpPr>
        <p:spPr>
          <a:xfrm>
            <a:off x="566928" y="3547872"/>
            <a:ext cx="2103120" cy="27432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61488" y="354787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5760" y="4041648"/>
            <a:ext cx="8412480" cy="484632"/>
          </a:xfrm>
          <a:prstGeom prst="roundRect">
            <a:avLst>
              <a:gd name="adj" fmla="val 15094"/>
            </a:avLst>
          </a:prstGeom>
          <a:solidFill>
            <a:srgbClr val="EFF1F8"/>
          </a:solidFill>
          <a:ln w="12700">
            <a:solidFill>
              <a:srgbClr val="E8ECF5"/>
            </a:solidFill>
            <a:prstDash val="solid"/>
          </a:ln>
        </p:spPr>
      </p:sp>
      <p:sp>
        <p:nvSpPr>
          <p:cNvPr id="27" name="Shape 25"/>
          <p:cNvSpPr/>
          <p:nvPr/>
        </p:nvSpPr>
        <p:spPr>
          <a:xfrm>
            <a:off x="365760" y="4041648"/>
            <a:ext cx="64008" cy="484632"/>
          </a:xfrm>
          <a:prstGeom prst="rect">
            <a:avLst/>
          </a:prstGeom>
          <a:solidFill>
            <a:srgbClr val="FF453A"/>
          </a:solidFill>
          <a:ln/>
        </p:spPr>
      </p:sp>
      <p:sp>
        <p:nvSpPr>
          <p:cNvPr id="28" name="Text 26"/>
          <p:cNvSpPr txBox="1"/>
          <p:nvPr/>
        </p:nvSpPr>
        <p:spPr>
          <a:xfrm>
            <a:off x="566928" y="4096512"/>
            <a:ext cx="2103120" cy="27432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61488" y="40965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5760" y="4590288"/>
            <a:ext cx="8412480" cy="484632"/>
          </a:xfrm>
          <a:prstGeom prst="roundRect">
            <a:avLst>
              <a:gd name="adj" fmla="val 15094"/>
            </a:avLst>
          </a:prstGeom>
          <a:solidFill>
            <a:srgbClr val="EFF1F8"/>
          </a:solidFill>
          <a:ln w="12700">
            <a:solidFill>
              <a:srgbClr val="E8ECF5"/>
            </a:solidFill>
            <a:prstDash val="solid"/>
          </a:ln>
        </p:spPr>
      </p:sp>
      <p:sp>
        <p:nvSpPr>
          <p:cNvPr id="31" name="Shape 29"/>
          <p:cNvSpPr/>
          <p:nvPr/>
        </p:nvSpPr>
        <p:spPr>
          <a:xfrm>
            <a:off x="365760" y="4590288"/>
            <a:ext cx="64008" cy="484632"/>
          </a:xfrm>
          <a:prstGeom prst="rect">
            <a:avLst/>
          </a:prstGeom>
          <a:solidFill>
            <a:srgbClr val="64D2FF"/>
          </a:solidFill>
          <a:ln/>
        </p:spPr>
      </p:sp>
      <p:sp>
        <p:nvSpPr>
          <p:cNvPr id="32" name="Text 30"/>
          <p:cNvSpPr txBox="1"/>
          <p:nvPr/>
        </p:nvSpPr>
        <p:spPr>
          <a:xfrm>
            <a:off x="566928" y="4645152"/>
            <a:ext cx="2103120" cy="27432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61488" y="46451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Análisis Comparativo de los Casos de Estudio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200" dirty="0"/>
          </a:p>
        </p:txBody>
      </p:sp>
      <p:sp>
        <p:nvSpPr>
          <p:cNvPr id="6" name="Shape 4"/>
          <p:cNvSpPr/>
          <p:nvPr/>
        </p:nvSpPr>
        <p:spPr>
          <a:xfrm>
            <a:off x="320040" y="1298448"/>
            <a:ext cx="2286000" cy="384048"/>
          </a:xfrm>
          <a:prstGeom prst="rect">
            <a:avLst/>
          </a:prstGeom>
          <a:solidFill>
            <a:srgbClr val="AF52DE"/>
          </a:solidFill>
          <a:ln/>
        </p:spPr>
      </p:sp>
      <p:sp>
        <p:nvSpPr>
          <p:cNvPr id="7" name="Text 5"/>
          <p:cNvSpPr txBox="1"/>
          <p:nvPr/>
        </p:nvSpPr>
        <p:spPr>
          <a:xfrm>
            <a:off x="374904" y="1298448"/>
            <a:ext cx="22311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633472" y="1298448"/>
            <a:ext cx="1097280" cy="384048"/>
          </a:xfrm>
          <a:prstGeom prst="rect">
            <a:avLst/>
          </a:prstGeom>
          <a:solidFill>
            <a:srgbClr val="AF52DE"/>
          </a:solidFill>
          <a:ln/>
        </p:spPr>
      </p:sp>
      <p:sp>
        <p:nvSpPr>
          <p:cNvPr id="9" name="Text 7"/>
          <p:cNvSpPr txBox="1"/>
          <p:nvPr/>
        </p:nvSpPr>
        <p:spPr>
          <a:xfrm>
            <a:off x="2688336" y="1298448"/>
            <a:ext cx="10424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767328" y="1298448"/>
            <a:ext cx="1371600" cy="384048"/>
          </a:xfrm>
          <a:prstGeom prst="rect">
            <a:avLst/>
          </a:prstGeom>
          <a:solidFill>
            <a:srgbClr val="AF52DE"/>
          </a:solidFill>
          <a:ln/>
        </p:spPr>
      </p:sp>
      <p:sp>
        <p:nvSpPr>
          <p:cNvPr id="11" name="Text 9"/>
          <p:cNvSpPr txBox="1"/>
          <p:nvPr/>
        </p:nvSpPr>
        <p:spPr>
          <a:xfrm>
            <a:off x="3822192" y="1298448"/>
            <a:ext cx="13167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5166360" y="1298448"/>
            <a:ext cx="2011680" cy="384048"/>
          </a:xfrm>
          <a:prstGeom prst="rect">
            <a:avLst/>
          </a:prstGeom>
          <a:solidFill>
            <a:srgbClr val="AF52DE"/>
          </a:solidFill>
          <a:ln/>
        </p:spPr>
      </p:sp>
      <p:sp>
        <p:nvSpPr>
          <p:cNvPr id="13" name="Text 11"/>
          <p:cNvSpPr txBox="1"/>
          <p:nvPr/>
        </p:nvSpPr>
        <p:spPr>
          <a:xfrm>
            <a:off x="5221224" y="1298448"/>
            <a:ext cx="19568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7205472" y="1298448"/>
            <a:ext cx="1280160" cy="384048"/>
          </a:xfrm>
          <a:prstGeom prst="rect">
            <a:avLst/>
          </a:prstGeom>
          <a:solidFill>
            <a:srgbClr val="AF52DE"/>
          </a:solidFill>
          <a:ln/>
        </p:spPr>
      </p:sp>
      <p:sp>
        <p:nvSpPr>
          <p:cNvPr id="15" name="Text 13"/>
          <p:cNvSpPr txBox="1"/>
          <p:nvPr/>
        </p:nvSpPr>
        <p:spPr>
          <a:xfrm>
            <a:off x="7260336" y="1298448"/>
            <a:ext cx="122529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20040" y="1719072"/>
            <a:ext cx="2286000" cy="475488"/>
          </a:xfrm>
          <a:prstGeom prst="rect">
            <a:avLst/>
          </a:prstGeom>
          <a:solidFill>
            <a:srgbClr val="EFF1F8"/>
          </a:solidFill>
          <a:ln/>
        </p:spPr>
      </p:sp>
      <p:sp>
        <p:nvSpPr>
          <p:cNvPr id="17" name="Text 15"/>
          <p:cNvSpPr txBox="1"/>
          <p:nvPr/>
        </p:nvSpPr>
        <p:spPr>
          <a:xfrm>
            <a:off x="374904" y="1755648"/>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633472" y="1719072"/>
            <a:ext cx="1097280" cy="475488"/>
          </a:xfrm>
          <a:prstGeom prst="rect">
            <a:avLst/>
          </a:prstGeom>
          <a:solidFill>
            <a:srgbClr val="EFF1F8"/>
          </a:solidFill>
          <a:ln/>
        </p:spPr>
      </p:sp>
      <p:sp>
        <p:nvSpPr>
          <p:cNvPr id="19" name="Text 17"/>
          <p:cNvSpPr txBox="1"/>
          <p:nvPr/>
        </p:nvSpPr>
        <p:spPr>
          <a:xfrm>
            <a:off x="2688336" y="1755648"/>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767328" y="1719072"/>
            <a:ext cx="1371600" cy="475488"/>
          </a:xfrm>
          <a:prstGeom prst="rect">
            <a:avLst/>
          </a:prstGeom>
          <a:solidFill>
            <a:srgbClr val="EFF1F8"/>
          </a:solidFill>
          <a:ln/>
        </p:spPr>
      </p:sp>
      <p:sp>
        <p:nvSpPr>
          <p:cNvPr id="21" name="Text 19"/>
          <p:cNvSpPr txBox="1"/>
          <p:nvPr/>
        </p:nvSpPr>
        <p:spPr>
          <a:xfrm>
            <a:off x="3822192" y="1755648"/>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5166360" y="1719072"/>
            <a:ext cx="2011680" cy="475488"/>
          </a:xfrm>
          <a:prstGeom prst="rect">
            <a:avLst/>
          </a:prstGeom>
          <a:solidFill>
            <a:srgbClr val="EFF1F8"/>
          </a:solidFill>
          <a:ln/>
        </p:spPr>
      </p:sp>
      <p:sp>
        <p:nvSpPr>
          <p:cNvPr id="23" name="Text 21"/>
          <p:cNvSpPr txBox="1"/>
          <p:nvPr/>
        </p:nvSpPr>
        <p:spPr>
          <a:xfrm>
            <a:off x="5221224" y="1755648"/>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7205472" y="1719072"/>
            <a:ext cx="1280160" cy="475488"/>
          </a:xfrm>
          <a:prstGeom prst="rect">
            <a:avLst/>
          </a:prstGeom>
          <a:solidFill>
            <a:srgbClr val="EFF1F8"/>
          </a:solidFill>
          <a:ln/>
        </p:spPr>
      </p:sp>
      <p:sp>
        <p:nvSpPr>
          <p:cNvPr id="25" name="Text 23"/>
          <p:cNvSpPr txBox="1"/>
          <p:nvPr/>
        </p:nvSpPr>
        <p:spPr>
          <a:xfrm>
            <a:off x="7260336" y="1755648"/>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20040" y="2249424"/>
            <a:ext cx="2286000" cy="475488"/>
          </a:xfrm>
          <a:prstGeom prst="rect">
            <a:avLst/>
          </a:prstGeom>
          <a:solidFill>
            <a:srgbClr val="1A1A2E"/>
          </a:solidFill>
          <a:ln/>
        </p:spPr>
      </p:sp>
      <p:sp>
        <p:nvSpPr>
          <p:cNvPr id="27" name="Text 25"/>
          <p:cNvSpPr txBox="1"/>
          <p:nvPr/>
        </p:nvSpPr>
        <p:spPr>
          <a:xfrm>
            <a:off x="374904" y="2286000"/>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633472" y="2249424"/>
            <a:ext cx="1097280" cy="475488"/>
          </a:xfrm>
          <a:prstGeom prst="rect">
            <a:avLst/>
          </a:prstGeom>
          <a:solidFill>
            <a:srgbClr val="1A1A2E"/>
          </a:solidFill>
          <a:ln/>
        </p:spPr>
      </p:sp>
      <p:sp>
        <p:nvSpPr>
          <p:cNvPr id="29" name="Text 27"/>
          <p:cNvSpPr txBox="1"/>
          <p:nvPr/>
        </p:nvSpPr>
        <p:spPr>
          <a:xfrm>
            <a:off x="2688336" y="2286000"/>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767328" y="2249424"/>
            <a:ext cx="1371600" cy="475488"/>
          </a:xfrm>
          <a:prstGeom prst="rect">
            <a:avLst/>
          </a:prstGeom>
          <a:solidFill>
            <a:srgbClr val="1A1A2E"/>
          </a:solidFill>
          <a:ln/>
        </p:spPr>
      </p:sp>
      <p:sp>
        <p:nvSpPr>
          <p:cNvPr id="31" name="Text 29"/>
          <p:cNvSpPr txBox="1"/>
          <p:nvPr/>
        </p:nvSpPr>
        <p:spPr>
          <a:xfrm>
            <a:off x="3822192" y="2286000"/>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5166360" y="2249424"/>
            <a:ext cx="2011680" cy="475488"/>
          </a:xfrm>
          <a:prstGeom prst="rect">
            <a:avLst/>
          </a:prstGeom>
          <a:solidFill>
            <a:srgbClr val="1A1A2E"/>
          </a:solidFill>
          <a:ln/>
        </p:spPr>
      </p:sp>
      <p:sp>
        <p:nvSpPr>
          <p:cNvPr id="33" name="Text 31"/>
          <p:cNvSpPr txBox="1"/>
          <p:nvPr/>
        </p:nvSpPr>
        <p:spPr>
          <a:xfrm>
            <a:off x="5221224" y="2286000"/>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7205472" y="2249424"/>
            <a:ext cx="1280160" cy="475488"/>
          </a:xfrm>
          <a:prstGeom prst="rect">
            <a:avLst/>
          </a:prstGeom>
          <a:solidFill>
            <a:srgbClr val="1A1A2E"/>
          </a:solidFill>
          <a:ln/>
        </p:spPr>
      </p:sp>
      <p:sp>
        <p:nvSpPr>
          <p:cNvPr id="35" name="Text 33"/>
          <p:cNvSpPr txBox="1"/>
          <p:nvPr/>
        </p:nvSpPr>
        <p:spPr>
          <a:xfrm>
            <a:off x="7260336" y="2286000"/>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20040" y="2779776"/>
            <a:ext cx="2286000" cy="475488"/>
          </a:xfrm>
          <a:prstGeom prst="rect">
            <a:avLst/>
          </a:prstGeom>
          <a:solidFill>
            <a:srgbClr val="EFF1F8"/>
          </a:solidFill>
          <a:ln/>
        </p:spPr>
      </p:sp>
      <p:sp>
        <p:nvSpPr>
          <p:cNvPr id="37" name="Text 35"/>
          <p:cNvSpPr txBox="1"/>
          <p:nvPr/>
        </p:nvSpPr>
        <p:spPr>
          <a:xfrm>
            <a:off x="374904" y="2816352"/>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633472" y="2779776"/>
            <a:ext cx="1097280" cy="475488"/>
          </a:xfrm>
          <a:prstGeom prst="rect">
            <a:avLst/>
          </a:prstGeom>
          <a:solidFill>
            <a:srgbClr val="EFF1F8"/>
          </a:solidFill>
          <a:ln/>
        </p:spPr>
      </p:sp>
      <p:sp>
        <p:nvSpPr>
          <p:cNvPr id="39" name="Text 37"/>
          <p:cNvSpPr txBox="1"/>
          <p:nvPr/>
        </p:nvSpPr>
        <p:spPr>
          <a:xfrm>
            <a:off x="2688336" y="2816352"/>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767328" y="2779776"/>
            <a:ext cx="1371600" cy="475488"/>
          </a:xfrm>
          <a:prstGeom prst="rect">
            <a:avLst/>
          </a:prstGeom>
          <a:solidFill>
            <a:srgbClr val="EFF1F8"/>
          </a:solidFill>
          <a:ln/>
        </p:spPr>
      </p:sp>
      <p:sp>
        <p:nvSpPr>
          <p:cNvPr id="41" name="Text 39"/>
          <p:cNvSpPr txBox="1"/>
          <p:nvPr/>
        </p:nvSpPr>
        <p:spPr>
          <a:xfrm>
            <a:off x="3822192" y="2816352"/>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5166360" y="2779776"/>
            <a:ext cx="2011680" cy="475488"/>
          </a:xfrm>
          <a:prstGeom prst="rect">
            <a:avLst/>
          </a:prstGeom>
          <a:solidFill>
            <a:srgbClr val="EFF1F8"/>
          </a:solidFill>
          <a:ln/>
        </p:spPr>
      </p:sp>
      <p:sp>
        <p:nvSpPr>
          <p:cNvPr id="43" name="Text 41"/>
          <p:cNvSpPr txBox="1"/>
          <p:nvPr/>
        </p:nvSpPr>
        <p:spPr>
          <a:xfrm>
            <a:off x="5221224" y="2816352"/>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7205472" y="2779776"/>
            <a:ext cx="1280160" cy="475488"/>
          </a:xfrm>
          <a:prstGeom prst="rect">
            <a:avLst/>
          </a:prstGeom>
          <a:solidFill>
            <a:srgbClr val="EFF1F8"/>
          </a:solidFill>
          <a:ln/>
        </p:spPr>
      </p:sp>
      <p:sp>
        <p:nvSpPr>
          <p:cNvPr id="45" name="Text 43"/>
          <p:cNvSpPr txBox="1"/>
          <p:nvPr/>
        </p:nvSpPr>
        <p:spPr>
          <a:xfrm>
            <a:off x="7260336" y="2816352"/>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20040" y="3310128"/>
            <a:ext cx="2286000" cy="475488"/>
          </a:xfrm>
          <a:prstGeom prst="rect">
            <a:avLst/>
          </a:prstGeom>
          <a:solidFill>
            <a:srgbClr val="1A1A2E"/>
          </a:solidFill>
          <a:ln/>
        </p:spPr>
      </p:sp>
      <p:sp>
        <p:nvSpPr>
          <p:cNvPr id="47" name="Text 45"/>
          <p:cNvSpPr txBox="1"/>
          <p:nvPr/>
        </p:nvSpPr>
        <p:spPr>
          <a:xfrm>
            <a:off x="374904" y="3346704"/>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633472" y="3310128"/>
            <a:ext cx="1097280" cy="475488"/>
          </a:xfrm>
          <a:prstGeom prst="rect">
            <a:avLst/>
          </a:prstGeom>
          <a:solidFill>
            <a:srgbClr val="1A1A2E"/>
          </a:solidFill>
          <a:ln/>
        </p:spPr>
      </p:sp>
      <p:sp>
        <p:nvSpPr>
          <p:cNvPr id="49" name="Text 47"/>
          <p:cNvSpPr txBox="1"/>
          <p:nvPr/>
        </p:nvSpPr>
        <p:spPr>
          <a:xfrm>
            <a:off x="2688336" y="3346704"/>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767328" y="3310128"/>
            <a:ext cx="1371600" cy="475488"/>
          </a:xfrm>
          <a:prstGeom prst="rect">
            <a:avLst/>
          </a:prstGeom>
          <a:solidFill>
            <a:srgbClr val="1A1A2E"/>
          </a:solidFill>
          <a:ln/>
        </p:spPr>
      </p:sp>
      <p:sp>
        <p:nvSpPr>
          <p:cNvPr id="51" name="Text 49"/>
          <p:cNvSpPr txBox="1"/>
          <p:nvPr/>
        </p:nvSpPr>
        <p:spPr>
          <a:xfrm>
            <a:off x="3822192" y="3346704"/>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5166360" y="3310128"/>
            <a:ext cx="2011680" cy="475488"/>
          </a:xfrm>
          <a:prstGeom prst="rect">
            <a:avLst/>
          </a:prstGeom>
          <a:solidFill>
            <a:srgbClr val="1A1A2E"/>
          </a:solidFill>
          <a:ln/>
        </p:spPr>
      </p:sp>
      <p:sp>
        <p:nvSpPr>
          <p:cNvPr id="53" name="Text 51"/>
          <p:cNvSpPr txBox="1"/>
          <p:nvPr/>
        </p:nvSpPr>
        <p:spPr>
          <a:xfrm>
            <a:off x="5221224" y="3346704"/>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7205472" y="3310128"/>
            <a:ext cx="1280160" cy="475488"/>
          </a:xfrm>
          <a:prstGeom prst="rect">
            <a:avLst/>
          </a:prstGeom>
          <a:solidFill>
            <a:srgbClr val="1A1A2E"/>
          </a:solidFill>
          <a:ln/>
        </p:spPr>
      </p:sp>
      <p:sp>
        <p:nvSpPr>
          <p:cNvPr id="55" name="Text 53"/>
          <p:cNvSpPr txBox="1"/>
          <p:nvPr/>
        </p:nvSpPr>
        <p:spPr>
          <a:xfrm>
            <a:off x="7260336" y="3346704"/>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20040" y="3840480"/>
            <a:ext cx="2286000" cy="475488"/>
          </a:xfrm>
          <a:prstGeom prst="rect">
            <a:avLst/>
          </a:prstGeom>
          <a:solidFill>
            <a:srgbClr val="AF52DE"/>
          </a:solidFill>
          <a:ln/>
        </p:spPr>
      </p:sp>
      <p:sp>
        <p:nvSpPr>
          <p:cNvPr id="57" name="Text 55"/>
          <p:cNvSpPr txBox="1"/>
          <p:nvPr/>
        </p:nvSpPr>
        <p:spPr>
          <a:xfrm>
            <a:off x="374904" y="3877056"/>
            <a:ext cx="2231136" cy="402336"/>
          </a:xfrm>
          <a:prstGeom prst="rect">
            <a:avLst/>
          </a:prstGeom>
          <a:noFill/>
          <a:ln/>
        </p:spPr>
        <p:txBody>
          <a:bodyPr wrap="square" lIns="0" tIns="0" rIns="0" bIns="0" rtlCol="0" anchor="ctr"/>
          <a:lstStyle/>
          <a:p>
            <a:pPr algn="l"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633472" y="3840480"/>
            <a:ext cx="1097280" cy="475488"/>
          </a:xfrm>
          <a:prstGeom prst="rect">
            <a:avLst/>
          </a:prstGeom>
          <a:solidFill>
            <a:srgbClr val="AF52DE"/>
          </a:solidFill>
          <a:ln/>
        </p:spPr>
      </p:sp>
      <p:sp>
        <p:nvSpPr>
          <p:cNvPr id="59" name="Text 57"/>
          <p:cNvSpPr txBox="1"/>
          <p:nvPr/>
        </p:nvSpPr>
        <p:spPr>
          <a:xfrm>
            <a:off x="2688336" y="3877056"/>
            <a:ext cx="10424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767328" y="3840480"/>
            <a:ext cx="1371600" cy="475488"/>
          </a:xfrm>
          <a:prstGeom prst="rect">
            <a:avLst/>
          </a:prstGeom>
          <a:solidFill>
            <a:srgbClr val="AF52DE"/>
          </a:solidFill>
          <a:ln/>
        </p:spPr>
      </p:sp>
      <p:sp>
        <p:nvSpPr>
          <p:cNvPr id="61" name="Text 59"/>
          <p:cNvSpPr txBox="1"/>
          <p:nvPr/>
        </p:nvSpPr>
        <p:spPr>
          <a:xfrm>
            <a:off x="3822192" y="3877056"/>
            <a:ext cx="131673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5166360" y="3840480"/>
            <a:ext cx="2011680" cy="475488"/>
          </a:xfrm>
          <a:prstGeom prst="rect">
            <a:avLst/>
          </a:prstGeom>
          <a:solidFill>
            <a:srgbClr val="AF52DE"/>
          </a:solidFill>
          <a:ln/>
        </p:spPr>
      </p:sp>
      <p:sp>
        <p:nvSpPr>
          <p:cNvPr id="63" name="Text 61"/>
          <p:cNvSpPr txBox="1"/>
          <p:nvPr/>
        </p:nvSpPr>
        <p:spPr>
          <a:xfrm>
            <a:off x="5221224" y="3877056"/>
            <a:ext cx="19568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7205472" y="3840480"/>
            <a:ext cx="1280160" cy="475488"/>
          </a:xfrm>
          <a:prstGeom prst="rect">
            <a:avLst/>
          </a:prstGeom>
          <a:solidFill>
            <a:srgbClr val="AF52DE"/>
          </a:solidFill>
          <a:ln/>
        </p:spPr>
      </p:sp>
      <p:sp>
        <p:nvSpPr>
          <p:cNvPr id="65" name="Text 63"/>
          <p:cNvSpPr txBox="1"/>
          <p:nvPr/>
        </p:nvSpPr>
        <p:spPr>
          <a:xfrm>
            <a:off x="7260336" y="3877056"/>
            <a:ext cx="122529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65760" y="4462272"/>
            <a:ext cx="8412480" cy="749808"/>
          </a:xfrm>
          <a:prstGeom prst="roundRect">
            <a:avLst>
              <a:gd name="adj" fmla="val 12195"/>
            </a:avLst>
          </a:prstGeom>
          <a:solidFill>
            <a:srgbClr val="EFF1F8"/>
          </a:solidFill>
          <a:ln w="12700">
            <a:solidFill>
              <a:srgbClr val="AF52DE"/>
            </a:solidFill>
            <a:prstDash val="solid"/>
          </a:ln>
        </p:spPr>
      </p:sp>
      <p:sp>
        <p:nvSpPr>
          <p:cNvPr id="67" name="Text 65"/>
          <p:cNvSpPr txBox="1"/>
          <p:nvPr/>
        </p:nvSpPr>
        <p:spPr>
          <a:xfrm>
            <a:off x="530352" y="4526280"/>
            <a:ext cx="8046720" cy="621792"/>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EFF1F8"/>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EFF1F8"/>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EFF1F8"/>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Seguridad — Safety by Design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200" dirty="0"/>
          </a:p>
        </p:txBody>
      </p:sp>
      <p:sp>
        <p:nvSpPr>
          <p:cNvPr id="6" name="Shape 4"/>
          <p:cNvSpPr/>
          <p:nvPr/>
        </p:nvSpPr>
        <p:spPr>
          <a:xfrm>
            <a:off x="365760" y="1325880"/>
            <a:ext cx="4206240" cy="1143000"/>
          </a:xfrm>
          <a:prstGeom prst="roundRect">
            <a:avLst>
              <a:gd name="adj" fmla="val 8000"/>
            </a:avLst>
          </a:prstGeom>
          <a:solidFill>
            <a:srgbClr val="EFF1F8"/>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EFF1F8"/>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EFF1F8"/>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EFF1F8"/>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EFF1F8"/>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EFF1F8"/>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EFF1F8"/>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EFF1F8"/>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EFF1F8"/>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EFF1F8"/>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EFF1F8"/>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Concreto Reforzado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200" dirty="0"/>
          </a:p>
        </p:txBody>
      </p:sp>
      <p:sp>
        <p:nvSpPr>
          <p:cNvPr id="6" name="Shape 4"/>
          <p:cNvSpPr/>
          <p:nvPr/>
        </p:nvSpPr>
        <p:spPr>
          <a:xfrm>
            <a:off x="365760" y="1298448"/>
            <a:ext cx="4206240" cy="1143000"/>
          </a:xfrm>
          <a:prstGeom prst="roundRect">
            <a:avLst>
              <a:gd name="adj" fmla="val 8000"/>
            </a:avLst>
          </a:prstGeom>
          <a:solidFill>
            <a:srgbClr val="EFF1F8"/>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EFF1F8"/>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EFF1F8"/>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EFF1F8"/>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EFF1F8"/>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EFF1F8"/>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EFF1F8"/>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EFF1F8"/>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EFF1F8"/>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FF1F8"/>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la Era Digital — Industry 4.0</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EFF1F8"/>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EFF1F8"/>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EFF1F8"/>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EFF1F8"/>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EFF1F8"/>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EFF1F8"/>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EFF1F8"/>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FF1F8"/>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Procura Estratégica y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FF1F8"/>
          </a:solidFill>
          <a:ln w="12700">
            <a:solidFill>
              <a:srgbClr val="FF9500"/>
            </a:solidFill>
            <a:prstDash val="solid"/>
          </a:ln>
        </p:spPr>
      </p:sp>
      <p:sp>
        <p:nvSpPr>
          <p:cNvPr id="7" name="Shape 5"/>
          <p:cNvSpPr/>
          <p:nvPr/>
        </p:nvSpPr>
        <p:spPr>
          <a:xfrm>
            <a:off x="365760" y="1298448"/>
            <a:ext cx="73152" cy="859536"/>
          </a:xfrm>
          <a:prstGeom prst="rect">
            <a:avLst/>
          </a:prstGeom>
          <a:solidFill>
            <a:srgbClr val="FF9500"/>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5760" y="2267712"/>
            <a:ext cx="8412480" cy="859536"/>
          </a:xfrm>
          <a:prstGeom prst="roundRect">
            <a:avLst>
              <a:gd name="adj" fmla="val 10638"/>
            </a:avLst>
          </a:prstGeom>
          <a:solidFill>
            <a:srgbClr val="EFF1F8"/>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5760" y="3236976"/>
            <a:ext cx="8412480" cy="859536"/>
          </a:xfrm>
          <a:prstGeom prst="roundRect">
            <a:avLst>
              <a:gd name="adj" fmla="val 10638"/>
            </a:avLst>
          </a:prstGeom>
          <a:solidFill>
            <a:srgbClr val="EFF1F8"/>
          </a:solidFill>
          <a:ln w="12700">
            <a:solidFill>
              <a:srgbClr val="30D158"/>
            </a:solidFill>
            <a:prstDash val="solid"/>
          </a:ln>
        </p:spPr>
      </p:sp>
      <p:sp>
        <p:nvSpPr>
          <p:cNvPr id="15" name="Shape 13"/>
          <p:cNvSpPr/>
          <p:nvPr/>
        </p:nvSpPr>
        <p:spPr>
          <a:xfrm>
            <a:off x="365760" y="3236976"/>
            <a:ext cx="73152" cy="859536"/>
          </a:xfrm>
          <a:prstGeom prst="rect">
            <a:avLst/>
          </a:prstGeom>
          <a:solidFill>
            <a:srgbClr val="30D158"/>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5760" y="4206240"/>
            <a:ext cx="8412480" cy="859536"/>
          </a:xfrm>
          <a:prstGeom prst="roundRect">
            <a:avLst>
              <a:gd name="adj" fmla="val 10638"/>
            </a:avLst>
          </a:prstGeom>
          <a:solidFill>
            <a:srgbClr val="EFF1F8"/>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Revisiones Formales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FF1F8"/>
          </a:solidFill>
          <a:ln w="12700">
            <a:solidFill>
              <a:srgbClr val="0A84FF"/>
            </a:solidFill>
            <a:prstDash val="solid"/>
          </a:ln>
        </p:spPr>
      </p:sp>
      <p:sp>
        <p:nvSpPr>
          <p:cNvPr id="7" name="Shape 5"/>
          <p:cNvSpPr/>
          <p:nvPr/>
        </p:nvSpPr>
        <p:spPr>
          <a:xfrm>
            <a:off x="365760" y="1298448"/>
            <a:ext cx="73152" cy="859536"/>
          </a:xfrm>
          <a:prstGeom prst="rect">
            <a:avLst/>
          </a:prstGeom>
          <a:solidFill>
            <a:srgbClr val="0A84FF"/>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5760" y="2267712"/>
            <a:ext cx="8412480" cy="859536"/>
          </a:xfrm>
          <a:prstGeom prst="roundRect">
            <a:avLst>
              <a:gd name="adj" fmla="val 10638"/>
            </a:avLst>
          </a:prstGeom>
          <a:solidFill>
            <a:srgbClr val="EFF1F8"/>
          </a:solidFill>
          <a:ln w="12700">
            <a:solidFill>
              <a:srgbClr val="30D158"/>
            </a:solidFill>
            <a:prstDash val="solid"/>
          </a:ln>
        </p:spPr>
      </p:sp>
      <p:sp>
        <p:nvSpPr>
          <p:cNvPr id="11" name="Shape 9"/>
          <p:cNvSpPr/>
          <p:nvPr/>
        </p:nvSpPr>
        <p:spPr>
          <a:xfrm>
            <a:off x="365760" y="2267712"/>
            <a:ext cx="73152" cy="859536"/>
          </a:xfrm>
          <a:prstGeom prst="rect">
            <a:avLst/>
          </a:prstGeom>
          <a:solidFill>
            <a:srgbClr val="30D158"/>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5760" y="3236976"/>
            <a:ext cx="8412480" cy="859536"/>
          </a:xfrm>
          <a:prstGeom prst="roundRect">
            <a:avLst>
              <a:gd name="adj" fmla="val 10638"/>
            </a:avLst>
          </a:prstGeom>
          <a:solidFill>
            <a:srgbClr val="EFF1F8"/>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5760" y="4206240"/>
            <a:ext cx="8412480" cy="859536"/>
          </a:xfrm>
          <a:prstGeom prst="roundRect">
            <a:avLst>
              <a:gd name="adj" fmla="val 10638"/>
            </a:avLst>
          </a:prstGeom>
          <a:solidFill>
            <a:srgbClr val="EFF1F8"/>
          </a:solidFill>
          <a:ln w="12700">
            <a:solidFill>
              <a:srgbClr val="FF453A"/>
            </a:solidFill>
            <a:prstDash val="solid"/>
          </a:ln>
        </p:spPr>
      </p:sp>
      <p:sp>
        <p:nvSpPr>
          <p:cNvPr id="19" name="Shape 17"/>
          <p:cNvSpPr/>
          <p:nvPr/>
        </p:nvSpPr>
        <p:spPr>
          <a:xfrm>
            <a:off x="365760" y="4206240"/>
            <a:ext cx="73152" cy="859536"/>
          </a:xfrm>
          <a:prstGeom prst="rect">
            <a:avLst/>
          </a:prstGeom>
          <a:solidFill>
            <a:srgbClr val="FF453A"/>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Gestión de Riesgos del Proyecto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FF1F8"/>
          </a:solidFill>
          <a:ln w="12700">
            <a:solidFill>
              <a:srgbClr val="FF453A"/>
            </a:solidFill>
            <a:prstDash val="solid"/>
          </a:ln>
        </p:spPr>
      </p:sp>
      <p:sp>
        <p:nvSpPr>
          <p:cNvPr id="7" name="Shape 5"/>
          <p:cNvSpPr/>
          <p:nvPr/>
        </p:nvSpPr>
        <p:spPr>
          <a:xfrm>
            <a:off x="365760" y="1298448"/>
            <a:ext cx="73152" cy="859536"/>
          </a:xfrm>
          <a:prstGeom prst="rect">
            <a:avLst/>
          </a:prstGeom>
          <a:solidFill>
            <a:srgbClr val="FF453A"/>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5760" y="2267712"/>
            <a:ext cx="8412480" cy="859536"/>
          </a:xfrm>
          <a:prstGeom prst="roundRect">
            <a:avLst>
              <a:gd name="adj" fmla="val 10638"/>
            </a:avLst>
          </a:prstGeom>
          <a:solidFill>
            <a:srgbClr val="EFF1F8"/>
          </a:solidFill>
          <a:ln w="12700">
            <a:solidFill>
              <a:srgbClr val="FF9500"/>
            </a:solidFill>
            <a:prstDash val="solid"/>
          </a:ln>
        </p:spPr>
      </p:sp>
      <p:sp>
        <p:nvSpPr>
          <p:cNvPr id="11" name="Shape 9"/>
          <p:cNvSpPr/>
          <p:nvPr/>
        </p:nvSpPr>
        <p:spPr>
          <a:xfrm>
            <a:off x="365760" y="2267712"/>
            <a:ext cx="73152" cy="859536"/>
          </a:xfrm>
          <a:prstGeom prst="rect">
            <a:avLst/>
          </a:prstGeom>
          <a:solidFill>
            <a:srgbClr val="FF9500"/>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5760" y="3236976"/>
            <a:ext cx="8412480" cy="859536"/>
          </a:xfrm>
          <a:prstGeom prst="roundRect">
            <a:avLst>
              <a:gd name="adj" fmla="val 10638"/>
            </a:avLst>
          </a:prstGeom>
          <a:solidFill>
            <a:srgbClr val="EFF1F8"/>
          </a:solidFill>
          <a:ln w="12700">
            <a:solidFill>
              <a:srgbClr val="FFD60A"/>
            </a:solidFill>
            <a:prstDash val="solid"/>
          </a:ln>
        </p:spPr>
      </p:sp>
      <p:sp>
        <p:nvSpPr>
          <p:cNvPr id="15" name="Shape 13"/>
          <p:cNvSpPr/>
          <p:nvPr/>
        </p:nvSpPr>
        <p:spPr>
          <a:xfrm>
            <a:off x="365760" y="3236976"/>
            <a:ext cx="73152" cy="859536"/>
          </a:xfrm>
          <a:prstGeom prst="rect">
            <a:avLst/>
          </a:prstGeom>
          <a:solidFill>
            <a:srgbClr val="FFD60A"/>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5760" y="4206240"/>
            <a:ext cx="8412480" cy="859536"/>
          </a:xfrm>
          <a:prstGeom prst="roundRect">
            <a:avLst>
              <a:gd name="adj" fmla="val 10638"/>
            </a:avLst>
          </a:prstGeom>
          <a:solidFill>
            <a:srgbClr val="EFF1F8"/>
          </a:solidFill>
          <a:ln w="12700">
            <a:solidFill>
              <a:srgbClr val="30D158"/>
            </a:solidFill>
            <a:prstDash val="solid"/>
          </a:ln>
        </p:spPr>
      </p:sp>
      <p:sp>
        <p:nvSpPr>
          <p:cNvPr id="19" name="Shape 17"/>
          <p:cNvSpPr/>
          <p:nvPr/>
        </p:nvSpPr>
        <p:spPr>
          <a:xfrm>
            <a:off x="365760" y="4206240"/>
            <a:ext cx="73152" cy="859536"/>
          </a:xfrm>
          <a:prstGeom prst="rect">
            <a:avLst/>
          </a:prstGeom>
          <a:solidFill>
            <a:srgbClr val="30D158"/>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FF1F8"/>
          </a:solidFill>
          <a:ln w="12700">
            <a:solidFill>
              <a:srgbClr val="30D158"/>
            </a:solidFill>
            <a:prstDash val="solid"/>
          </a:ln>
        </p:spPr>
      </p:sp>
      <p:sp>
        <p:nvSpPr>
          <p:cNvPr id="7" name="Shape 5"/>
          <p:cNvSpPr/>
          <p:nvPr/>
        </p:nvSpPr>
        <p:spPr>
          <a:xfrm>
            <a:off x="365760" y="1298448"/>
            <a:ext cx="73152" cy="859536"/>
          </a:xfrm>
          <a:prstGeom prst="rect">
            <a:avLst/>
          </a:prstGeom>
          <a:solidFill>
            <a:srgbClr val="30D158"/>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5760" y="2267712"/>
            <a:ext cx="8412480" cy="859536"/>
          </a:xfrm>
          <a:prstGeom prst="roundRect">
            <a:avLst>
              <a:gd name="adj" fmla="val 10638"/>
            </a:avLst>
          </a:prstGeom>
          <a:solidFill>
            <a:srgbClr val="EFF1F8"/>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5760" y="3236976"/>
            <a:ext cx="8412480" cy="859536"/>
          </a:xfrm>
          <a:prstGeom prst="roundRect">
            <a:avLst>
              <a:gd name="adj" fmla="val 10638"/>
            </a:avLst>
          </a:prstGeom>
          <a:solidFill>
            <a:srgbClr val="EFF1F8"/>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5760" y="4206240"/>
            <a:ext cx="8412480" cy="859536"/>
          </a:xfrm>
          <a:prstGeom prst="roundRect">
            <a:avLst>
              <a:gd name="adj" fmla="val 10638"/>
            </a:avLst>
          </a:prstGeom>
          <a:solidFill>
            <a:srgbClr val="EFF1F8"/>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200" dirty="0"/>
          </a:p>
        </p:txBody>
      </p:sp>
      <p:sp>
        <p:nvSpPr>
          <p:cNvPr id="6" name="Shape 4"/>
          <p:cNvSpPr/>
          <p:nvPr/>
        </p:nvSpPr>
        <p:spPr>
          <a:xfrm>
            <a:off x="365760" y="1298448"/>
            <a:ext cx="8412480" cy="1188720"/>
          </a:xfrm>
          <a:prstGeom prst="roundRect">
            <a:avLst>
              <a:gd name="adj" fmla="val 7692"/>
            </a:avLst>
          </a:prstGeom>
          <a:solidFill>
            <a:srgbClr val="EFF1F8"/>
          </a:solidFill>
          <a:ln w="12700">
            <a:solidFill>
              <a:srgbClr val="E8ECF5"/>
            </a:solidFill>
            <a:prstDash val="solid"/>
          </a:ln>
        </p:spPr>
      </p:sp>
      <p:sp>
        <p:nvSpPr>
          <p:cNvPr id="7" name="Shape 5"/>
          <p:cNvSpPr/>
          <p:nvPr/>
        </p:nvSpPr>
        <p:spPr>
          <a:xfrm>
            <a:off x="365760" y="1298448"/>
            <a:ext cx="8412480" cy="347472"/>
          </a:xfrm>
          <a:prstGeom prst="roundRect">
            <a:avLst>
              <a:gd name="adj" fmla="val 26316"/>
            </a:avLst>
          </a:prstGeom>
          <a:solidFill>
            <a:srgbClr val="0A84FF"/>
          </a:solidFill>
          <a:ln/>
        </p:spPr>
      </p:sp>
      <p:sp>
        <p:nvSpPr>
          <p:cNvPr id="8" name="Shape 6"/>
          <p:cNvSpPr/>
          <p:nvPr/>
        </p:nvSpPr>
        <p:spPr>
          <a:xfrm>
            <a:off x="365760" y="1481328"/>
            <a:ext cx="8412480" cy="164592"/>
          </a:xfrm>
          <a:prstGeom prst="rect">
            <a:avLst/>
          </a:prstGeom>
          <a:solidFill>
            <a:srgbClr val="0A84FF"/>
          </a:solidFill>
          <a:ln/>
        </p:spPr>
      </p:sp>
      <p:sp>
        <p:nvSpPr>
          <p:cNvPr id="9" name="Text 7"/>
          <p:cNvSpPr txBox="1"/>
          <p:nvPr/>
        </p:nvSpPr>
        <p:spPr>
          <a:xfrm>
            <a:off x="530352" y="1335024"/>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3035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73659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3035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73659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65760" y="2596896"/>
            <a:ext cx="8412480" cy="1188720"/>
          </a:xfrm>
          <a:prstGeom prst="roundRect">
            <a:avLst>
              <a:gd name="adj" fmla="val 7692"/>
            </a:avLst>
          </a:prstGeom>
          <a:solidFill>
            <a:srgbClr val="EFF1F8"/>
          </a:solidFill>
          <a:ln w="12700">
            <a:solidFill>
              <a:srgbClr val="E8ECF5"/>
            </a:solidFill>
            <a:prstDash val="solid"/>
          </a:ln>
        </p:spPr>
      </p:sp>
      <p:sp>
        <p:nvSpPr>
          <p:cNvPr id="15" name="Shape 13"/>
          <p:cNvSpPr/>
          <p:nvPr/>
        </p:nvSpPr>
        <p:spPr>
          <a:xfrm>
            <a:off x="365760" y="2596896"/>
            <a:ext cx="8412480" cy="347472"/>
          </a:xfrm>
          <a:prstGeom prst="roundRect">
            <a:avLst>
              <a:gd name="adj" fmla="val 26316"/>
            </a:avLst>
          </a:prstGeom>
          <a:solidFill>
            <a:srgbClr val="30D158"/>
          </a:solidFill>
          <a:ln/>
        </p:spPr>
      </p:sp>
      <p:sp>
        <p:nvSpPr>
          <p:cNvPr id="16" name="Shape 14"/>
          <p:cNvSpPr/>
          <p:nvPr/>
        </p:nvSpPr>
        <p:spPr>
          <a:xfrm>
            <a:off x="365760" y="2779776"/>
            <a:ext cx="8412480" cy="164592"/>
          </a:xfrm>
          <a:prstGeom prst="rect">
            <a:avLst/>
          </a:prstGeom>
          <a:solidFill>
            <a:srgbClr val="30D158"/>
          </a:solidFill>
          <a:ln/>
        </p:spPr>
      </p:sp>
      <p:sp>
        <p:nvSpPr>
          <p:cNvPr id="17" name="Text 15"/>
          <p:cNvSpPr txBox="1"/>
          <p:nvPr/>
        </p:nvSpPr>
        <p:spPr>
          <a:xfrm>
            <a:off x="530352" y="2633472"/>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3035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73659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3035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73659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65760" y="3895344"/>
            <a:ext cx="8412480" cy="1188720"/>
          </a:xfrm>
          <a:prstGeom prst="roundRect">
            <a:avLst>
              <a:gd name="adj" fmla="val 7692"/>
            </a:avLst>
          </a:prstGeom>
          <a:solidFill>
            <a:srgbClr val="EFF1F8"/>
          </a:solidFill>
          <a:ln w="12700">
            <a:solidFill>
              <a:srgbClr val="E8ECF5"/>
            </a:solidFill>
            <a:prstDash val="solid"/>
          </a:ln>
        </p:spPr>
      </p:sp>
      <p:sp>
        <p:nvSpPr>
          <p:cNvPr id="23" name="Shape 21"/>
          <p:cNvSpPr/>
          <p:nvPr/>
        </p:nvSpPr>
        <p:spPr>
          <a:xfrm>
            <a:off x="365760" y="3895344"/>
            <a:ext cx="8412480" cy="347472"/>
          </a:xfrm>
          <a:prstGeom prst="roundRect">
            <a:avLst>
              <a:gd name="adj" fmla="val 26316"/>
            </a:avLst>
          </a:prstGeom>
          <a:solidFill>
            <a:srgbClr val="FF9500"/>
          </a:solidFill>
          <a:ln/>
        </p:spPr>
      </p:sp>
      <p:sp>
        <p:nvSpPr>
          <p:cNvPr id="24" name="Shape 22"/>
          <p:cNvSpPr/>
          <p:nvPr/>
        </p:nvSpPr>
        <p:spPr>
          <a:xfrm>
            <a:off x="365760" y="4078224"/>
            <a:ext cx="8412480" cy="164592"/>
          </a:xfrm>
          <a:prstGeom prst="rect">
            <a:avLst/>
          </a:prstGeom>
          <a:solidFill>
            <a:srgbClr val="FF9500"/>
          </a:solidFill>
          <a:ln/>
        </p:spPr>
      </p:sp>
      <p:sp>
        <p:nvSpPr>
          <p:cNvPr id="25" name="Text 23"/>
          <p:cNvSpPr txBox="1"/>
          <p:nvPr/>
        </p:nvSpPr>
        <p:spPr>
          <a:xfrm>
            <a:off x="530352" y="3931920"/>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3035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73659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3035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73659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Diagnóstico de Constructabilidad en la Empresa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5760" y="1325880"/>
            <a:ext cx="4206240" cy="1783080"/>
          </a:xfrm>
          <a:prstGeom prst="roundRect">
            <a:avLst>
              <a:gd name="adj" fmla="val 6154"/>
            </a:avLst>
          </a:prstGeom>
          <a:solidFill>
            <a:srgbClr val="EFF1F8"/>
          </a:solidFill>
          <a:ln w="12700">
            <a:solidFill>
              <a:srgbClr val="AF52DE"/>
            </a:solidFill>
            <a:prstDash val="solid"/>
          </a:ln>
        </p:spPr>
      </p:sp>
      <p:sp>
        <p:nvSpPr>
          <p:cNvPr id="7" name="Text 5"/>
          <p:cNvSpPr txBox="1"/>
          <p:nvPr/>
        </p:nvSpPr>
        <p:spPr>
          <a:xfrm>
            <a:off x="502920" y="1417320"/>
            <a:ext cx="39319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200" dirty="0"/>
          </a:p>
        </p:txBody>
      </p:sp>
      <p:sp>
        <p:nvSpPr>
          <p:cNvPr id="8" name="Text 6"/>
          <p:cNvSpPr txBox="1"/>
          <p:nvPr/>
        </p:nvSpPr>
        <p:spPr>
          <a:xfrm>
            <a:off x="50292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292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292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54880" y="1325880"/>
            <a:ext cx="4206240" cy="1783080"/>
          </a:xfrm>
          <a:prstGeom prst="roundRect">
            <a:avLst>
              <a:gd name="adj" fmla="val 6154"/>
            </a:avLst>
          </a:prstGeom>
          <a:solidFill>
            <a:srgbClr val="EFF1F8"/>
          </a:solidFill>
          <a:ln w="12700">
            <a:solidFill>
              <a:srgbClr val="0A84FF"/>
            </a:solidFill>
            <a:prstDash val="solid"/>
          </a:ln>
        </p:spPr>
      </p:sp>
      <p:sp>
        <p:nvSpPr>
          <p:cNvPr id="12" name="Text 10"/>
          <p:cNvSpPr txBox="1"/>
          <p:nvPr/>
        </p:nvSpPr>
        <p:spPr>
          <a:xfrm>
            <a:off x="4892040" y="1417320"/>
            <a:ext cx="39319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200" dirty="0"/>
          </a:p>
        </p:txBody>
      </p:sp>
      <p:sp>
        <p:nvSpPr>
          <p:cNvPr id="13" name="Text 11"/>
          <p:cNvSpPr txBox="1"/>
          <p:nvPr/>
        </p:nvSpPr>
        <p:spPr>
          <a:xfrm>
            <a:off x="489204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9204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9204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5760" y="3246120"/>
            <a:ext cx="4206240" cy="1783080"/>
          </a:xfrm>
          <a:prstGeom prst="roundRect">
            <a:avLst>
              <a:gd name="adj" fmla="val 6154"/>
            </a:avLst>
          </a:prstGeom>
          <a:solidFill>
            <a:srgbClr val="EFF1F8"/>
          </a:solidFill>
          <a:ln w="12700">
            <a:solidFill>
              <a:srgbClr val="30D158"/>
            </a:solidFill>
            <a:prstDash val="solid"/>
          </a:ln>
        </p:spPr>
      </p:sp>
      <p:sp>
        <p:nvSpPr>
          <p:cNvPr id="17" name="Text 15"/>
          <p:cNvSpPr txBox="1"/>
          <p:nvPr/>
        </p:nvSpPr>
        <p:spPr>
          <a:xfrm>
            <a:off x="502920" y="3337560"/>
            <a:ext cx="39319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200" dirty="0"/>
          </a:p>
        </p:txBody>
      </p:sp>
      <p:sp>
        <p:nvSpPr>
          <p:cNvPr id="18" name="Text 16"/>
          <p:cNvSpPr txBox="1"/>
          <p:nvPr/>
        </p:nvSpPr>
        <p:spPr>
          <a:xfrm>
            <a:off x="50292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292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292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54880" y="3246120"/>
            <a:ext cx="4206240" cy="1783080"/>
          </a:xfrm>
          <a:prstGeom prst="roundRect">
            <a:avLst>
              <a:gd name="adj" fmla="val 6154"/>
            </a:avLst>
          </a:prstGeom>
          <a:solidFill>
            <a:srgbClr val="EFF1F8"/>
          </a:solidFill>
          <a:ln w="12700">
            <a:solidFill>
              <a:srgbClr val="FF9500"/>
            </a:solidFill>
            <a:prstDash val="solid"/>
          </a:ln>
        </p:spPr>
      </p:sp>
      <p:sp>
        <p:nvSpPr>
          <p:cNvPr id="22" name="Text 20"/>
          <p:cNvSpPr txBox="1"/>
          <p:nvPr/>
        </p:nvSpPr>
        <p:spPr>
          <a:xfrm>
            <a:off x="4892040" y="3337560"/>
            <a:ext cx="39319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200" dirty="0"/>
          </a:p>
        </p:txBody>
      </p:sp>
      <p:sp>
        <p:nvSpPr>
          <p:cNvPr id="23" name="Text 21"/>
          <p:cNvSpPr txBox="1"/>
          <p:nvPr/>
        </p:nvSpPr>
        <p:spPr>
          <a:xfrm>
            <a:off x="489204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9204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9204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el Propietario — El Rol Central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EFF1F8"/>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EFF1F8"/>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EFF1F8"/>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EFF1F8"/>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EFF1F8"/>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EFF1F8"/>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EFF1F8"/>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EFF1F8"/>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10 Mandamientos de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4206240" cy="749808"/>
          </a:xfrm>
          <a:prstGeom prst="roundRect">
            <a:avLst>
              <a:gd name="adj" fmla="val 12195"/>
            </a:avLst>
          </a:prstGeom>
          <a:solidFill>
            <a:srgbClr val="EFF1F8"/>
          </a:solidFill>
          <a:ln w="12700">
            <a:solidFill>
              <a:srgbClr val="E8ECF5"/>
            </a:solidFill>
            <a:prstDash val="solid"/>
          </a:ln>
        </p:spPr>
      </p:sp>
      <p:sp>
        <p:nvSpPr>
          <p:cNvPr id="6" name="Shape 4"/>
          <p:cNvSpPr/>
          <p:nvPr/>
        </p:nvSpPr>
        <p:spPr>
          <a:xfrm>
            <a:off x="457200" y="1042416"/>
            <a:ext cx="402336" cy="402336"/>
          </a:xfrm>
          <a:prstGeom prst="ellipse">
            <a:avLst/>
          </a:prstGeom>
          <a:solidFill>
            <a:srgbClr val="FFD60A"/>
          </a:solidFill>
          <a:ln/>
        </p:spPr>
      </p:sp>
      <p:sp>
        <p:nvSpPr>
          <p:cNvPr id="7" name="Text 5"/>
          <p:cNvSpPr txBox="1"/>
          <p:nvPr/>
        </p:nvSpPr>
        <p:spPr>
          <a:xfrm>
            <a:off x="45720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7840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754880" y="960120"/>
            <a:ext cx="4206240" cy="749808"/>
          </a:xfrm>
          <a:prstGeom prst="roundRect">
            <a:avLst>
              <a:gd name="adj" fmla="val 12195"/>
            </a:avLst>
          </a:prstGeom>
          <a:solidFill>
            <a:srgbClr val="EFF1F8"/>
          </a:solidFill>
          <a:ln w="12700">
            <a:solidFill>
              <a:srgbClr val="E8ECF5"/>
            </a:solidFill>
            <a:prstDash val="solid"/>
          </a:ln>
        </p:spPr>
      </p:sp>
      <p:sp>
        <p:nvSpPr>
          <p:cNvPr id="10" name="Shape 8"/>
          <p:cNvSpPr/>
          <p:nvPr/>
        </p:nvSpPr>
        <p:spPr>
          <a:xfrm>
            <a:off x="4846320" y="1042416"/>
            <a:ext cx="402336" cy="402336"/>
          </a:xfrm>
          <a:prstGeom prst="ellipse">
            <a:avLst/>
          </a:prstGeom>
          <a:solidFill>
            <a:srgbClr val="FF9500"/>
          </a:solidFill>
          <a:ln/>
        </p:spPr>
      </p:sp>
      <p:sp>
        <p:nvSpPr>
          <p:cNvPr id="11" name="Text 9"/>
          <p:cNvSpPr txBox="1"/>
          <p:nvPr/>
        </p:nvSpPr>
        <p:spPr>
          <a:xfrm>
            <a:off x="484632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36752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5760" y="1801368"/>
            <a:ext cx="4206240" cy="749808"/>
          </a:xfrm>
          <a:prstGeom prst="roundRect">
            <a:avLst>
              <a:gd name="adj" fmla="val 12195"/>
            </a:avLst>
          </a:prstGeom>
          <a:solidFill>
            <a:srgbClr val="EFF1F8"/>
          </a:solidFill>
          <a:ln w="12700">
            <a:solidFill>
              <a:srgbClr val="E8ECF5"/>
            </a:solidFill>
            <a:prstDash val="solid"/>
          </a:ln>
        </p:spPr>
      </p:sp>
      <p:sp>
        <p:nvSpPr>
          <p:cNvPr id="14" name="Shape 12"/>
          <p:cNvSpPr/>
          <p:nvPr/>
        </p:nvSpPr>
        <p:spPr>
          <a:xfrm>
            <a:off x="457200" y="1883664"/>
            <a:ext cx="402336" cy="402336"/>
          </a:xfrm>
          <a:prstGeom prst="ellipse">
            <a:avLst/>
          </a:prstGeom>
          <a:solidFill>
            <a:srgbClr val="30D158"/>
          </a:solidFill>
          <a:ln/>
        </p:spPr>
      </p:sp>
      <p:sp>
        <p:nvSpPr>
          <p:cNvPr id="15" name="Text 13"/>
          <p:cNvSpPr txBox="1"/>
          <p:nvPr/>
        </p:nvSpPr>
        <p:spPr>
          <a:xfrm>
            <a:off x="45720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7840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754880" y="1801368"/>
            <a:ext cx="4206240" cy="749808"/>
          </a:xfrm>
          <a:prstGeom prst="roundRect">
            <a:avLst>
              <a:gd name="adj" fmla="val 12195"/>
            </a:avLst>
          </a:prstGeom>
          <a:solidFill>
            <a:srgbClr val="EFF1F8"/>
          </a:solidFill>
          <a:ln w="12700">
            <a:solidFill>
              <a:srgbClr val="E8ECF5"/>
            </a:solidFill>
            <a:prstDash val="solid"/>
          </a:ln>
        </p:spPr>
      </p:sp>
      <p:sp>
        <p:nvSpPr>
          <p:cNvPr id="18" name="Shape 16"/>
          <p:cNvSpPr/>
          <p:nvPr/>
        </p:nvSpPr>
        <p:spPr>
          <a:xfrm>
            <a:off x="4846320" y="1883664"/>
            <a:ext cx="402336" cy="402336"/>
          </a:xfrm>
          <a:prstGeom prst="ellipse">
            <a:avLst/>
          </a:prstGeom>
          <a:solidFill>
            <a:srgbClr val="0A84FF"/>
          </a:solidFill>
          <a:ln/>
        </p:spPr>
      </p:sp>
      <p:sp>
        <p:nvSpPr>
          <p:cNvPr id="19" name="Text 17"/>
          <p:cNvSpPr txBox="1"/>
          <p:nvPr/>
        </p:nvSpPr>
        <p:spPr>
          <a:xfrm>
            <a:off x="484632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36752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5760" y="2642616"/>
            <a:ext cx="4206240" cy="749808"/>
          </a:xfrm>
          <a:prstGeom prst="roundRect">
            <a:avLst>
              <a:gd name="adj" fmla="val 12195"/>
            </a:avLst>
          </a:prstGeom>
          <a:solidFill>
            <a:srgbClr val="EFF1F8"/>
          </a:solidFill>
          <a:ln w="12700">
            <a:solidFill>
              <a:srgbClr val="E8ECF5"/>
            </a:solidFill>
            <a:prstDash val="solid"/>
          </a:ln>
        </p:spPr>
      </p:sp>
      <p:sp>
        <p:nvSpPr>
          <p:cNvPr id="22" name="Shape 20"/>
          <p:cNvSpPr/>
          <p:nvPr/>
        </p:nvSpPr>
        <p:spPr>
          <a:xfrm>
            <a:off x="457200" y="2724912"/>
            <a:ext cx="402336" cy="402336"/>
          </a:xfrm>
          <a:prstGeom prst="ellipse">
            <a:avLst/>
          </a:prstGeom>
          <a:solidFill>
            <a:srgbClr val="AF52DE"/>
          </a:solidFill>
          <a:ln/>
        </p:spPr>
      </p:sp>
      <p:sp>
        <p:nvSpPr>
          <p:cNvPr id="23" name="Text 2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7840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754880" y="2642616"/>
            <a:ext cx="4206240" cy="749808"/>
          </a:xfrm>
          <a:prstGeom prst="roundRect">
            <a:avLst>
              <a:gd name="adj" fmla="val 12195"/>
            </a:avLst>
          </a:prstGeom>
          <a:solidFill>
            <a:srgbClr val="EFF1F8"/>
          </a:solidFill>
          <a:ln w="12700">
            <a:solidFill>
              <a:srgbClr val="E8ECF5"/>
            </a:solidFill>
            <a:prstDash val="solid"/>
          </a:ln>
        </p:spPr>
      </p:sp>
      <p:sp>
        <p:nvSpPr>
          <p:cNvPr id="26" name="Shape 24"/>
          <p:cNvSpPr/>
          <p:nvPr/>
        </p:nvSpPr>
        <p:spPr>
          <a:xfrm>
            <a:off x="4846320" y="2724912"/>
            <a:ext cx="402336" cy="402336"/>
          </a:xfrm>
          <a:prstGeom prst="ellipse">
            <a:avLst/>
          </a:prstGeom>
          <a:solidFill>
            <a:srgbClr val="FF453A"/>
          </a:solidFill>
          <a:ln/>
        </p:spPr>
      </p:sp>
      <p:sp>
        <p:nvSpPr>
          <p:cNvPr id="27" name="Text 25"/>
          <p:cNvSpPr txBox="1"/>
          <p:nvPr/>
        </p:nvSpPr>
        <p:spPr>
          <a:xfrm>
            <a:off x="484632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36752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5760" y="3483864"/>
            <a:ext cx="4206240" cy="749808"/>
          </a:xfrm>
          <a:prstGeom prst="roundRect">
            <a:avLst>
              <a:gd name="adj" fmla="val 12195"/>
            </a:avLst>
          </a:prstGeom>
          <a:solidFill>
            <a:srgbClr val="EFF1F8"/>
          </a:solidFill>
          <a:ln w="12700">
            <a:solidFill>
              <a:srgbClr val="E8ECF5"/>
            </a:solidFill>
            <a:prstDash val="solid"/>
          </a:ln>
        </p:spPr>
      </p:sp>
      <p:sp>
        <p:nvSpPr>
          <p:cNvPr id="30" name="Shape 28"/>
          <p:cNvSpPr/>
          <p:nvPr/>
        </p:nvSpPr>
        <p:spPr>
          <a:xfrm>
            <a:off x="457200" y="3566160"/>
            <a:ext cx="402336" cy="402336"/>
          </a:xfrm>
          <a:prstGeom prst="ellipse">
            <a:avLst/>
          </a:prstGeom>
          <a:solidFill>
            <a:srgbClr val="64D2FF"/>
          </a:solidFill>
          <a:ln/>
        </p:spPr>
      </p:sp>
      <p:sp>
        <p:nvSpPr>
          <p:cNvPr id="31" name="Text 29"/>
          <p:cNvSpPr txBox="1"/>
          <p:nvPr/>
        </p:nvSpPr>
        <p:spPr>
          <a:xfrm>
            <a:off x="45720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7840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754880" y="3483864"/>
            <a:ext cx="4206240" cy="749808"/>
          </a:xfrm>
          <a:prstGeom prst="roundRect">
            <a:avLst>
              <a:gd name="adj" fmla="val 12195"/>
            </a:avLst>
          </a:prstGeom>
          <a:solidFill>
            <a:srgbClr val="EFF1F8"/>
          </a:solidFill>
          <a:ln w="12700">
            <a:solidFill>
              <a:srgbClr val="E8ECF5"/>
            </a:solidFill>
            <a:prstDash val="solid"/>
          </a:ln>
        </p:spPr>
      </p:sp>
      <p:sp>
        <p:nvSpPr>
          <p:cNvPr id="34" name="Shape 32"/>
          <p:cNvSpPr/>
          <p:nvPr/>
        </p:nvSpPr>
        <p:spPr>
          <a:xfrm>
            <a:off x="4846320" y="3566160"/>
            <a:ext cx="402336" cy="402336"/>
          </a:xfrm>
          <a:prstGeom prst="ellipse">
            <a:avLst/>
          </a:prstGeom>
          <a:solidFill>
            <a:srgbClr val="FF9500"/>
          </a:solidFill>
          <a:ln/>
        </p:spPr>
      </p:sp>
      <p:sp>
        <p:nvSpPr>
          <p:cNvPr id="35" name="Text 33"/>
          <p:cNvSpPr txBox="1"/>
          <p:nvPr/>
        </p:nvSpPr>
        <p:spPr>
          <a:xfrm>
            <a:off x="484632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36752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5760" y="4325112"/>
            <a:ext cx="4206240" cy="749808"/>
          </a:xfrm>
          <a:prstGeom prst="roundRect">
            <a:avLst>
              <a:gd name="adj" fmla="val 12195"/>
            </a:avLst>
          </a:prstGeom>
          <a:solidFill>
            <a:srgbClr val="EFF1F8"/>
          </a:solidFill>
          <a:ln w="12700">
            <a:solidFill>
              <a:srgbClr val="E8ECF5"/>
            </a:solidFill>
            <a:prstDash val="solid"/>
          </a:ln>
        </p:spPr>
      </p:sp>
      <p:sp>
        <p:nvSpPr>
          <p:cNvPr id="38" name="Shape 36"/>
          <p:cNvSpPr/>
          <p:nvPr/>
        </p:nvSpPr>
        <p:spPr>
          <a:xfrm>
            <a:off x="457200" y="4407408"/>
            <a:ext cx="402336" cy="402336"/>
          </a:xfrm>
          <a:prstGeom prst="ellipse">
            <a:avLst/>
          </a:prstGeom>
          <a:solidFill>
            <a:srgbClr val="30D158"/>
          </a:solidFill>
          <a:ln/>
        </p:spPr>
      </p:sp>
      <p:sp>
        <p:nvSpPr>
          <p:cNvPr id="39" name="Text 37"/>
          <p:cNvSpPr txBox="1"/>
          <p:nvPr/>
        </p:nvSpPr>
        <p:spPr>
          <a:xfrm>
            <a:off x="45720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7840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754880" y="4325112"/>
            <a:ext cx="4206240" cy="749808"/>
          </a:xfrm>
          <a:prstGeom prst="roundRect">
            <a:avLst>
              <a:gd name="adj" fmla="val 12195"/>
            </a:avLst>
          </a:prstGeom>
          <a:solidFill>
            <a:srgbClr val="EFF1F8"/>
          </a:solidFill>
          <a:ln w="12700">
            <a:solidFill>
              <a:srgbClr val="E8ECF5"/>
            </a:solidFill>
            <a:prstDash val="solid"/>
          </a:ln>
        </p:spPr>
      </p:sp>
      <p:sp>
        <p:nvSpPr>
          <p:cNvPr id="42" name="Shape 40"/>
          <p:cNvSpPr/>
          <p:nvPr/>
        </p:nvSpPr>
        <p:spPr>
          <a:xfrm>
            <a:off x="4846320" y="4407408"/>
            <a:ext cx="402336" cy="402336"/>
          </a:xfrm>
          <a:prstGeom prst="ellipse">
            <a:avLst/>
          </a:prstGeom>
          <a:solidFill>
            <a:srgbClr val="0A84FF"/>
          </a:solidFill>
          <a:ln/>
        </p:spPr>
      </p:sp>
      <p:sp>
        <p:nvSpPr>
          <p:cNvPr id="43" name="Text 41"/>
          <p:cNvSpPr txBox="1"/>
          <p:nvPr/>
        </p:nvSpPr>
        <p:spPr>
          <a:xfrm>
            <a:off x="484632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36752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Beneficios de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200" dirty="0"/>
          </a:p>
        </p:txBody>
      </p:sp>
      <p:sp>
        <p:nvSpPr>
          <p:cNvPr id="6" name="Shape 4"/>
          <p:cNvSpPr/>
          <p:nvPr/>
        </p:nvSpPr>
        <p:spPr>
          <a:xfrm>
            <a:off x="274320" y="1298448"/>
            <a:ext cx="1920240" cy="1755648"/>
          </a:xfrm>
          <a:prstGeom prst="roundRect">
            <a:avLst>
              <a:gd name="adj" fmla="val 6250"/>
            </a:avLst>
          </a:prstGeom>
          <a:solidFill>
            <a:srgbClr val="EFF1F8"/>
          </a:solidFill>
          <a:ln w="25400">
            <a:solidFill>
              <a:srgbClr val="30D158"/>
            </a:solidFill>
            <a:prstDash val="solid"/>
          </a:ln>
        </p:spPr>
      </p:sp>
      <p:sp>
        <p:nvSpPr>
          <p:cNvPr id="7" name="Text 5"/>
          <p:cNvSpPr txBox="1"/>
          <p:nvPr/>
        </p:nvSpPr>
        <p:spPr>
          <a:xfrm>
            <a:off x="274320" y="1463040"/>
            <a:ext cx="1920240" cy="965606"/>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8" name="Text 6"/>
          <p:cNvSpPr txBox="1"/>
          <p:nvPr/>
        </p:nvSpPr>
        <p:spPr>
          <a:xfrm>
            <a:off x="3657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31720" y="1298448"/>
            <a:ext cx="1920240" cy="1755648"/>
          </a:xfrm>
          <a:prstGeom prst="roundRect">
            <a:avLst>
              <a:gd name="adj" fmla="val 6250"/>
            </a:avLst>
          </a:prstGeom>
          <a:solidFill>
            <a:srgbClr val="EFF1F8"/>
          </a:solidFill>
          <a:ln w="25400">
            <a:solidFill>
              <a:srgbClr val="0A84FF"/>
            </a:solidFill>
            <a:prstDash val="solid"/>
          </a:ln>
        </p:spPr>
      </p:sp>
      <p:sp>
        <p:nvSpPr>
          <p:cNvPr id="10" name="Text 8"/>
          <p:cNvSpPr txBox="1"/>
          <p:nvPr/>
        </p:nvSpPr>
        <p:spPr>
          <a:xfrm>
            <a:off x="2331720" y="1463040"/>
            <a:ext cx="1920240" cy="965606"/>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1" name="Text 9"/>
          <p:cNvSpPr txBox="1"/>
          <p:nvPr/>
        </p:nvSpPr>
        <p:spPr>
          <a:xfrm>
            <a:off x="24231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89120" y="1298448"/>
            <a:ext cx="1920240" cy="1755648"/>
          </a:xfrm>
          <a:prstGeom prst="roundRect">
            <a:avLst>
              <a:gd name="adj" fmla="val 6250"/>
            </a:avLst>
          </a:prstGeom>
          <a:solidFill>
            <a:srgbClr val="EFF1F8"/>
          </a:solidFill>
          <a:ln w="25400">
            <a:solidFill>
              <a:srgbClr val="FF9500"/>
            </a:solidFill>
            <a:prstDash val="solid"/>
          </a:ln>
        </p:spPr>
      </p:sp>
      <p:sp>
        <p:nvSpPr>
          <p:cNvPr id="13" name="Text 11"/>
          <p:cNvSpPr txBox="1"/>
          <p:nvPr/>
        </p:nvSpPr>
        <p:spPr>
          <a:xfrm>
            <a:off x="4389120" y="1463040"/>
            <a:ext cx="1920240" cy="965606"/>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4" name="Text 12"/>
          <p:cNvSpPr txBox="1"/>
          <p:nvPr/>
        </p:nvSpPr>
        <p:spPr>
          <a:xfrm>
            <a:off x="44805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446520" y="1298448"/>
            <a:ext cx="1920240" cy="1755648"/>
          </a:xfrm>
          <a:prstGeom prst="roundRect">
            <a:avLst>
              <a:gd name="adj" fmla="val 6250"/>
            </a:avLst>
          </a:prstGeom>
          <a:solidFill>
            <a:srgbClr val="EFF1F8"/>
          </a:solidFill>
          <a:ln w="25400">
            <a:solidFill>
              <a:srgbClr val="AF52DE"/>
            </a:solidFill>
            <a:prstDash val="solid"/>
          </a:ln>
        </p:spPr>
      </p:sp>
      <p:sp>
        <p:nvSpPr>
          <p:cNvPr id="16" name="Text 14"/>
          <p:cNvSpPr txBox="1"/>
          <p:nvPr/>
        </p:nvSpPr>
        <p:spPr>
          <a:xfrm>
            <a:off x="6446520" y="1463040"/>
            <a:ext cx="1920240" cy="965606"/>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&lt;2%</a:t>
            </a:r>
            <a:endParaRPr lang="en-US" sz="4800" dirty="0"/>
          </a:p>
        </p:txBody>
      </p:sp>
      <p:sp>
        <p:nvSpPr>
          <p:cNvPr id="17" name="Text 15"/>
          <p:cNvSpPr txBox="1"/>
          <p:nvPr/>
        </p:nvSpPr>
        <p:spPr>
          <a:xfrm>
            <a:off x="65379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4320" y="3154680"/>
            <a:ext cx="4251960" cy="896112"/>
          </a:xfrm>
          <a:prstGeom prst="roundRect">
            <a:avLst>
              <a:gd name="adj" fmla="val 10204"/>
            </a:avLst>
          </a:prstGeom>
          <a:solidFill>
            <a:srgbClr val="EFF1F8"/>
          </a:solidFill>
          <a:ln w="12700">
            <a:solidFill>
              <a:srgbClr val="30D158"/>
            </a:solidFill>
            <a:prstDash val="solid"/>
          </a:ln>
        </p:spPr>
      </p:sp>
      <p:sp>
        <p:nvSpPr>
          <p:cNvPr id="19" name="Text 17"/>
          <p:cNvSpPr txBox="1"/>
          <p:nvPr/>
        </p:nvSpPr>
        <p:spPr>
          <a:xfrm>
            <a:off x="457200" y="3227832"/>
            <a:ext cx="39319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720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709160" y="3154680"/>
            <a:ext cx="4251960" cy="896112"/>
          </a:xfrm>
          <a:prstGeom prst="roundRect">
            <a:avLst>
              <a:gd name="adj" fmla="val 10204"/>
            </a:avLst>
          </a:prstGeom>
          <a:solidFill>
            <a:srgbClr val="EFF1F8"/>
          </a:solidFill>
          <a:ln w="12700">
            <a:solidFill>
              <a:srgbClr val="0A84FF"/>
            </a:solidFill>
            <a:prstDash val="solid"/>
          </a:ln>
        </p:spPr>
      </p:sp>
      <p:sp>
        <p:nvSpPr>
          <p:cNvPr id="22" name="Text 20"/>
          <p:cNvSpPr txBox="1"/>
          <p:nvPr/>
        </p:nvSpPr>
        <p:spPr>
          <a:xfrm>
            <a:off x="4892040" y="3227832"/>
            <a:ext cx="39319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9204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4320" y="4160520"/>
            <a:ext cx="4251960" cy="896112"/>
          </a:xfrm>
          <a:prstGeom prst="roundRect">
            <a:avLst>
              <a:gd name="adj" fmla="val 10204"/>
            </a:avLst>
          </a:prstGeom>
          <a:solidFill>
            <a:srgbClr val="EFF1F8"/>
          </a:solidFill>
          <a:ln w="12700">
            <a:solidFill>
              <a:srgbClr val="FF9500"/>
            </a:solidFill>
            <a:prstDash val="solid"/>
          </a:ln>
        </p:spPr>
      </p:sp>
      <p:sp>
        <p:nvSpPr>
          <p:cNvPr id="25" name="Text 23"/>
          <p:cNvSpPr txBox="1"/>
          <p:nvPr/>
        </p:nvSpPr>
        <p:spPr>
          <a:xfrm>
            <a:off x="457200" y="4233672"/>
            <a:ext cx="39319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720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709160" y="4160520"/>
            <a:ext cx="4251960" cy="896112"/>
          </a:xfrm>
          <a:prstGeom prst="roundRect">
            <a:avLst>
              <a:gd name="adj" fmla="val 10204"/>
            </a:avLst>
          </a:prstGeom>
          <a:solidFill>
            <a:srgbClr val="EFF1F8"/>
          </a:solidFill>
          <a:ln w="12700">
            <a:solidFill>
              <a:srgbClr val="FF453A"/>
            </a:solidFill>
            <a:prstDash val="solid"/>
          </a:ln>
        </p:spPr>
      </p:sp>
      <p:sp>
        <p:nvSpPr>
          <p:cNvPr id="28" name="Text 26"/>
          <p:cNvSpPr txBox="1"/>
          <p:nvPr/>
        </p:nvSpPr>
        <p:spPr>
          <a:xfrm>
            <a:off x="4892040" y="4233672"/>
            <a:ext cx="393192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9204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Conclusiones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658368"/>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94360"/>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65760" y="1691640"/>
            <a:ext cx="8412480" cy="621792"/>
          </a:xfrm>
          <a:prstGeom prst="roundRect">
            <a:avLst>
              <a:gd name="adj" fmla="val 14706"/>
            </a:avLst>
          </a:prstGeom>
          <a:solidFill>
            <a:srgbClr val="EFF1F8"/>
          </a:solidFill>
          <a:ln w="12700">
            <a:solidFill>
              <a:srgbClr val="E8ECF5"/>
            </a:solidFill>
            <a:prstDash val="solid"/>
          </a:ln>
        </p:spPr>
      </p:sp>
      <p:sp>
        <p:nvSpPr>
          <p:cNvPr id="8" name="Shape 6"/>
          <p:cNvSpPr/>
          <p:nvPr/>
        </p:nvSpPr>
        <p:spPr>
          <a:xfrm>
            <a:off x="365760" y="1691640"/>
            <a:ext cx="73152" cy="621792"/>
          </a:xfrm>
          <a:prstGeom prst="rect">
            <a:avLst/>
          </a:prstGeom>
          <a:solidFill>
            <a:srgbClr val="0A84FF"/>
          </a:solidFill>
          <a:ln/>
        </p:spPr>
      </p:sp>
      <p:sp>
        <p:nvSpPr>
          <p:cNvPr id="9" name="Text 7"/>
          <p:cNvSpPr txBox="1"/>
          <p:nvPr/>
        </p:nvSpPr>
        <p:spPr>
          <a:xfrm>
            <a:off x="566928" y="1755648"/>
            <a:ext cx="2743200" cy="25603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401568" y="1755648"/>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65760" y="2386584"/>
            <a:ext cx="8412480" cy="621792"/>
          </a:xfrm>
          <a:prstGeom prst="roundRect">
            <a:avLst>
              <a:gd name="adj" fmla="val 14706"/>
            </a:avLst>
          </a:prstGeom>
          <a:solidFill>
            <a:srgbClr val="EFF1F8"/>
          </a:solidFill>
          <a:ln w="12700">
            <a:solidFill>
              <a:srgbClr val="E8ECF5"/>
            </a:solidFill>
            <a:prstDash val="solid"/>
          </a:ln>
        </p:spPr>
      </p:sp>
      <p:sp>
        <p:nvSpPr>
          <p:cNvPr id="12" name="Shape 10"/>
          <p:cNvSpPr/>
          <p:nvPr/>
        </p:nvSpPr>
        <p:spPr>
          <a:xfrm>
            <a:off x="365760" y="2386584"/>
            <a:ext cx="73152" cy="621792"/>
          </a:xfrm>
          <a:prstGeom prst="rect">
            <a:avLst/>
          </a:prstGeom>
          <a:solidFill>
            <a:srgbClr val="30D158"/>
          </a:solidFill>
          <a:ln/>
        </p:spPr>
      </p:sp>
      <p:sp>
        <p:nvSpPr>
          <p:cNvPr id="13" name="Text 11"/>
          <p:cNvSpPr txBox="1"/>
          <p:nvPr/>
        </p:nvSpPr>
        <p:spPr>
          <a:xfrm>
            <a:off x="566928" y="2450592"/>
            <a:ext cx="2743200" cy="25603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401568" y="2450592"/>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65760" y="3081528"/>
            <a:ext cx="8412480" cy="621792"/>
          </a:xfrm>
          <a:prstGeom prst="roundRect">
            <a:avLst>
              <a:gd name="adj" fmla="val 14706"/>
            </a:avLst>
          </a:prstGeom>
          <a:solidFill>
            <a:srgbClr val="EFF1F8"/>
          </a:solidFill>
          <a:ln w="12700">
            <a:solidFill>
              <a:srgbClr val="E8ECF5"/>
            </a:solidFill>
            <a:prstDash val="solid"/>
          </a:ln>
        </p:spPr>
      </p:sp>
      <p:sp>
        <p:nvSpPr>
          <p:cNvPr id="16" name="Shape 14"/>
          <p:cNvSpPr/>
          <p:nvPr/>
        </p:nvSpPr>
        <p:spPr>
          <a:xfrm>
            <a:off x="365760" y="3081528"/>
            <a:ext cx="73152" cy="621792"/>
          </a:xfrm>
          <a:prstGeom prst="rect">
            <a:avLst/>
          </a:prstGeom>
          <a:solidFill>
            <a:srgbClr val="FF9500"/>
          </a:solidFill>
          <a:ln/>
        </p:spPr>
      </p:sp>
      <p:sp>
        <p:nvSpPr>
          <p:cNvPr id="17" name="Text 15"/>
          <p:cNvSpPr txBox="1"/>
          <p:nvPr/>
        </p:nvSpPr>
        <p:spPr>
          <a:xfrm>
            <a:off x="566928" y="3145536"/>
            <a:ext cx="2743200" cy="25603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401568" y="3145536"/>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65760" y="3776472"/>
            <a:ext cx="8412480" cy="621792"/>
          </a:xfrm>
          <a:prstGeom prst="roundRect">
            <a:avLst>
              <a:gd name="adj" fmla="val 14706"/>
            </a:avLst>
          </a:prstGeom>
          <a:solidFill>
            <a:srgbClr val="EFF1F8"/>
          </a:solidFill>
          <a:ln w="12700">
            <a:solidFill>
              <a:srgbClr val="E8ECF5"/>
            </a:solidFill>
            <a:prstDash val="solid"/>
          </a:ln>
        </p:spPr>
      </p:sp>
      <p:sp>
        <p:nvSpPr>
          <p:cNvPr id="20" name="Shape 18"/>
          <p:cNvSpPr/>
          <p:nvPr/>
        </p:nvSpPr>
        <p:spPr>
          <a:xfrm>
            <a:off x="365760" y="3776472"/>
            <a:ext cx="73152" cy="621792"/>
          </a:xfrm>
          <a:prstGeom prst="rect">
            <a:avLst/>
          </a:prstGeom>
          <a:solidFill>
            <a:srgbClr val="AF52DE"/>
          </a:solidFill>
          <a:ln/>
        </p:spPr>
      </p:sp>
      <p:sp>
        <p:nvSpPr>
          <p:cNvPr id="21" name="Text 19"/>
          <p:cNvSpPr txBox="1"/>
          <p:nvPr/>
        </p:nvSpPr>
        <p:spPr>
          <a:xfrm>
            <a:off x="566928" y="3840480"/>
            <a:ext cx="2743200" cy="25603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401568" y="3840480"/>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65760" y="4471416"/>
            <a:ext cx="8412480" cy="621792"/>
          </a:xfrm>
          <a:prstGeom prst="roundRect">
            <a:avLst>
              <a:gd name="adj" fmla="val 14706"/>
            </a:avLst>
          </a:prstGeom>
          <a:solidFill>
            <a:srgbClr val="EFF1F8"/>
          </a:solidFill>
          <a:ln w="12700">
            <a:solidFill>
              <a:srgbClr val="E8ECF5"/>
            </a:solidFill>
            <a:prstDash val="solid"/>
          </a:ln>
        </p:spPr>
      </p:sp>
      <p:sp>
        <p:nvSpPr>
          <p:cNvPr id="24" name="Shape 22"/>
          <p:cNvSpPr/>
          <p:nvPr/>
        </p:nvSpPr>
        <p:spPr>
          <a:xfrm>
            <a:off x="365760" y="4471416"/>
            <a:ext cx="73152" cy="621792"/>
          </a:xfrm>
          <a:prstGeom prst="rect">
            <a:avLst/>
          </a:prstGeom>
          <a:solidFill>
            <a:srgbClr val="FFD60A"/>
          </a:solidFill>
          <a:ln/>
        </p:spPr>
      </p:sp>
      <p:sp>
        <p:nvSpPr>
          <p:cNvPr id="25" name="Text 23"/>
          <p:cNvSpPr txBox="1"/>
          <p:nvPr/>
        </p:nvSpPr>
        <p:spPr>
          <a:xfrm>
            <a:off x="566928" y="4535424"/>
            <a:ext cx="2743200" cy="25603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401568" y="4535424"/>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Recomendaciones para Iniciar el Programa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200" dirty="0"/>
          </a:p>
        </p:txBody>
      </p:sp>
      <p:sp>
        <p:nvSpPr>
          <p:cNvPr id="6" name="Shape 4"/>
          <p:cNvSpPr/>
          <p:nvPr/>
        </p:nvSpPr>
        <p:spPr>
          <a:xfrm>
            <a:off x="365760" y="1298448"/>
            <a:ext cx="8412480" cy="1188720"/>
          </a:xfrm>
          <a:prstGeom prst="roundRect">
            <a:avLst>
              <a:gd name="adj" fmla="val 7692"/>
            </a:avLst>
          </a:prstGeom>
          <a:solidFill>
            <a:srgbClr val="EFF1F8"/>
          </a:solidFill>
          <a:ln w="12700">
            <a:solidFill>
              <a:srgbClr val="E8ECF5"/>
            </a:solidFill>
            <a:prstDash val="solid"/>
          </a:ln>
        </p:spPr>
      </p:sp>
      <p:sp>
        <p:nvSpPr>
          <p:cNvPr id="7" name="Shape 5"/>
          <p:cNvSpPr/>
          <p:nvPr/>
        </p:nvSpPr>
        <p:spPr>
          <a:xfrm>
            <a:off x="365760" y="1298448"/>
            <a:ext cx="2286000" cy="1188720"/>
          </a:xfrm>
          <a:prstGeom prst="roundRect">
            <a:avLst>
              <a:gd name="adj" fmla="val 7692"/>
            </a:avLst>
          </a:prstGeom>
          <a:solidFill>
            <a:srgbClr val="30D158"/>
          </a:solidFill>
          <a:ln/>
        </p:spPr>
      </p:sp>
      <p:sp>
        <p:nvSpPr>
          <p:cNvPr id="8" name="Shape 6"/>
          <p:cNvSpPr/>
          <p:nvPr/>
        </p:nvSpPr>
        <p:spPr>
          <a:xfrm>
            <a:off x="2377440" y="1298448"/>
            <a:ext cx="274320" cy="1188720"/>
          </a:xfrm>
          <a:prstGeom prst="rect">
            <a:avLst/>
          </a:prstGeom>
          <a:solidFill>
            <a:srgbClr val="30D158"/>
          </a:solidFill>
          <a:ln/>
        </p:spPr>
      </p:sp>
      <p:sp>
        <p:nvSpPr>
          <p:cNvPr id="9" name="Text 7"/>
          <p:cNvSpPr txBox="1"/>
          <p:nvPr/>
        </p:nvSpPr>
        <p:spPr>
          <a:xfrm>
            <a:off x="502920" y="1435608"/>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743200" y="1371600"/>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743200" y="162763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743200" y="188366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743200" y="2139696"/>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65760" y="2596896"/>
            <a:ext cx="8412480" cy="1188720"/>
          </a:xfrm>
          <a:prstGeom prst="roundRect">
            <a:avLst>
              <a:gd name="adj" fmla="val 7692"/>
            </a:avLst>
          </a:prstGeom>
          <a:solidFill>
            <a:srgbClr val="EFF1F8"/>
          </a:solidFill>
          <a:ln w="12700">
            <a:solidFill>
              <a:srgbClr val="E8ECF5"/>
            </a:solidFill>
            <a:prstDash val="solid"/>
          </a:ln>
        </p:spPr>
      </p:sp>
      <p:sp>
        <p:nvSpPr>
          <p:cNvPr id="15" name="Shape 13"/>
          <p:cNvSpPr/>
          <p:nvPr/>
        </p:nvSpPr>
        <p:spPr>
          <a:xfrm>
            <a:off x="365760" y="2596896"/>
            <a:ext cx="2286000" cy="1188720"/>
          </a:xfrm>
          <a:prstGeom prst="roundRect">
            <a:avLst>
              <a:gd name="adj" fmla="val 7692"/>
            </a:avLst>
          </a:prstGeom>
          <a:solidFill>
            <a:srgbClr val="0A84FF"/>
          </a:solidFill>
          <a:ln/>
        </p:spPr>
      </p:sp>
      <p:sp>
        <p:nvSpPr>
          <p:cNvPr id="16" name="Shape 14"/>
          <p:cNvSpPr/>
          <p:nvPr/>
        </p:nvSpPr>
        <p:spPr>
          <a:xfrm>
            <a:off x="2377440" y="2596896"/>
            <a:ext cx="274320" cy="1188720"/>
          </a:xfrm>
          <a:prstGeom prst="rect">
            <a:avLst/>
          </a:prstGeom>
          <a:solidFill>
            <a:srgbClr val="0A84FF"/>
          </a:solidFill>
          <a:ln/>
        </p:spPr>
      </p:sp>
      <p:sp>
        <p:nvSpPr>
          <p:cNvPr id="17" name="Text 15"/>
          <p:cNvSpPr txBox="1"/>
          <p:nvPr/>
        </p:nvSpPr>
        <p:spPr>
          <a:xfrm>
            <a:off x="502920" y="2734056"/>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743200" y="2670048"/>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743200" y="292608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743200" y="318211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743200" y="343814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65760" y="3895344"/>
            <a:ext cx="8412480" cy="1188720"/>
          </a:xfrm>
          <a:prstGeom prst="roundRect">
            <a:avLst>
              <a:gd name="adj" fmla="val 7692"/>
            </a:avLst>
          </a:prstGeom>
          <a:solidFill>
            <a:srgbClr val="EFF1F8"/>
          </a:solidFill>
          <a:ln w="12700">
            <a:solidFill>
              <a:srgbClr val="E8ECF5"/>
            </a:solidFill>
            <a:prstDash val="solid"/>
          </a:ln>
        </p:spPr>
      </p:sp>
      <p:sp>
        <p:nvSpPr>
          <p:cNvPr id="23" name="Shape 21"/>
          <p:cNvSpPr/>
          <p:nvPr/>
        </p:nvSpPr>
        <p:spPr>
          <a:xfrm>
            <a:off x="365760" y="3895344"/>
            <a:ext cx="2286000" cy="1188720"/>
          </a:xfrm>
          <a:prstGeom prst="roundRect">
            <a:avLst>
              <a:gd name="adj" fmla="val 7692"/>
            </a:avLst>
          </a:prstGeom>
          <a:solidFill>
            <a:srgbClr val="FF9500"/>
          </a:solidFill>
          <a:ln/>
        </p:spPr>
      </p:sp>
      <p:sp>
        <p:nvSpPr>
          <p:cNvPr id="24" name="Shape 22"/>
          <p:cNvSpPr/>
          <p:nvPr/>
        </p:nvSpPr>
        <p:spPr>
          <a:xfrm>
            <a:off x="2377440" y="3895344"/>
            <a:ext cx="274320" cy="1188720"/>
          </a:xfrm>
          <a:prstGeom prst="rect">
            <a:avLst/>
          </a:prstGeom>
          <a:solidFill>
            <a:srgbClr val="FF9500"/>
          </a:solidFill>
          <a:ln/>
        </p:spPr>
      </p:sp>
      <p:sp>
        <p:nvSpPr>
          <p:cNvPr id="25" name="Text 23"/>
          <p:cNvSpPr txBox="1"/>
          <p:nvPr/>
        </p:nvSpPr>
        <p:spPr>
          <a:xfrm>
            <a:off x="502920" y="4032504"/>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743200" y="3968496"/>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743200" y="4224528"/>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743200" y="448056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743200" y="473659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para Megaproyectos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 Proyectos Verdes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1</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2</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FF1F8"/>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EFF1F8"/>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EFF1F8"/>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FF1F8"/>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914400"/>
          </a:xfrm>
          <a:prstGeom prst="rect">
            <a:avLst/>
          </a:prstGeom>
          <a:noFill/>
          <a:ln/>
        </p:spPr>
        <p:txBody>
          <a:bodyPr wrap="square" lIns="0" tIns="0" rIns="0" bIns="0" rtlCol="0" anchor="ctr"/>
          <a:lstStyle/>
          <a:p>
            <a:pPr algn="ctr" indent="0" marL="0">
              <a:buNone/>
            </a:pPr>
            <a:r>
              <a:rPr lang="en-US" sz="4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800" dirty="0"/>
          </a:p>
        </p:txBody>
      </p:sp>
      <p:sp>
        <p:nvSpPr>
          <p:cNvPr id="5" name="Text 3"/>
          <p:cNvSpPr txBox="1"/>
          <p:nvPr/>
        </p:nvSpPr>
        <p:spPr>
          <a:xfrm>
            <a:off x="502920" y="1572768"/>
            <a:ext cx="8138160" cy="475488"/>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86000" y="2148840"/>
            <a:ext cx="4572000" cy="36576"/>
          </a:xfrm>
          <a:prstGeom prst="rect">
            <a:avLst/>
          </a:prstGeom>
          <a:solidFill>
            <a:srgbClr val="E8ECF5"/>
          </a:solidFill>
          <a:ln/>
        </p:spPr>
      </p:sp>
      <p:sp>
        <p:nvSpPr>
          <p:cNvPr id="7" name="Text 5"/>
          <p:cNvSpPr txBox="1"/>
          <p:nvPr/>
        </p:nvSpPr>
        <p:spPr>
          <a:xfrm>
            <a:off x="731520" y="2286000"/>
            <a:ext cx="7680960" cy="91440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200" dirty="0"/>
          </a:p>
        </p:txBody>
      </p:sp>
      <p:sp>
        <p:nvSpPr>
          <p:cNvPr id="8" name="Text 6"/>
          <p:cNvSpPr txBox="1"/>
          <p:nvPr/>
        </p:nvSpPr>
        <p:spPr>
          <a:xfrm>
            <a:off x="731520" y="3218688"/>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31520" y="3749040"/>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31520" y="4023360"/>
            <a:ext cx="7680960" cy="256032"/>
          </a:xfrm>
          <a:prstGeom prst="rect">
            <a:avLst/>
          </a:prstGeom>
          <a:noFill/>
          <a:ln/>
        </p:spPr>
        <p:txBody>
          <a:bodyPr wrap="square" lIns="0" tIns="0" rIns="0" bIns="0" rtlCol="0" anchor="ctr"/>
          <a:lstStyle/>
          <a:p>
            <a:pPr algn="ctr" indent="0" marL="0">
              <a:buNone/>
            </a:pPr>
            <a:r>
              <a:rPr lang="en-US" sz="1100" dirty="0">
                <a:solidFill>
                  <a:srgbClr val="E8ECF5"/>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Descripción Detallada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868680"/>
          </a:xfrm>
          <a:prstGeom prst="roundRect">
            <a:avLst>
              <a:gd name="adj" fmla="val 8421"/>
            </a:avLst>
          </a:prstGeom>
          <a:solidFill>
            <a:srgbClr val="EFF1F8"/>
          </a:solidFill>
          <a:ln w="12700">
            <a:solidFill>
              <a:srgbClr val="E8ECF5"/>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T-1</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Temprana de Constructabilidad</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1100" dirty="0"/>
          </a:p>
        </p:txBody>
      </p:sp>
      <p:sp>
        <p:nvSpPr>
          <p:cNvPr id="9" name="Shape 7"/>
          <p:cNvSpPr/>
          <p:nvPr/>
        </p:nvSpPr>
        <p:spPr>
          <a:xfrm>
            <a:off x="365760" y="1920240"/>
            <a:ext cx="8412480" cy="868680"/>
          </a:xfrm>
          <a:prstGeom prst="roundRect">
            <a:avLst>
              <a:gd name="adj" fmla="val 8421"/>
            </a:avLst>
          </a:prstGeom>
          <a:solidFill>
            <a:srgbClr val="EFF1F8"/>
          </a:solidFill>
          <a:ln w="12700">
            <a:solidFill>
              <a:srgbClr val="E8ECF5"/>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T-2</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Equipo Constructabilidad Multidisciplinario</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1100" dirty="0"/>
          </a:p>
        </p:txBody>
      </p:sp>
      <p:sp>
        <p:nvSpPr>
          <p:cNvPr id="13" name="Shape 11"/>
          <p:cNvSpPr/>
          <p:nvPr/>
        </p:nvSpPr>
        <p:spPr>
          <a:xfrm>
            <a:off x="365760" y="2880360"/>
            <a:ext cx="8412480" cy="868680"/>
          </a:xfrm>
          <a:prstGeom prst="roundRect">
            <a:avLst>
              <a:gd name="adj" fmla="val 8421"/>
            </a:avLst>
          </a:prstGeom>
          <a:solidFill>
            <a:srgbClr val="EFF1F8"/>
          </a:solidFill>
          <a:ln w="12700">
            <a:solidFill>
              <a:srgbClr val="E8ECF5"/>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T-3</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Simplificación del Diseño</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1100" dirty="0"/>
          </a:p>
        </p:txBody>
      </p:sp>
      <p:sp>
        <p:nvSpPr>
          <p:cNvPr id="17" name="Shape 15"/>
          <p:cNvSpPr/>
          <p:nvPr/>
        </p:nvSpPr>
        <p:spPr>
          <a:xfrm>
            <a:off x="365760" y="3840480"/>
            <a:ext cx="8412480" cy="868680"/>
          </a:xfrm>
          <a:prstGeom prst="roundRect">
            <a:avLst>
              <a:gd name="adj" fmla="val 8421"/>
            </a:avLst>
          </a:prstGeom>
          <a:solidFill>
            <a:srgbClr val="EFF1F8"/>
          </a:solidFill>
          <a:ln w="12700">
            <a:solidFill>
              <a:srgbClr val="E8ECF5"/>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T-4</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Estandarización de Componentes</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1100" dirty="0"/>
          </a:p>
        </p:txBody>
      </p:sp>
      <p:sp>
        <p:nvSpPr>
          <p:cNvPr id="21" name="Shape 19"/>
          <p:cNvSpPr/>
          <p:nvPr/>
        </p:nvSpPr>
        <p:spPr>
          <a:xfrm>
            <a:off x="365760" y="4800600"/>
            <a:ext cx="8412480" cy="868680"/>
          </a:xfrm>
          <a:prstGeom prst="roundRect">
            <a:avLst>
              <a:gd name="adj" fmla="val 8421"/>
            </a:avLst>
          </a:prstGeom>
          <a:solidFill>
            <a:srgbClr val="EFF1F8"/>
          </a:solidFill>
          <a:ln w="12700">
            <a:solidFill>
              <a:srgbClr val="E8ECF5"/>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T-5</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Modularización / Pre-ensamble</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T-6 a T-10</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868680"/>
          </a:xfrm>
          <a:prstGeom prst="roundRect">
            <a:avLst>
              <a:gd name="adj" fmla="val 8421"/>
            </a:avLst>
          </a:prstGeom>
          <a:solidFill>
            <a:srgbClr val="EFF1F8"/>
          </a:solidFill>
          <a:ln w="12700">
            <a:solidFill>
              <a:srgbClr val="E8ECF5"/>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T-6</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en Diseño</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1100" dirty="0"/>
          </a:p>
        </p:txBody>
      </p:sp>
      <p:sp>
        <p:nvSpPr>
          <p:cNvPr id="9" name="Shape 7"/>
          <p:cNvSpPr/>
          <p:nvPr/>
        </p:nvSpPr>
        <p:spPr>
          <a:xfrm>
            <a:off x="365760" y="1920240"/>
            <a:ext cx="8412480" cy="868680"/>
          </a:xfrm>
          <a:prstGeom prst="roundRect">
            <a:avLst>
              <a:gd name="adj" fmla="val 8421"/>
            </a:avLst>
          </a:prstGeom>
          <a:solidFill>
            <a:srgbClr val="EFF1F8"/>
          </a:solidFill>
          <a:ln w="12700">
            <a:solidFill>
              <a:srgbClr val="E8ECF5"/>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T-7</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Secuenciación Constructiva</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1100" dirty="0"/>
          </a:p>
        </p:txBody>
      </p:sp>
      <p:sp>
        <p:nvSpPr>
          <p:cNvPr id="13" name="Shape 11"/>
          <p:cNvSpPr/>
          <p:nvPr/>
        </p:nvSpPr>
        <p:spPr>
          <a:xfrm>
            <a:off x="365760" y="2880360"/>
            <a:ext cx="8412480" cy="868680"/>
          </a:xfrm>
          <a:prstGeom prst="roundRect">
            <a:avLst>
              <a:gd name="adj" fmla="val 8421"/>
            </a:avLst>
          </a:prstGeom>
          <a:solidFill>
            <a:srgbClr val="EFF1F8"/>
          </a:solidFill>
          <a:ln w="12700">
            <a:solidFill>
              <a:srgbClr val="E8ECF5"/>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T-8</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Diseño para Condiciones Climáticas</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1100" dirty="0"/>
          </a:p>
        </p:txBody>
      </p:sp>
      <p:sp>
        <p:nvSpPr>
          <p:cNvPr id="17" name="Shape 15"/>
          <p:cNvSpPr/>
          <p:nvPr/>
        </p:nvSpPr>
        <p:spPr>
          <a:xfrm>
            <a:off x="365760" y="3840480"/>
            <a:ext cx="8412480" cy="868680"/>
          </a:xfrm>
          <a:prstGeom prst="roundRect">
            <a:avLst>
              <a:gd name="adj" fmla="val 8421"/>
            </a:avLst>
          </a:prstGeom>
          <a:solidFill>
            <a:srgbClr val="EFF1F8"/>
          </a:solidFill>
          <a:ln w="12700">
            <a:solidFill>
              <a:srgbClr val="E8ECF5"/>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T-9</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Interfaz Diseño-Campo Temprana</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1100" dirty="0"/>
          </a:p>
        </p:txBody>
      </p:sp>
      <p:sp>
        <p:nvSpPr>
          <p:cNvPr id="21" name="Shape 19"/>
          <p:cNvSpPr/>
          <p:nvPr/>
        </p:nvSpPr>
        <p:spPr>
          <a:xfrm>
            <a:off x="365760" y="4800600"/>
            <a:ext cx="8412480" cy="868680"/>
          </a:xfrm>
          <a:prstGeom prst="roundRect">
            <a:avLst>
              <a:gd name="adj" fmla="val 8421"/>
            </a:avLst>
          </a:prstGeom>
          <a:solidFill>
            <a:srgbClr val="EFF1F8"/>
          </a:solidFill>
          <a:ln w="12700">
            <a:solidFill>
              <a:srgbClr val="E8ECF5"/>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T-10</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de Especificaciones</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T-11 a T-19 (Resumen)</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65760" y="1298448"/>
            <a:ext cx="4114800" cy="749808"/>
          </a:xfrm>
          <a:prstGeom prst="roundRect">
            <a:avLst>
              <a:gd name="adj" fmla="val 8537"/>
            </a:avLst>
          </a:prstGeom>
          <a:solidFill>
            <a:srgbClr val="EFF1F8"/>
          </a:solidFill>
          <a:ln w="12700">
            <a:solidFill>
              <a:srgbClr val="E8ECF5"/>
            </a:solidFill>
            <a:prstDash val="solid"/>
          </a:ln>
        </p:spPr>
      </p:sp>
      <p:sp>
        <p:nvSpPr>
          <p:cNvPr id="7" name="Text 5"/>
          <p:cNvSpPr txBox="1"/>
          <p:nvPr/>
        </p:nvSpPr>
        <p:spPr>
          <a:xfrm>
            <a:off x="47548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100584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7548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65760" y="2139696"/>
            <a:ext cx="4114800" cy="749808"/>
          </a:xfrm>
          <a:prstGeom prst="roundRect">
            <a:avLst>
              <a:gd name="adj" fmla="val 8537"/>
            </a:avLst>
          </a:prstGeom>
          <a:solidFill>
            <a:srgbClr val="EFF1F8"/>
          </a:solidFill>
          <a:ln w="12700">
            <a:solidFill>
              <a:srgbClr val="E8ECF5"/>
            </a:solidFill>
            <a:prstDash val="solid"/>
          </a:ln>
        </p:spPr>
      </p:sp>
      <p:sp>
        <p:nvSpPr>
          <p:cNvPr id="11" name="Text 9"/>
          <p:cNvSpPr txBox="1"/>
          <p:nvPr/>
        </p:nvSpPr>
        <p:spPr>
          <a:xfrm>
            <a:off x="47548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100584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7548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65760" y="2980944"/>
            <a:ext cx="4114800" cy="749808"/>
          </a:xfrm>
          <a:prstGeom prst="roundRect">
            <a:avLst>
              <a:gd name="adj" fmla="val 8537"/>
            </a:avLst>
          </a:prstGeom>
          <a:solidFill>
            <a:srgbClr val="EFF1F8"/>
          </a:solidFill>
          <a:ln w="12700">
            <a:solidFill>
              <a:srgbClr val="E8ECF5"/>
            </a:solidFill>
            <a:prstDash val="solid"/>
          </a:ln>
        </p:spPr>
      </p:sp>
      <p:sp>
        <p:nvSpPr>
          <p:cNvPr id="15" name="Text 13"/>
          <p:cNvSpPr txBox="1"/>
          <p:nvPr/>
        </p:nvSpPr>
        <p:spPr>
          <a:xfrm>
            <a:off x="47548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100584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7548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65760" y="3822192"/>
            <a:ext cx="4114800" cy="749808"/>
          </a:xfrm>
          <a:prstGeom prst="roundRect">
            <a:avLst>
              <a:gd name="adj" fmla="val 8537"/>
            </a:avLst>
          </a:prstGeom>
          <a:solidFill>
            <a:srgbClr val="EFF1F8"/>
          </a:solidFill>
          <a:ln w="12700">
            <a:solidFill>
              <a:srgbClr val="E8ECF5"/>
            </a:solidFill>
            <a:prstDash val="solid"/>
          </a:ln>
        </p:spPr>
      </p:sp>
      <p:sp>
        <p:nvSpPr>
          <p:cNvPr id="19" name="Text 17"/>
          <p:cNvSpPr txBox="1"/>
          <p:nvPr/>
        </p:nvSpPr>
        <p:spPr>
          <a:xfrm>
            <a:off x="47548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100584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7548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65760" y="4663440"/>
            <a:ext cx="4114800" cy="749808"/>
          </a:xfrm>
          <a:prstGeom prst="roundRect">
            <a:avLst>
              <a:gd name="adj" fmla="val 8537"/>
            </a:avLst>
          </a:prstGeom>
          <a:solidFill>
            <a:srgbClr val="EFF1F8"/>
          </a:solidFill>
          <a:ln w="12700">
            <a:solidFill>
              <a:srgbClr val="E8ECF5"/>
            </a:solidFill>
            <a:prstDash val="solid"/>
          </a:ln>
        </p:spPr>
      </p:sp>
      <p:sp>
        <p:nvSpPr>
          <p:cNvPr id="23" name="Text 21"/>
          <p:cNvSpPr txBox="1"/>
          <p:nvPr/>
        </p:nvSpPr>
        <p:spPr>
          <a:xfrm>
            <a:off x="475488" y="4736592"/>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1005840" y="4718304"/>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75488" y="50474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663440" y="1298448"/>
            <a:ext cx="4114800" cy="749808"/>
          </a:xfrm>
          <a:prstGeom prst="roundRect">
            <a:avLst>
              <a:gd name="adj" fmla="val 8537"/>
            </a:avLst>
          </a:prstGeom>
          <a:solidFill>
            <a:srgbClr val="EFF1F8"/>
          </a:solidFill>
          <a:ln w="12700">
            <a:solidFill>
              <a:srgbClr val="E8ECF5"/>
            </a:solidFill>
            <a:prstDash val="solid"/>
          </a:ln>
        </p:spPr>
      </p:sp>
      <p:sp>
        <p:nvSpPr>
          <p:cNvPr id="27" name="Text 25"/>
          <p:cNvSpPr txBox="1"/>
          <p:nvPr/>
        </p:nvSpPr>
        <p:spPr>
          <a:xfrm>
            <a:off x="477316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530352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77316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663440" y="2139696"/>
            <a:ext cx="4114800" cy="749808"/>
          </a:xfrm>
          <a:prstGeom prst="roundRect">
            <a:avLst>
              <a:gd name="adj" fmla="val 8537"/>
            </a:avLst>
          </a:prstGeom>
          <a:solidFill>
            <a:srgbClr val="EFF1F8"/>
          </a:solidFill>
          <a:ln w="12700">
            <a:solidFill>
              <a:srgbClr val="E8ECF5"/>
            </a:solidFill>
            <a:prstDash val="solid"/>
          </a:ln>
        </p:spPr>
      </p:sp>
      <p:sp>
        <p:nvSpPr>
          <p:cNvPr id="31" name="Text 29"/>
          <p:cNvSpPr txBox="1"/>
          <p:nvPr/>
        </p:nvSpPr>
        <p:spPr>
          <a:xfrm>
            <a:off x="477316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530352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77316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663440" y="2980944"/>
            <a:ext cx="4114800" cy="749808"/>
          </a:xfrm>
          <a:prstGeom prst="roundRect">
            <a:avLst>
              <a:gd name="adj" fmla="val 8537"/>
            </a:avLst>
          </a:prstGeom>
          <a:solidFill>
            <a:srgbClr val="EFF1F8"/>
          </a:solidFill>
          <a:ln w="12700">
            <a:solidFill>
              <a:srgbClr val="E8ECF5"/>
            </a:solidFill>
            <a:prstDash val="solid"/>
          </a:ln>
        </p:spPr>
      </p:sp>
      <p:sp>
        <p:nvSpPr>
          <p:cNvPr id="35" name="Text 33"/>
          <p:cNvSpPr txBox="1"/>
          <p:nvPr/>
        </p:nvSpPr>
        <p:spPr>
          <a:xfrm>
            <a:off x="477316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530352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77316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663440" y="3822192"/>
            <a:ext cx="4114800" cy="749808"/>
          </a:xfrm>
          <a:prstGeom prst="roundRect">
            <a:avLst>
              <a:gd name="adj" fmla="val 8537"/>
            </a:avLst>
          </a:prstGeom>
          <a:solidFill>
            <a:srgbClr val="EFF1F8"/>
          </a:solidFill>
          <a:ln w="12700">
            <a:solidFill>
              <a:srgbClr val="E8ECF5"/>
            </a:solidFill>
            <a:prstDash val="solid"/>
          </a:ln>
        </p:spPr>
      </p:sp>
      <p:sp>
        <p:nvSpPr>
          <p:cNvPr id="39" name="Text 37"/>
          <p:cNvSpPr txBox="1"/>
          <p:nvPr/>
        </p:nvSpPr>
        <p:spPr>
          <a:xfrm>
            <a:off x="477316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530352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77316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Cuantificación del ROI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EFF1F8"/>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200" dirty="0"/>
          </a:p>
        </p:txBody>
      </p:sp>
      <p:sp>
        <p:nvSpPr>
          <p:cNvPr id="8" name="Shape 6"/>
          <p:cNvSpPr/>
          <p:nvPr/>
        </p:nvSpPr>
        <p:spPr>
          <a:xfrm>
            <a:off x="365760" y="2487168"/>
            <a:ext cx="4114800" cy="1051560"/>
          </a:xfrm>
          <a:prstGeom prst="roundRect">
            <a:avLst>
              <a:gd name="adj" fmla="val 8696"/>
            </a:avLst>
          </a:prstGeom>
          <a:solidFill>
            <a:srgbClr val="EFF1F8"/>
          </a:solidFill>
          <a:ln w="12700">
            <a:solidFill>
              <a:srgbClr val="E8ECF5"/>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0.2 - 0.5%</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1" name="Shape 9"/>
          <p:cNvSpPr/>
          <p:nvPr/>
        </p:nvSpPr>
        <p:spPr>
          <a:xfrm>
            <a:off x="4754880" y="2487168"/>
            <a:ext cx="4114800" cy="1051560"/>
          </a:xfrm>
          <a:prstGeom prst="roundRect">
            <a:avLst>
              <a:gd name="adj" fmla="val 8696"/>
            </a:avLst>
          </a:prstGeom>
          <a:solidFill>
            <a:srgbClr val="EFF1F8"/>
          </a:solidFill>
          <a:ln w="12700">
            <a:solidFill>
              <a:srgbClr val="E8ECF5"/>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3 - 8%</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4" name="Shape 12"/>
          <p:cNvSpPr/>
          <p:nvPr/>
        </p:nvSpPr>
        <p:spPr>
          <a:xfrm>
            <a:off x="365760" y="3721608"/>
            <a:ext cx="4114800" cy="1051560"/>
          </a:xfrm>
          <a:prstGeom prst="roundRect">
            <a:avLst>
              <a:gd name="adj" fmla="val 8696"/>
            </a:avLst>
          </a:prstGeom>
          <a:solidFill>
            <a:srgbClr val="EFF1F8"/>
          </a:solidFill>
          <a:ln w="12700">
            <a:solidFill>
              <a:srgbClr val="E8ECF5"/>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10:1 a 40:1</a:t>
            </a:r>
            <a:endParaRPr lang="en-US" sz="1200" dirty="0"/>
          </a:p>
        </p:txBody>
      </p:sp>
      <p:sp>
        <p:nvSpPr>
          <p:cNvPr id="17" name="Shape 15"/>
          <p:cNvSpPr/>
          <p:nvPr/>
        </p:nvSpPr>
        <p:spPr>
          <a:xfrm>
            <a:off x="4754880" y="3721608"/>
            <a:ext cx="4114800" cy="1051560"/>
          </a:xfrm>
          <a:prstGeom prst="roundRect">
            <a:avLst>
              <a:gd name="adj" fmla="val 8696"/>
            </a:avLst>
          </a:prstGeom>
          <a:solidFill>
            <a:srgbClr val="EFF1F8"/>
          </a:solidFill>
          <a:ln w="12700">
            <a:solidFill>
              <a:srgbClr val="E8ECF5"/>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5 - 10%</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2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Contratos EPC / EPCM</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300" dirty="0"/>
          </a:p>
        </p:txBody>
      </p:sp>
      <p:sp>
        <p:nvSpPr>
          <p:cNvPr id="6" name="Shape 4"/>
          <p:cNvSpPr/>
          <p:nvPr/>
        </p:nvSpPr>
        <p:spPr>
          <a:xfrm>
            <a:off x="365760" y="1298448"/>
            <a:ext cx="8412480" cy="1051560"/>
          </a:xfrm>
          <a:prstGeom prst="roundRect">
            <a:avLst>
              <a:gd name="adj" fmla="val 8696"/>
            </a:avLst>
          </a:prstGeom>
          <a:solidFill>
            <a:srgbClr val="EFF1F8"/>
          </a:solidFill>
          <a:ln w="25400">
            <a:solidFill>
              <a:srgbClr val="FFD60A"/>
            </a:solidFill>
            <a:prstDash val="solid"/>
          </a:ln>
        </p:spPr>
      </p:sp>
      <p:sp>
        <p:nvSpPr>
          <p:cNvPr id="7" name="Text 5"/>
          <p:cNvSpPr txBox="1"/>
          <p:nvPr/>
        </p:nvSpPr>
        <p:spPr>
          <a:xfrm>
            <a:off x="548640" y="1408176"/>
            <a:ext cx="182880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300" dirty="0"/>
          </a:p>
        </p:txBody>
      </p:sp>
      <p:sp>
        <p:nvSpPr>
          <p:cNvPr id="8" name="Text 6"/>
          <p:cNvSpPr txBox="1"/>
          <p:nvPr/>
        </p:nvSpPr>
        <p:spPr>
          <a:xfrm>
            <a:off x="2468880" y="137160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1100" dirty="0"/>
          </a:p>
        </p:txBody>
      </p:sp>
      <p:sp>
        <p:nvSpPr>
          <p:cNvPr id="9" name="Text 7"/>
          <p:cNvSpPr txBox="1"/>
          <p:nvPr/>
        </p:nvSpPr>
        <p:spPr>
          <a:xfrm>
            <a:off x="2468880" y="167335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1100" dirty="0"/>
          </a:p>
        </p:txBody>
      </p:sp>
      <p:sp>
        <p:nvSpPr>
          <p:cNvPr id="10" name="Text 8"/>
          <p:cNvSpPr txBox="1"/>
          <p:nvPr/>
        </p:nvSpPr>
        <p:spPr>
          <a:xfrm>
            <a:off x="2468880" y="197510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1100" dirty="0"/>
          </a:p>
        </p:txBody>
      </p:sp>
      <p:sp>
        <p:nvSpPr>
          <p:cNvPr id="11" name="Shape 9"/>
          <p:cNvSpPr/>
          <p:nvPr/>
        </p:nvSpPr>
        <p:spPr>
          <a:xfrm>
            <a:off x="365760" y="2487168"/>
            <a:ext cx="8412480" cy="1051560"/>
          </a:xfrm>
          <a:prstGeom prst="roundRect">
            <a:avLst>
              <a:gd name="adj" fmla="val 8696"/>
            </a:avLst>
          </a:prstGeom>
          <a:solidFill>
            <a:srgbClr val="EFF1F8"/>
          </a:solidFill>
          <a:ln w="25400">
            <a:solidFill>
              <a:srgbClr val="0A84FF"/>
            </a:solidFill>
            <a:prstDash val="solid"/>
          </a:ln>
        </p:spPr>
      </p:sp>
      <p:sp>
        <p:nvSpPr>
          <p:cNvPr id="12" name="Text 10"/>
          <p:cNvSpPr txBox="1"/>
          <p:nvPr/>
        </p:nvSpPr>
        <p:spPr>
          <a:xfrm>
            <a:off x="548640" y="2596896"/>
            <a:ext cx="182880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300" dirty="0"/>
          </a:p>
        </p:txBody>
      </p:sp>
      <p:sp>
        <p:nvSpPr>
          <p:cNvPr id="13" name="Text 11"/>
          <p:cNvSpPr txBox="1"/>
          <p:nvPr/>
        </p:nvSpPr>
        <p:spPr>
          <a:xfrm>
            <a:off x="2468880" y="256032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1100" dirty="0"/>
          </a:p>
        </p:txBody>
      </p:sp>
      <p:sp>
        <p:nvSpPr>
          <p:cNvPr id="14" name="Text 12"/>
          <p:cNvSpPr txBox="1"/>
          <p:nvPr/>
        </p:nvSpPr>
        <p:spPr>
          <a:xfrm>
            <a:off x="2468880" y="286207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1100" dirty="0"/>
          </a:p>
        </p:txBody>
      </p:sp>
      <p:sp>
        <p:nvSpPr>
          <p:cNvPr id="15" name="Text 13"/>
          <p:cNvSpPr txBox="1"/>
          <p:nvPr/>
        </p:nvSpPr>
        <p:spPr>
          <a:xfrm>
            <a:off x="2468880" y="316382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1100" dirty="0"/>
          </a:p>
        </p:txBody>
      </p:sp>
      <p:sp>
        <p:nvSpPr>
          <p:cNvPr id="16" name="Shape 14"/>
          <p:cNvSpPr/>
          <p:nvPr/>
        </p:nvSpPr>
        <p:spPr>
          <a:xfrm>
            <a:off x="365760" y="3675888"/>
            <a:ext cx="8412480" cy="1051560"/>
          </a:xfrm>
          <a:prstGeom prst="roundRect">
            <a:avLst>
              <a:gd name="adj" fmla="val 8696"/>
            </a:avLst>
          </a:prstGeom>
          <a:solidFill>
            <a:srgbClr val="EFF1F8"/>
          </a:solidFill>
          <a:ln w="25400">
            <a:solidFill>
              <a:srgbClr val="30D158"/>
            </a:solidFill>
            <a:prstDash val="solid"/>
          </a:ln>
        </p:spPr>
      </p:sp>
      <p:sp>
        <p:nvSpPr>
          <p:cNvPr id="17" name="Text 15"/>
          <p:cNvSpPr txBox="1"/>
          <p:nvPr/>
        </p:nvSpPr>
        <p:spPr>
          <a:xfrm>
            <a:off x="548640" y="3785616"/>
            <a:ext cx="182880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300" dirty="0"/>
          </a:p>
        </p:txBody>
      </p:sp>
      <p:sp>
        <p:nvSpPr>
          <p:cNvPr id="18" name="Text 16"/>
          <p:cNvSpPr txBox="1"/>
          <p:nvPr/>
        </p:nvSpPr>
        <p:spPr>
          <a:xfrm>
            <a:off x="2468880" y="374904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formales T-15 en 30%, 60%, 90%</a:t>
            </a:r>
            <a:endParaRPr lang="en-US" sz="1100" dirty="0"/>
          </a:p>
        </p:txBody>
      </p:sp>
      <p:sp>
        <p:nvSpPr>
          <p:cNvPr id="19" name="Text 17"/>
          <p:cNvSpPr txBox="1"/>
          <p:nvPr/>
        </p:nvSpPr>
        <p:spPr>
          <a:xfrm>
            <a:off x="2468880" y="405079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AWP integrados con constructabilidad</a:t>
            </a:r>
            <a:endParaRPr lang="en-US" sz="1100" dirty="0"/>
          </a:p>
        </p:txBody>
      </p:sp>
      <p:sp>
        <p:nvSpPr>
          <p:cNvPr id="20" name="Text 18"/>
          <p:cNvSpPr txBox="1"/>
          <p:nvPr/>
        </p:nvSpPr>
        <p:spPr>
          <a:xfrm>
            <a:off x="2468880" y="435254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1100" dirty="0"/>
          </a:p>
        </p:txBody>
      </p:sp>
      <p:sp>
        <p:nvSpPr>
          <p:cNvPr id="21" name="Shape 19"/>
          <p:cNvSpPr/>
          <p:nvPr/>
        </p:nvSpPr>
        <p:spPr>
          <a:xfrm>
            <a:off x="365760" y="4864608"/>
            <a:ext cx="8412480" cy="1051560"/>
          </a:xfrm>
          <a:prstGeom prst="roundRect">
            <a:avLst>
              <a:gd name="adj" fmla="val 8696"/>
            </a:avLst>
          </a:prstGeom>
          <a:solidFill>
            <a:srgbClr val="EFF1F8"/>
          </a:solidFill>
          <a:ln w="25400">
            <a:solidFill>
              <a:srgbClr val="FF9500"/>
            </a:solidFill>
            <a:prstDash val="solid"/>
          </a:ln>
        </p:spPr>
      </p:sp>
      <p:sp>
        <p:nvSpPr>
          <p:cNvPr id="22" name="Text 20"/>
          <p:cNvSpPr txBox="1"/>
          <p:nvPr/>
        </p:nvSpPr>
        <p:spPr>
          <a:xfrm>
            <a:off x="548640" y="4974336"/>
            <a:ext cx="182880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300" dirty="0"/>
          </a:p>
        </p:txBody>
      </p:sp>
      <p:sp>
        <p:nvSpPr>
          <p:cNvPr id="23" name="Text 21"/>
          <p:cNvSpPr txBox="1"/>
          <p:nvPr/>
        </p:nvSpPr>
        <p:spPr>
          <a:xfrm>
            <a:off x="2468880" y="493776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Implementación de AWP basada en constructabilidad</a:t>
            </a:r>
            <a:endParaRPr lang="en-US" sz="1100" dirty="0"/>
          </a:p>
        </p:txBody>
      </p:sp>
      <p:sp>
        <p:nvSpPr>
          <p:cNvPr id="24" name="Text 22"/>
          <p:cNvSpPr txBox="1"/>
          <p:nvPr/>
        </p:nvSpPr>
        <p:spPr>
          <a:xfrm>
            <a:off x="2468880" y="523951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1100" dirty="0"/>
          </a:p>
        </p:txBody>
      </p:sp>
      <p:sp>
        <p:nvSpPr>
          <p:cNvPr id="25" name="Text 23"/>
          <p:cNvSpPr txBox="1"/>
          <p:nvPr/>
        </p:nvSpPr>
        <p:spPr>
          <a:xfrm>
            <a:off x="2468880" y="554126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Métricas T-16 de seguimiento mensual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Advanced Work Packaging (AWP) y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65760" y="1298448"/>
            <a:ext cx="3840480" cy="4023360"/>
          </a:xfrm>
          <a:prstGeom prst="roundRect">
            <a:avLst>
              <a:gd name="adj" fmla="val 2857"/>
            </a:avLst>
          </a:prstGeom>
          <a:solidFill>
            <a:srgbClr val="EFF1F8"/>
          </a:solidFill>
          <a:ln w="25400">
            <a:solidFill>
              <a:srgbClr val="AF52DE"/>
            </a:solidFill>
            <a:prstDash val="solid"/>
          </a:ln>
        </p:spPr>
      </p:sp>
      <p:sp>
        <p:nvSpPr>
          <p:cNvPr id="7" name="Text 5"/>
          <p:cNvSpPr txBox="1"/>
          <p:nvPr/>
        </p:nvSpPr>
        <p:spPr>
          <a:xfrm>
            <a:off x="548640" y="1417320"/>
            <a:ext cx="3474720" cy="594360"/>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48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48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48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48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48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937760" y="1298448"/>
            <a:ext cx="3840480" cy="4023360"/>
          </a:xfrm>
          <a:prstGeom prst="roundRect">
            <a:avLst>
              <a:gd name="adj" fmla="val 2857"/>
            </a:avLst>
          </a:prstGeom>
          <a:solidFill>
            <a:srgbClr val="EFF1F8"/>
          </a:solidFill>
          <a:ln w="25400">
            <a:solidFill>
              <a:srgbClr val="0A84FF"/>
            </a:solidFill>
            <a:prstDash val="solid"/>
          </a:ln>
        </p:spPr>
      </p:sp>
      <p:sp>
        <p:nvSpPr>
          <p:cNvPr id="14" name="Text 12"/>
          <p:cNvSpPr txBox="1"/>
          <p:nvPr/>
        </p:nvSpPr>
        <p:spPr>
          <a:xfrm>
            <a:off x="5120640" y="1417320"/>
            <a:ext cx="3474720" cy="594360"/>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5120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5120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5120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5120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5120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4251960" y="3200400"/>
            <a:ext cx="640080" cy="54864"/>
          </a:xfrm>
          <a:prstGeom prst="rect">
            <a:avLst/>
          </a:prstGeom>
          <a:solidFill>
            <a:srgbClr val="30D158"/>
          </a:solidFill>
          <a:ln/>
        </p:spPr>
      </p:sp>
      <p:sp>
        <p:nvSpPr>
          <p:cNvPr id="21" name="Text 19"/>
          <p:cNvSpPr txBox="1"/>
          <p:nvPr/>
        </p:nvSpPr>
        <p:spPr>
          <a:xfrm>
            <a:off x="4224528" y="3035808"/>
            <a:ext cx="694944" cy="347472"/>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Infraestructura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300" dirty="0"/>
          </a:p>
        </p:txBody>
      </p:sp>
      <p:sp>
        <p:nvSpPr>
          <p:cNvPr id="6" name="Shape 4"/>
          <p:cNvSpPr/>
          <p:nvPr/>
        </p:nvSpPr>
        <p:spPr>
          <a:xfrm>
            <a:off x="365760" y="1298448"/>
            <a:ext cx="8412480" cy="1417320"/>
          </a:xfrm>
          <a:prstGeom prst="roundRect">
            <a:avLst>
              <a:gd name="adj" fmla="val 6452"/>
            </a:avLst>
          </a:prstGeom>
          <a:solidFill>
            <a:srgbClr val="EFF1F8"/>
          </a:solidFill>
          <a:ln w="25400">
            <a:solidFill>
              <a:srgbClr val="0A84FF"/>
            </a:solidFill>
            <a:prstDash val="solid"/>
          </a:ln>
        </p:spPr>
      </p:sp>
      <p:sp>
        <p:nvSpPr>
          <p:cNvPr id="7" name="Text 5"/>
          <p:cNvSpPr txBox="1"/>
          <p:nvPr/>
        </p:nvSpPr>
        <p:spPr>
          <a:xfrm>
            <a:off x="594360" y="1408176"/>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500" dirty="0"/>
          </a:p>
        </p:txBody>
      </p:sp>
      <p:sp>
        <p:nvSpPr>
          <p:cNvPr id="8" name="Text 6"/>
          <p:cNvSpPr txBox="1"/>
          <p:nvPr/>
        </p:nvSpPr>
        <p:spPr>
          <a:xfrm>
            <a:off x="59436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Traslapes de subbase/base/pavimento optimizados</a:t>
            </a:r>
            <a:endParaRPr lang="en-US" sz="1100" dirty="0"/>
          </a:p>
        </p:txBody>
      </p:sp>
      <p:sp>
        <p:nvSpPr>
          <p:cNvPr id="9" name="Text 7"/>
          <p:cNvSpPr txBox="1"/>
          <p:nvPr/>
        </p:nvSpPr>
        <p:spPr>
          <a:xfrm>
            <a:off x="480060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Alineamiento que minimiza movimiento de tierras neto</a:t>
            </a:r>
            <a:endParaRPr lang="en-US" sz="1100" dirty="0"/>
          </a:p>
        </p:txBody>
      </p:sp>
      <p:sp>
        <p:nvSpPr>
          <p:cNvPr id="10" name="Text 8"/>
          <p:cNvSpPr txBox="1"/>
          <p:nvPr/>
        </p:nvSpPr>
        <p:spPr>
          <a:xfrm>
            <a:off x="59436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1100" dirty="0"/>
          </a:p>
        </p:txBody>
      </p:sp>
      <p:sp>
        <p:nvSpPr>
          <p:cNvPr id="11" name="Text 9"/>
          <p:cNvSpPr txBox="1"/>
          <p:nvPr/>
        </p:nvSpPr>
        <p:spPr>
          <a:xfrm>
            <a:off x="480060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1100" dirty="0"/>
          </a:p>
        </p:txBody>
      </p:sp>
      <p:sp>
        <p:nvSpPr>
          <p:cNvPr id="12" name="Shape 10"/>
          <p:cNvSpPr/>
          <p:nvPr/>
        </p:nvSpPr>
        <p:spPr>
          <a:xfrm>
            <a:off x="365760" y="2852928"/>
            <a:ext cx="8412480" cy="1417320"/>
          </a:xfrm>
          <a:prstGeom prst="roundRect">
            <a:avLst>
              <a:gd name="adj" fmla="val 6452"/>
            </a:avLst>
          </a:prstGeom>
          <a:solidFill>
            <a:srgbClr val="EFF1F8"/>
          </a:solidFill>
          <a:ln w="25400">
            <a:solidFill>
              <a:srgbClr val="30D158"/>
            </a:solidFill>
            <a:prstDash val="solid"/>
          </a:ln>
        </p:spPr>
      </p:sp>
      <p:sp>
        <p:nvSpPr>
          <p:cNvPr id="13" name="Text 11"/>
          <p:cNvSpPr txBox="1"/>
          <p:nvPr/>
        </p:nvSpPr>
        <p:spPr>
          <a:xfrm>
            <a:off x="594360" y="2962656"/>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500" dirty="0"/>
          </a:p>
        </p:txBody>
      </p:sp>
      <p:sp>
        <p:nvSpPr>
          <p:cNvPr id="14" name="Text 12"/>
          <p:cNvSpPr txBox="1"/>
          <p:nvPr/>
        </p:nvSpPr>
        <p:spPr>
          <a:xfrm>
            <a:off x="59436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1100" dirty="0"/>
          </a:p>
        </p:txBody>
      </p:sp>
      <p:sp>
        <p:nvSpPr>
          <p:cNvPr id="15" name="Text 13"/>
          <p:cNvSpPr txBox="1"/>
          <p:nvPr/>
        </p:nvSpPr>
        <p:spPr>
          <a:xfrm>
            <a:off x="480060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1100" dirty="0"/>
          </a:p>
        </p:txBody>
      </p:sp>
      <p:sp>
        <p:nvSpPr>
          <p:cNvPr id="16" name="Text 14"/>
          <p:cNvSpPr txBox="1"/>
          <p:nvPr/>
        </p:nvSpPr>
        <p:spPr>
          <a:xfrm>
            <a:off x="59436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de equipos de montaje planificado</a:t>
            </a:r>
            <a:endParaRPr lang="en-US" sz="1100" dirty="0"/>
          </a:p>
        </p:txBody>
      </p:sp>
      <p:sp>
        <p:nvSpPr>
          <p:cNvPr id="17" name="Text 15"/>
          <p:cNvSpPr txBox="1"/>
          <p:nvPr/>
        </p:nvSpPr>
        <p:spPr>
          <a:xfrm>
            <a:off x="480060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1100" dirty="0"/>
          </a:p>
        </p:txBody>
      </p:sp>
      <p:sp>
        <p:nvSpPr>
          <p:cNvPr id="18" name="Shape 16"/>
          <p:cNvSpPr/>
          <p:nvPr/>
        </p:nvSpPr>
        <p:spPr>
          <a:xfrm>
            <a:off x="365760" y="4407408"/>
            <a:ext cx="8412480" cy="1417320"/>
          </a:xfrm>
          <a:prstGeom prst="roundRect">
            <a:avLst>
              <a:gd name="adj" fmla="val 6452"/>
            </a:avLst>
          </a:prstGeom>
          <a:solidFill>
            <a:srgbClr val="EFF1F8"/>
          </a:solidFill>
          <a:ln w="25400">
            <a:solidFill>
              <a:srgbClr val="FF9500"/>
            </a:solidFill>
            <a:prstDash val="solid"/>
          </a:ln>
        </p:spPr>
      </p:sp>
      <p:sp>
        <p:nvSpPr>
          <p:cNvPr id="19" name="Text 17"/>
          <p:cNvSpPr txBox="1"/>
          <p:nvPr/>
        </p:nvSpPr>
        <p:spPr>
          <a:xfrm>
            <a:off x="594360" y="4517136"/>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Túneles</a:t>
            </a:r>
            <a:endParaRPr lang="en-US" sz="1500" dirty="0"/>
          </a:p>
        </p:txBody>
      </p:sp>
      <p:sp>
        <p:nvSpPr>
          <p:cNvPr id="20" name="Text 18"/>
          <p:cNvSpPr txBox="1"/>
          <p:nvPr/>
        </p:nvSpPr>
        <p:spPr>
          <a:xfrm>
            <a:off x="59436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1100" dirty="0"/>
          </a:p>
        </p:txBody>
      </p:sp>
      <p:sp>
        <p:nvSpPr>
          <p:cNvPr id="21" name="Text 19"/>
          <p:cNvSpPr txBox="1"/>
          <p:nvPr/>
        </p:nvSpPr>
        <p:spPr>
          <a:xfrm>
            <a:off x="480060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Logística de extracción de material considerada</a:t>
            </a:r>
            <a:endParaRPr lang="en-US" sz="1100" dirty="0"/>
          </a:p>
        </p:txBody>
      </p:sp>
      <p:sp>
        <p:nvSpPr>
          <p:cNvPr id="22" name="Text 20"/>
          <p:cNvSpPr txBox="1"/>
          <p:nvPr/>
        </p:nvSpPr>
        <p:spPr>
          <a:xfrm>
            <a:off x="59436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Ventilación provisional integrada con definitiva</a:t>
            </a:r>
            <a:endParaRPr lang="en-US" sz="1100" dirty="0"/>
          </a:p>
        </p:txBody>
      </p:sp>
      <p:sp>
        <p:nvSpPr>
          <p:cNvPr id="23" name="Text 21"/>
          <p:cNvSpPr txBox="1"/>
          <p:nvPr/>
        </p:nvSpPr>
        <p:spPr>
          <a:xfrm>
            <a:off x="480060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Plantas Industriales y Process</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1600200"/>
          </a:xfrm>
          <a:prstGeom prst="roundRect">
            <a:avLst>
              <a:gd name="adj" fmla="val 5714"/>
            </a:avLst>
          </a:prstGeom>
          <a:solidFill>
            <a:srgbClr val="EFF1F8"/>
          </a:solidFill>
          <a:ln w="25400">
            <a:solidFill>
              <a:srgbClr val="0A84FF"/>
            </a:solidFill>
            <a:prstDash val="solid"/>
          </a:ln>
        </p:spPr>
      </p:sp>
      <p:sp>
        <p:nvSpPr>
          <p:cNvPr id="6" name="Text 4"/>
          <p:cNvSpPr txBox="1"/>
          <p:nvPr/>
        </p:nvSpPr>
        <p:spPr>
          <a:xfrm>
            <a:off x="594360" y="1069848"/>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500" dirty="0"/>
          </a:p>
        </p:txBody>
      </p:sp>
      <p:sp>
        <p:nvSpPr>
          <p:cNvPr id="7" name="Text 5"/>
          <p:cNvSpPr txBox="1"/>
          <p:nvPr/>
        </p:nvSpPr>
        <p:spPr>
          <a:xfrm>
            <a:off x="59436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1100" dirty="0"/>
          </a:p>
        </p:txBody>
      </p:sp>
      <p:sp>
        <p:nvSpPr>
          <p:cNvPr id="8" name="Text 6"/>
          <p:cNvSpPr txBox="1"/>
          <p:nvPr/>
        </p:nvSpPr>
        <p:spPr>
          <a:xfrm>
            <a:off x="480060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1100" dirty="0"/>
          </a:p>
        </p:txBody>
      </p:sp>
      <p:sp>
        <p:nvSpPr>
          <p:cNvPr id="9" name="Text 7"/>
          <p:cNvSpPr txBox="1"/>
          <p:nvPr/>
        </p:nvSpPr>
        <p:spPr>
          <a:xfrm>
            <a:off x="59436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Gestión de hot work y safety en ambientes ATEX</a:t>
            </a:r>
            <a:endParaRPr lang="en-US" sz="1100" dirty="0"/>
          </a:p>
        </p:txBody>
      </p:sp>
      <p:sp>
        <p:nvSpPr>
          <p:cNvPr id="10" name="Text 8"/>
          <p:cNvSpPr txBox="1"/>
          <p:nvPr/>
        </p:nvSpPr>
        <p:spPr>
          <a:xfrm>
            <a:off x="480060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Tie-ins planificados para minimizar paradas de planta</a:t>
            </a:r>
            <a:endParaRPr lang="en-US" sz="1100" dirty="0"/>
          </a:p>
        </p:txBody>
      </p:sp>
      <p:sp>
        <p:nvSpPr>
          <p:cNvPr id="11" name="Shape 9"/>
          <p:cNvSpPr/>
          <p:nvPr/>
        </p:nvSpPr>
        <p:spPr>
          <a:xfrm>
            <a:off x="365760" y="2697480"/>
            <a:ext cx="8412480" cy="1600200"/>
          </a:xfrm>
          <a:prstGeom prst="roundRect">
            <a:avLst>
              <a:gd name="adj" fmla="val 5714"/>
            </a:avLst>
          </a:prstGeom>
          <a:solidFill>
            <a:srgbClr val="EFF1F8"/>
          </a:solidFill>
          <a:ln w="25400">
            <a:solidFill>
              <a:srgbClr val="FF9500"/>
            </a:solidFill>
            <a:prstDash val="solid"/>
          </a:ln>
        </p:spPr>
      </p:sp>
      <p:sp>
        <p:nvSpPr>
          <p:cNvPr id="12" name="Text 10"/>
          <p:cNvSpPr txBox="1"/>
          <p:nvPr/>
        </p:nvSpPr>
        <p:spPr>
          <a:xfrm>
            <a:off x="594360" y="2807208"/>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500" dirty="0"/>
          </a:p>
        </p:txBody>
      </p:sp>
      <p:sp>
        <p:nvSpPr>
          <p:cNvPr id="13" name="Text 11"/>
          <p:cNvSpPr txBox="1"/>
          <p:nvPr/>
        </p:nvSpPr>
        <p:spPr>
          <a:xfrm>
            <a:off x="59436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1100" dirty="0"/>
          </a:p>
        </p:txBody>
      </p:sp>
      <p:sp>
        <p:nvSpPr>
          <p:cNvPr id="14" name="Text 12"/>
          <p:cNvSpPr txBox="1"/>
          <p:nvPr/>
        </p:nvSpPr>
        <p:spPr>
          <a:xfrm>
            <a:off x="480060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1100" dirty="0"/>
          </a:p>
        </p:txBody>
      </p:sp>
      <p:sp>
        <p:nvSpPr>
          <p:cNvPr id="15" name="Text 13"/>
          <p:cNvSpPr txBox="1"/>
          <p:nvPr/>
        </p:nvSpPr>
        <p:spPr>
          <a:xfrm>
            <a:off x="59436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1100" dirty="0"/>
          </a:p>
        </p:txBody>
      </p:sp>
      <p:sp>
        <p:nvSpPr>
          <p:cNvPr id="16" name="Text 14"/>
          <p:cNvSpPr txBox="1"/>
          <p:nvPr/>
        </p:nvSpPr>
        <p:spPr>
          <a:xfrm>
            <a:off x="480060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Pre-ensamble de subestaciones eléctricas en taller</a:t>
            </a:r>
            <a:endParaRPr lang="en-US" sz="1100" dirty="0"/>
          </a:p>
        </p:txBody>
      </p:sp>
      <p:sp>
        <p:nvSpPr>
          <p:cNvPr id="17" name="Shape 15"/>
          <p:cNvSpPr/>
          <p:nvPr/>
        </p:nvSpPr>
        <p:spPr>
          <a:xfrm>
            <a:off x="365760" y="4434840"/>
            <a:ext cx="8412480" cy="1600200"/>
          </a:xfrm>
          <a:prstGeom prst="roundRect">
            <a:avLst>
              <a:gd name="adj" fmla="val 5714"/>
            </a:avLst>
          </a:prstGeom>
          <a:solidFill>
            <a:srgbClr val="EFF1F8"/>
          </a:solidFill>
          <a:ln w="25400">
            <a:solidFill>
              <a:srgbClr val="30D158"/>
            </a:solidFill>
            <a:prstDash val="solid"/>
          </a:ln>
        </p:spPr>
      </p:sp>
      <p:sp>
        <p:nvSpPr>
          <p:cNvPr id="18" name="Text 16"/>
          <p:cNvSpPr txBox="1"/>
          <p:nvPr/>
        </p:nvSpPr>
        <p:spPr>
          <a:xfrm>
            <a:off x="594360" y="4544568"/>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500" dirty="0"/>
          </a:p>
        </p:txBody>
      </p:sp>
      <p:sp>
        <p:nvSpPr>
          <p:cNvPr id="19" name="Text 17"/>
          <p:cNvSpPr txBox="1"/>
          <p:nvPr/>
        </p:nvSpPr>
        <p:spPr>
          <a:xfrm>
            <a:off x="59436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turbinas y generadores</a:t>
            </a:r>
            <a:endParaRPr lang="en-US" sz="1100" dirty="0"/>
          </a:p>
        </p:txBody>
      </p:sp>
      <p:sp>
        <p:nvSpPr>
          <p:cNvPr id="20" name="Text 18"/>
          <p:cNvSpPr txBox="1"/>
          <p:nvPr/>
        </p:nvSpPr>
        <p:spPr>
          <a:xfrm>
            <a:off x="480060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1100" dirty="0"/>
          </a:p>
        </p:txBody>
      </p:sp>
      <p:sp>
        <p:nvSpPr>
          <p:cNvPr id="21" name="Text 19"/>
          <p:cNvSpPr txBox="1"/>
          <p:nvPr/>
        </p:nvSpPr>
        <p:spPr>
          <a:xfrm>
            <a:off x="59436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1100" dirty="0"/>
          </a:p>
        </p:txBody>
      </p:sp>
      <p:sp>
        <p:nvSpPr>
          <p:cNvPr id="22" name="Text 20"/>
          <p:cNvSpPr txBox="1"/>
          <p:nvPr/>
        </p:nvSpPr>
        <p:spPr>
          <a:xfrm>
            <a:off x="480060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Conocimiento: Base de Datos LLDB</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EFF1F8"/>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Captura</a:t>
            </a:r>
            <a:endParaRPr lang="en-US" sz="12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EFF1F8"/>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Clasificación</a:t>
            </a:r>
            <a:endParaRPr lang="en-US" sz="12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EFF1F8"/>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Validación</a:t>
            </a:r>
            <a:endParaRPr lang="en-US" sz="12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EFF1F8"/>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Diseminación</a:t>
            </a:r>
            <a:endParaRPr lang="en-US" sz="12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EFF1F8"/>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Aplicación</a:t>
            </a:r>
            <a:endParaRPr lang="en-US" sz="12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EFF1F8"/>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Medición</a:t>
            </a:r>
            <a:endParaRPr lang="en-US" sz="12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Factores Críticos de Éxito del Programa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300" dirty="0"/>
          </a:p>
        </p:txBody>
      </p:sp>
      <p:sp>
        <p:nvSpPr>
          <p:cNvPr id="6" name="Shape 4"/>
          <p:cNvSpPr/>
          <p:nvPr/>
        </p:nvSpPr>
        <p:spPr>
          <a:xfrm>
            <a:off x="365760" y="1298448"/>
            <a:ext cx="4160520" cy="1051560"/>
          </a:xfrm>
          <a:prstGeom prst="roundRect">
            <a:avLst>
              <a:gd name="adj" fmla="val 6957"/>
            </a:avLst>
          </a:prstGeom>
          <a:solidFill>
            <a:srgbClr val="EFF1F8"/>
          </a:solidFill>
          <a:ln w="12700">
            <a:solidFill>
              <a:srgbClr val="FF453A"/>
            </a:solidFill>
            <a:prstDash val="solid"/>
          </a:ln>
        </p:spPr>
      </p:sp>
      <p:sp>
        <p:nvSpPr>
          <p:cNvPr id="7" name="Text 5"/>
          <p:cNvSpPr txBox="1"/>
          <p:nvPr/>
        </p:nvSpPr>
        <p:spPr>
          <a:xfrm>
            <a:off x="502920" y="1408176"/>
            <a:ext cx="41148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1</a:t>
            </a:r>
            <a:endParaRPr lang="en-US" sz="1500" dirty="0"/>
          </a:p>
        </p:txBody>
      </p:sp>
      <p:sp>
        <p:nvSpPr>
          <p:cNvPr id="8" name="Text 6"/>
          <p:cNvSpPr txBox="1"/>
          <p:nvPr/>
        </p:nvSpPr>
        <p:spPr>
          <a:xfrm>
            <a:off x="96012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Patrocinio Ejecutivo</a:t>
            </a:r>
            <a:endParaRPr lang="en-US" sz="1300" dirty="0"/>
          </a:p>
        </p:txBody>
      </p:sp>
      <p:sp>
        <p:nvSpPr>
          <p:cNvPr id="9" name="Text 7"/>
          <p:cNvSpPr txBox="1"/>
          <p:nvPr/>
        </p:nvSpPr>
        <p:spPr>
          <a:xfrm>
            <a:off x="50292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1050" dirty="0"/>
          </a:p>
        </p:txBody>
      </p:sp>
      <p:sp>
        <p:nvSpPr>
          <p:cNvPr id="10" name="Shape 8"/>
          <p:cNvSpPr/>
          <p:nvPr/>
        </p:nvSpPr>
        <p:spPr>
          <a:xfrm>
            <a:off x="4754880" y="1298448"/>
            <a:ext cx="4160520" cy="1051560"/>
          </a:xfrm>
          <a:prstGeom prst="roundRect">
            <a:avLst>
              <a:gd name="adj" fmla="val 6957"/>
            </a:avLst>
          </a:prstGeom>
          <a:solidFill>
            <a:srgbClr val="EFF1F8"/>
          </a:solidFill>
          <a:ln w="12700">
            <a:solidFill>
              <a:srgbClr val="FF9500"/>
            </a:solidFill>
            <a:prstDash val="solid"/>
          </a:ln>
        </p:spPr>
      </p:sp>
      <p:sp>
        <p:nvSpPr>
          <p:cNvPr id="11" name="Text 9"/>
          <p:cNvSpPr txBox="1"/>
          <p:nvPr/>
        </p:nvSpPr>
        <p:spPr>
          <a:xfrm>
            <a:off x="4892040" y="1408176"/>
            <a:ext cx="41148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2</a:t>
            </a:r>
            <a:endParaRPr lang="en-US" sz="1500" dirty="0"/>
          </a:p>
        </p:txBody>
      </p:sp>
      <p:sp>
        <p:nvSpPr>
          <p:cNvPr id="12" name="Text 10"/>
          <p:cNvSpPr txBox="1"/>
          <p:nvPr/>
        </p:nvSpPr>
        <p:spPr>
          <a:xfrm>
            <a:off x="534924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Integración desde FEL-1</a:t>
            </a:r>
            <a:endParaRPr lang="en-US" sz="1300" dirty="0"/>
          </a:p>
        </p:txBody>
      </p:sp>
      <p:sp>
        <p:nvSpPr>
          <p:cNvPr id="13" name="Text 11"/>
          <p:cNvSpPr txBox="1"/>
          <p:nvPr/>
        </p:nvSpPr>
        <p:spPr>
          <a:xfrm>
            <a:off x="489204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1050" dirty="0"/>
          </a:p>
        </p:txBody>
      </p:sp>
      <p:sp>
        <p:nvSpPr>
          <p:cNvPr id="14" name="Shape 12"/>
          <p:cNvSpPr/>
          <p:nvPr/>
        </p:nvSpPr>
        <p:spPr>
          <a:xfrm>
            <a:off x="365760" y="2487168"/>
            <a:ext cx="4160520" cy="1051560"/>
          </a:xfrm>
          <a:prstGeom prst="roundRect">
            <a:avLst>
              <a:gd name="adj" fmla="val 6957"/>
            </a:avLst>
          </a:prstGeom>
          <a:solidFill>
            <a:srgbClr val="EFF1F8"/>
          </a:solidFill>
          <a:ln w="12700">
            <a:solidFill>
              <a:srgbClr val="FFD60A"/>
            </a:solidFill>
            <a:prstDash val="solid"/>
          </a:ln>
        </p:spPr>
      </p:sp>
      <p:sp>
        <p:nvSpPr>
          <p:cNvPr id="15" name="Text 13"/>
          <p:cNvSpPr txBox="1"/>
          <p:nvPr/>
        </p:nvSpPr>
        <p:spPr>
          <a:xfrm>
            <a:off x="502920" y="2596896"/>
            <a:ext cx="41148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3</a:t>
            </a:r>
            <a:endParaRPr lang="en-US" sz="1500" dirty="0"/>
          </a:p>
        </p:txBody>
      </p:sp>
      <p:sp>
        <p:nvSpPr>
          <p:cNvPr id="16" name="Text 14"/>
          <p:cNvSpPr txBox="1"/>
          <p:nvPr/>
        </p:nvSpPr>
        <p:spPr>
          <a:xfrm>
            <a:off x="96012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Recursos Dedicados</a:t>
            </a:r>
            <a:endParaRPr lang="en-US" sz="1300" dirty="0"/>
          </a:p>
        </p:txBody>
      </p:sp>
      <p:sp>
        <p:nvSpPr>
          <p:cNvPr id="17" name="Text 15"/>
          <p:cNvSpPr txBox="1"/>
          <p:nvPr/>
        </p:nvSpPr>
        <p:spPr>
          <a:xfrm>
            <a:off x="50292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1050" dirty="0"/>
          </a:p>
        </p:txBody>
      </p:sp>
      <p:sp>
        <p:nvSpPr>
          <p:cNvPr id="18" name="Shape 16"/>
          <p:cNvSpPr/>
          <p:nvPr/>
        </p:nvSpPr>
        <p:spPr>
          <a:xfrm>
            <a:off x="4754880" y="2487168"/>
            <a:ext cx="4160520" cy="1051560"/>
          </a:xfrm>
          <a:prstGeom prst="roundRect">
            <a:avLst>
              <a:gd name="adj" fmla="val 6957"/>
            </a:avLst>
          </a:prstGeom>
          <a:solidFill>
            <a:srgbClr val="EFF1F8"/>
          </a:solidFill>
          <a:ln w="12700">
            <a:solidFill>
              <a:srgbClr val="30D158"/>
            </a:solidFill>
            <a:prstDash val="solid"/>
          </a:ln>
        </p:spPr>
      </p:sp>
      <p:sp>
        <p:nvSpPr>
          <p:cNvPr id="19" name="Text 17"/>
          <p:cNvSpPr txBox="1"/>
          <p:nvPr/>
        </p:nvSpPr>
        <p:spPr>
          <a:xfrm>
            <a:off x="4892040" y="2596896"/>
            <a:ext cx="41148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4</a:t>
            </a:r>
            <a:endParaRPr lang="en-US" sz="1500" dirty="0"/>
          </a:p>
        </p:txBody>
      </p:sp>
      <p:sp>
        <p:nvSpPr>
          <p:cNvPr id="20" name="Text 18"/>
          <p:cNvSpPr txBox="1"/>
          <p:nvPr/>
        </p:nvSpPr>
        <p:spPr>
          <a:xfrm>
            <a:off x="534924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Proceso Formal Documentado</a:t>
            </a:r>
            <a:endParaRPr lang="en-US" sz="1300" dirty="0"/>
          </a:p>
        </p:txBody>
      </p:sp>
      <p:sp>
        <p:nvSpPr>
          <p:cNvPr id="21" name="Text 19"/>
          <p:cNvSpPr txBox="1"/>
          <p:nvPr/>
        </p:nvSpPr>
        <p:spPr>
          <a:xfrm>
            <a:off x="489204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1050" dirty="0"/>
          </a:p>
        </p:txBody>
      </p:sp>
      <p:sp>
        <p:nvSpPr>
          <p:cNvPr id="22" name="Shape 20"/>
          <p:cNvSpPr/>
          <p:nvPr/>
        </p:nvSpPr>
        <p:spPr>
          <a:xfrm>
            <a:off x="365760" y="3675888"/>
            <a:ext cx="4160520" cy="1051560"/>
          </a:xfrm>
          <a:prstGeom prst="roundRect">
            <a:avLst>
              <a:gd name="adj" fmla="val 6957"/>
            </a:avLst>
          </a:prstGeom>
          <a:solidFill>
            <a:srgbClr val="EFF1F8"/>
          </a:solidFill>
          <a:ln w="12700">
            <a:solidFill>
              <a:srgbClr val="0A84FF"/>
            </a:solidFill>
            <a:prstDash val="solid"/>
          </a:ln>
        </p:spPr>
      </p:sp>
      <p:sp>
        <p:nvSpPr>
          <p:cNvPr id="23" name="Text 21"/>
          <p:cNvSpPr txBox="1"/>
          <p:nvPr/>
        </p:nvSpPr>
        <p:spPr>
          <a:xfrm>
            <a:off x="502920" y="3785616"/>
            <a:ext cx="41148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5</a:t>
            </a:r>
            <a:endParaRPr lang="en-US" sz="1500" dirty="0"/>
          </a:p>
        </p:txBody>
      </p:sp>
      <p:sp>
        <p:nvSpPr>
          <p:cNvPr id="24" name="Text 22"/>
          <p:cNvSpPr txBox="1"/>
          <p:nvPr/>
        </p:nvSpPr>
        <p:spPr>
          <a:xfrm>
            <a:off x="96012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Métricas y Reporte</a:t>
            </a:r>
            <a:endParaRPr lang="en-US" sz="1300" dirty="0"/>
          </a:p>
        </p:txBody>
      </p:sp>
      <p:sp>
        <p:nvSpPr>
          <p:cNvPr id="25" name="Text 23"/>
          <p:cNvSpPr txBox="1"/>
          <p:nvPr/>
        </p:nvSpPr>
        <p:spPr>
          <a:xfrm>
            <a:off x="50292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1050" dirty="0"/>
          </a:p>
        </p:txBody>
      </p:sp>
      <p:sp>
        <p:nvSpPr>
          <p:cNvPr id="26" name="Shape 24"/>
          <p:cNvSpPr/>
          <p:nvPr/>
        </p:nvSpPr>
        <p:spPr>
          <a:xfrm>
            <a:off x="4754880" y="3675888"/>
            <a:ext cx="4160520" cy="1051560"/>
          </a:xfrm>
          <a:prstGeom prst="roundRect">
            <a:avLst>
              <a:gd name="adj" fmla="val 6957"/>
            </a:avLst>
          </a:prstGeom>
          <a:solidFill>
            <a:srgbClr val="EFF1F8"/>
          </a:solidFill>
          <a:ln w="12700">
            <a:solidFill>
              <a:srgbClr val="64D2FF"/>
            </a:solidFill>
            <a:prstDash val="solid"/>
          </a:ln>
        </p:spPr>
      </p:sp>
      <p:sp>
        <p:nvSpPr>
          <p:cNvPr id="27" name="Text 25"/>
          <p:cNvSpPr txBox="1"/>
          <p:nvPr/>
        </p:nvSpPr>
        <p:spPr>
          <a:xfrm>
            <a:off x="4892040" y="3785616"/>
            <a:ext cx="41148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6</a:t>
            </a:r>
            <a:endParaRPr lang="en-US" sz="1500" dirty="0"/>
          </a:p>
        </p:txBody>
      </p:sp>
      <p:sp>
        <p:nvSpPr>
          <p:cNvPr id="28" name="Text 26"/>
          <p:cNvSpPr txBox="1"/>
          <p:nvPr/>
        </p:nvSpPr>
        <p:spPr>
          <a:xfrm>
            <a:off x="534924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Base de Lecciones Aprendidas</a:t>
            </a:r>
            <a:endParaRPr lang="en-US" sz="1300" dirty="0"/>
          </a:p>
        </p:txBody>
      </p:sp>
      <p:sp>
        <p:nvSpPr>
          <p:cNvPr id="29" name="Text 27"/>
          <p:cNvSpPr txBox="1"/>
          <p:nvPr/>
        </p:nvSpPr>
        <p:spPr>
          <a:xfrm>
            <a:off x="489204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1050" dirty="0"/>
          </a:p>
        </p:txBody>
      </p:sp>
      <p:sp>
        <p:nvSpPr>
          <p:cNvPr id="30" name="Shape 28"/>
          <p:cNvSpPr/>
          <p:nvPr/>
        </p:nvSpPr>
        <p:spPr>
          <a:xfrm>
            <a:off x="365760" y="4864608"/>
            <a:ext cx="4160520" cy="1051560"/>
          </a:xfrm>
          <a:prstGeom prst="roundRect">
            <a:avLst>
              <a:gd name="adj" fmla="val 6957"/>
            </a:avLst>
          </a:prstGeom>
          <a:solidFill>
            <a:srgbClr val="EFF1F8"/>
          </a:solidFill>
          <a:ln w="12700">
            <a:solidFill>
              <a:srgbClr val="AF52DE"/>
            </a:solidFill>
            <a:prstDash val="solid"/>
          </a:ln>
        </p:spPr>
      </p:sp>
      <p:sp>
        <p:nvSpPr>
          <p:cNvPr id="31" name="Text 29"/>
          <p:cNvSpPr txBox="1"/>
          <p:nvPr/>
        </p:nvSpPr>
        <p:spPr>
          <a:xfrm>
            <a:off x="502920" y="4974336"/>
            <a:ext cx="41148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7</a:t>
            </a:r>
            <a:endParaRPr lang="en-US" sz="1500" dirty="0"/>
          </a:p>
        </p:txBody>
      </p:sp>
      <p:sp>
        <p:nvSpPr>
          <p:cNvPr id="32" name="Text 30"/>
          <p:cNvSpPr txBox="1"/>
          <p:nvPr/>
        </p:nvSpPr>
        <p:spPr>
          <a:xfrm>
            <a:off x="96012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Capacitación Continua</a:t>
            </a:r>
            <a:endParaRPr lang="en-US" sz="1300" dirty="0"/>
          </a:p>
        </p:txBody>
      </p:sp>
      <p:sp>
        <p:nvSpPr>
          <p:cNvPr id="33" name="Text 31"/>
          <p:cNvSpPr txBox="1"/>
          <p:nvPr/>
        </p:nvSpPr>
        <p:spPr>
          <a:xfrm>
            <a:off x="50292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1050" dirty="0"/>
          </a:p>
        </p:txBody>
      </p:sp>
      <p:sp>
        <p:nvSpPr>
          <p:cNvPr id="34" name="Shape 32"/>
          <p:cNvSpPr/>
          <p:nvPr/>
        </p:nvSpPr>
        <p:spPr>
          <a:xfrm>
            <a:off x="4754880" y="4864608"/>
            <a:ext cx="4160520" cy="1051560"/>
          </a:xfrm>
          <a:prstGeom prst="roundRect">
            <a:avLst>
              <a:gd name="adj" fmla="val 6957"/>
            </a:avLst>
          </a:prstGeom>
          <a:solidFill>
            <a:srgbClr val="EFF1F8"/>
          </a:solidFill>
          <a:ln w="12700">
            <a:solidFill>
              <a:srgbClr val="55577A"/>
            </a:solidFill>
            <a:prstDash val="solid"/>
          </a:ln>
        </p:spPr>
      </p:sp>
      <p:sp>
        <p:nvSpPr>
          <p:cNvPr id="35" name="Text 33"/>
          <p:cNvSpPr txBox="1"/>
          <p:nvPr/>
        </p:nvSpPr>
        <p:spPr>
          <a:xfrm>
            <a:off x="4892040" y="4974336"/>
            <a:ext cx="41148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8</a:t>
            </a:r>
            <a:endParaRPr lang="en-US" sz="1500" dirty="0"/>
          </a:p>
        </p:txBody>
      </p:sp>
      <p:sp>
        <p:nvSpPr>
          <p:cNvPr id="36" name="Text 34"/>
          <p:cNvSpPr txBox="1"/>
          <p:nvPr/>
        </p:nvSpPr>
        <p:spPr>
          <a:xfrm>
            <a:off x="534924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Aplicación en Contratos</a:t>
            </a:r>
            <a:endParaRPr lang="en-US" sz="1300" dirty="0"/>
          </a:p>
        </p:txBody>
      </p:sp>
      <p:sp>
        <p:nvSpPr>
          <p:cNvPr id="37" name="Text 35"/>
          <p:cNvSpPr txBox="1"/>
          <p:nvPr/>
        </p:nvSpPr>
        <p:spPr>
          <a:xfrm>
            <a:off x="489204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105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Errores Comunes en Programas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300" dirty="0"/>
          </a:p>
        </p:txBody>
      </p:sp>
      <p:sp>
        <p:nvSpPr>
          <p:cNvPr id="6" name="Shape 4"/>
          <p:cNvSpPr/>
          <p:nvPr/>
        </p:nvSpPr>
        <p:spPr>
          <a:xfrm>
            <a:off x="365760" y="1298448"/>
            <a:ext cx="8412480" cy="841248"/>
          </a:xfrm>
          <a:prstGeom prst="roundRect">
            <a:avLst>
              <a:gd name="adj" fmla="val 8696"/>
            </a:avLst>
          </a:prstGeom>
          <a:solidFill>
            <a:srgbClr val="EFF1F8"/>
          </a:solidFill>
          <a:ln w="12700">
            <a:solidFill>
              <a:srgbClr val="E8ECF5"/>
            </a:solidFill>
            <a:prstDash val="solid"/>
          </a:ln>
        </p:spPr>
      </p:sp>
      <p:sp>
        <p:nvSpPr>
          <p:cNvPr id="7" name="Text 5"/>
          <p:cNvSpPr txBox="1"/>
          <p:nvPr/>
        </p:nvSpPr>
        <p:spPr>
          <a:xfrm>
            <a:off x="548640" y="137160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200" dirty="0"/>
          </a:p>
        </p:txBody>
      </p:sp>
      <p:sp>
        <p:nvSpPr>
          <p:cNvPr id="8" name="Text 6"/>
          <p:cNvSpPr txBox="1"/>
          <p:nvPr/>
        </p:nvSpPr>
        <p:spPr>
          <a:xfrm>
            <a:off x="2514600" y="135331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1050" dirty="0"/>
          </a:p>
        </p:txBody>
      </p:sp>
      <p:sp>
        <p:nvSpPr>
          <p:cNvPr id="9" name="Text 7"/>
          <p:cNvSpPr txBox="1"/>
          <p:nvPr/>
        </p:nvSpPr>
        <p:spPr>
          <a:xfrm>
            <a:off x="5532120" y="135331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1050" dirty="0"/>
          </a:p>
        </p:txBody>
      </p:sp>
      <p:sp>
        <p:nvSpPr>
          <p:cNvPr id="10" name="Shape 8"/>
          <p:cNvSpPr/>
          <p:nvPr/>
        </p:nvSpPr>
        <p:spPr>
          <a:xfrm>
            <a:off x="2423160" y="1353312"/>
            <a:ext cx="18288" cy="713232"/>
          </a:xfrm>
          <a:prstGeom prst="rect">
            <a:avLst/>
          </a:prstGeom>
          <a:solidFill>
            <a:srgbClr val="E8ECF5"/>
          </a:solidFill>
          <a:ln/>
        </p:spPr>
      </p:sp>
      <p:sp>
        <p:nvSpPr>
          <p:cNvPr id="11" name="Shape 9"/>
          <p:cNvSpPr/>
          <p:nvPr/>
        </p:nvSpPr>
        <p:spPr>
          <a:xfrm>
            <a:off x="5440680" y="1353312"/>
            <a:ext cx="18288" cy="713232"/>
          </a:xfrm>
          <a:prstGeom prst="rect">
            <a:avLst/>
          </a:prstGeom>
          <a:solidFill>
            <a:srgbClr val="E8ECF5"/>
          </a:solidFill>
          <a:ln/>
        </p:spPr>
      </p:sp>
      <p:sp>
        <p:nvSpPr>
          <p:cNvPr id="12" name="Shape 10"/>
          <p:cNvSpPr/>
          <p:nvPr/>
        </p:nvSpPr>
        <p:spPr>
          <a:xfrm>
            <a:off x="365760" y="2258568"/>
            <a:ext cx="8412480" cy="841248"/>
          </a:xfrm>
          <a:prstGeom prst="roundRect">
            <a:avLst>
              <a:gd name="adj" fmla="val 8696"/>
            </a:avLst>
          </a:prstGeom>
          <a:solidFill>
            <a:srgbClr val="EFF1F8"/>
          </a:solidFill>
          <a:ln w="12700">
            <a:solidFill>
              <a:srgbClr val="E8ECF5"/>
            </a:solidFill>
            <a:prstDash val="solid"/>
          </a:ln>
        </p:spPr>
      </p:sp>
      <p:sp>
        <p:nvSpPr>
          <p:cNvPr id="13" name="Text 11"/>
          <p:cNvSpPr txBox="1"/>
          <p:nvPr/>
        </p:nvSpPr>
        <p:spPr>
          <a:xfrm>
            <a:off x="548640" y="233172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200" dirty="0"/>
          </a:p>
        </p:txBody>
      </p:sp>
      <p:sp>
        <p:nvSpPr>
          <p:cNvPr id="14" name="Text 12"/>
          <p:cNvSpPr txBox="1"/>
          <p:nvPr/>
        </p:nvSpPr>
        <p:spPr>
          <a:xfrm>
            <a:off x="2514600" y="231343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1050" dirty="0"/>
          </a:p>
        </p:txBody>
      </p:sp>
      <p:sp>
        <p:nvSpPr>
          <p:cNvPr id="15" name="Text 13"/>
          <p:cNvSpPr txBox="1"/>
          <p:nvPr/>
        </p:nvSpPr>
        <p:spPr>
          <a:xfrm>
            <a:off x="5532120" y="231343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1050" dirty="0"/>
          </a:p>
        </p:txBody>
      </p:sp>
      <p:sp>
        <p:nvSpPr>
          <p:cNvPr id="16" name="Shape 14"/>
          <p:cNvSpPr/>
          <p:nvPr/>
        </p:nvSpPr>
        <p:spPr>
          <a:xfrm>
            <a:off x="2423160" y="2313432"/>
            <a:ext cx="18288" cy="713232"/>
          </a:xfrm>
          <a:prstGeom prst="rect">
            <a:avLst/>
          </a:prstGeom>
          <a:solidFill>
            <a:srgbClr val="E8ECF5"/>
          </a:solidFill>
          <a:ln/>
        </p:spPr>
      </p:sp>
      <p:sp>
        <p:nvSpPr>
          <p:cNvPr id="17" name="Shape 15"/>
          <p:cNvSpPr/>
          <p:nvPr/>
        </p:nvSpPr>
        <p:spPr>
          <a:xfrm>
            <a:off x="5440680" y="2313432"/>
            <a:ext cx="18288" cy="713232"/>
          </a:xfrm>
          <a:prstGeom prst="rect">
            <a:avLst/>
          </a:prstGeom>
          <a:solidFill>
            <a:srgbClr val="E8ECF5"/>
          </a:solidFill>
          <a:ln/>
        </p:spPr>
      </p:sp>
      <p:sp>
        <p:nvSpPr>
          <p:cNvPr id="18" name="Shape 16"/>
          <p:cNvSpPr/>
          <p:nvPr/>
        </p:nvSpPr>
        <p:spPr>
          <a:xfrm>
            <a:off x="365760" y="3218688"/>
            <a:ext cx="8412480" cy="841248"/>
          </a:xfrm>
          <a:prstGeom prst="roundRect">
            <a:avLst>
              <a:gd name="adj" fmla="val 8696"/>
            </a:avLst>
          </a:prstGeom>
          <a:solidFill>
            <a:srgbClr val="EFF1F8"/>
          </a:solidFill>
          <a:ln w="12700">
            <a:solidFill>
              <a:srgbClr val="E8ECF5"/>
            </a:solidFill>
            <a:prstDash val="solid"/>
          </a:ln>
        </p:spPr>
      </p:sp>
      <p:sp>
        <p:nvSpPr>
          <p:cNvPr id="19" name="Text 17"/>
          <p:cNvSpPr txBox="1"/>
          <p:nvPr/>
        </p:nvSpPr>
        <p:spPr>
          <a:xfrm>
            <a:off x="548640" y="329184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200" dirty="0"/>
          </a:p>
        </p:txBody>
      </p:sp>
      <p:sp>
        <p:nvSpPr>
          <p:cNvPr id="20" name="Text 18"/>
          <p:cNvSpPr txBox="1"/>
          <p:nvPr/>
        </p:nvSpPr>
        <p:spPr>
          <a:xfrm>
            <a:off x="2514600" y="327355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1050" dirty="0"/>
          </a:p>
        </p:txBody>
      </p:sp>
      <p:sp>
        <p:nvSpPr>
          <p:cNvPr id="21" name="Text 19"/>
          <p:cNvSpPr txBox="1"/>
          <p:nvPr/>
        </p:nvSpPr>
        <p:spPr>
          <a:xfrm>
            <a:off x="5532120" y="327355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1050" dirty="0"/>
          </a:p>
        </p:txBody>
      </p:sp>
      <p:sp>
        <p:nvSpPr>
          <p:cNvPr id="22" name="Shape 20"/>
          <p:cNvSpPr/>
          <p:nvPr/>
        </p:nvSpPr>
        <p:spPr>
          <a:xfrm>
            <a:off x="2423160" y="3273552"/>
            <a:ext cx="18288" cy="713232"/>
          </a:xfrm>
          <a:prstGeom prst="rect">
            <a:avLst/>
          </a:prstGeom>
          <a:solidFill>
            <a:srgbClr val="E8ECF5"/>
          </a:solidFill>
          <a:ln/>
        </p:spPr>
      </p:sp>
      <p:sp>
        <p:nvSpPr>
          <p:cNvPr id="23" name="Shape 21"/>
          <p:cNvSpPr/>
          <p:nvPr/>
        </p:nvSpPr>
        <p:spPr>
          <a:xfrm>
            <a:off x="5440680" y="3273552"/>
            <a:ext cx="18288" cy="713232"/>
          </a:xfrm>
          <a:prstGeom prst="rect">
            <a:avLst/>
          </a:prstGeom>
          <a:solidFill>
            <a:srgbClr val="E8ECF5"/>
          </a:solidFill>
          <a:ln/>
        </p:spPr>
      </p:sp>
      <p:sp>
        <p:nvSpPr>
          <p:cNvPr id="24" name="Shape 22"/>
          <p:cNvSpPr/>
          <p:nvPr/>
        </p:nvSpPr>
        <p:spPr>
          <a:xfrm>
            <a:off x="365760" y="4178808"/>
            <a:ext cx="8412480" cy="841248"/>
          </a:xfrm>
          <a:prstGeom prst="roundRect">
            <a:avLst>
              <a:gd name="adj" fmla="val 8696"/>
            </a:avLst>
          </a:prstGeom>
          <a:solidFill>
            <a:srgbClr val="EFF1F8"/>
          </a:solidFill>
          <a:ln w="12700">
            <a:solidFill>
              <a:srgbClr val="E8ECF5"/>
            </a:solidFill>
            <a:prstDash val="solid"/>
          </a:ln>
        </p:spPr>
      </p:sp>
      <p:sp>
        <p:nvSpPr>
          <p:cNvPr id="25" name="Text 23"/>
          <p:cNvSpPr txBox="1"/>
          <p:nvPr/>
        </p:nvSpPr>
        <p:spPr>
          <a:xfrm>
            <a:off x="548640" y="425196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200" dirty="0"/>
          </a:p>
        </p:txBody>
      </p:sp>
      <p:sp>
        <p:nvSpPr>
          <p:cNvPr id="26" name="Text 24"/>
          <p:cNvSpPr txBox="1"/>
          <p:nvPr/>
        </p:nvSpPr>
        <p:spPr>
          <a:xfrm>
            <a:off x="2514600" y="423367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1050" dirty="0"/>
          </a:p>
        </p:txBody>
      </p:sp>
      <p:sp>
        <p:nvSpPr>
          <p:cNvPr id="27" name="Text 25"/>
          <p:cNvSpPr txBox="1"/>
          <p:nvPr/>
        </p:nvSpPr>
        <p:spPr>
          <a:xfrm>
            <a:off x="5532120" y="423367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1050" dirty="0"/>
          </a:p>
        </p:txBody>
      </p:sp>
      <p:sp>
        <p:nvSpPr>
          <p:cNvPr id="28" name="Shape 26"/>
          <p:cNvSpPr/>
          <p:nvPr/>
        </p:nvSpPr>
        <p:spPr>
          <a:xfrm>
            <a:off x="2423160" y="4233672"/>
            <a:ext cx="18288" cy="713232"/>
          </a:xfrm>
          <a:prstGeom prst="rect">
            <a:avLst/>
          </a:prstGeom>
          <a:solidFill>
            <a:srgbClr val="E8ECF5"/>
          </a:solidFill>
          <a:ln/>
        </p:spPr>
      </p:sp>
      <p:sp>
        <p:nvSpPr>
          <p:cNvPr id="29" name="Shape 27"/>
          <p:cNvSpPr/>
          <p:nvPr/>
        </p:nvSpPr>
        <p:spPr>
          <a:xfrm>
            <a:off x="5440680" y="4233672"/>
            <a:ext cx="18288" cy="713232"/>
          </a:xfrm>
          <a:prstGeom prst="rect">
            <a:avLst/>
          </a:prstGeom>
          <a:solidFill>
            <a:srgbClr val="E8ECF5"/>
          </a:solidFill>
          <a:ln/>
        </p:spPr>
      </p:sp>
      <p:sp>
        <p:nvSpPr>
          <p:cNvPr id="30" name="Shape 28"/>
          <p:cNvSpPr/>
          <p:nvPr/>
        </p:nvSpPr>
        <p:spPr>
          <a:xfrm>
            <a:off x="365760" y="5138928"/>
            <a:ext cx="8412480" cy="841248"/>
          </a:xfrm>
          <a:prstGeom prst="roundRect">
            <a:avLst>
              <a:gd name="adj" fmla="val 8696"/>
            </a:avLst>
          </a:prstGeom>
          <a:solidFill>
            <a:srgbClr val="EFF1F8"/>
          </a:solidFill>
          <a:ln w="12700">
            <a:solidFill>
              <a:srgbClr val="E8ECF5"/>
            </a:solidFill>
            <a:prstDash val="solid"/>
          </a:ln>
        </p:spPr>
      </p:sp>
      <p:sp>
        <p:nvSpPr>
          <p:cNvPr id="31" name="Text 29"/>
          <p:cNvSpPr txBox="1"/>
          <p:nvPr/>
        </p:nvSpPr>
        <p:spPr>
          <a:xfrm>
            <a:off x="548640" y="521208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200" dirty="0"/>
          </a:p>
        </p:txBody>
      </p:sp>
      <p:sp>
        <p:nvSpPr>
          <p:cNvPr id="32" name="Text 30"/>
          <p:cNvSpPr txBox="1"/>
          <p:nvPr/>
        </p:nvSpPr>
        <p:spPr>
          <a:xfrm>
            <a:off x="2514600" y="519379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1050" dirty="0"/>
          </a:p>
        </p:txBody>
      </p:sp>
      <p:sp>
        <p:nvSpPr>
          <p:cNvPr id="33" name="Text 31"/>
          <p:cNvSpPr txBox="1"/>
          <p:nvPr/>
        </p:nvSpPr>
        <p:spPr>
          <a:xfrm>
            <a:off x="5532120" y="519379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1050" dirty="0"/>
          </a:p>
        </p:txBody>
      </p:sp>
      <p:sp>
        <p:nvSpPr>
          <p:cNvPr id="34" name="Shape 32"/>
          <p:cNvSpPr/>
          <p:nvPr/>
        </p:nvSpPr>
        <p:spPr>
          <a:xfrm>
            <a:off x="2423160" y="5193792"/>
            <a:ext cx="18288" cy="713232"/>
          </a:xfrm>
          <a:prstGeom prst="rect">
            <a:avLst/>
          </a:prstGeom>
          <a:solidFill>
            <a:srgbClr val="E8ECF5"/>
          </a:solidFill>
          <a:ln/>
        </p:spPr>
      </p:sp>
      <p:sp>
        <p:nvSpPr>
          <p:cNvPr id="35" name="Shape 33"/>
          <p:cNvSpPr/>
          <p:nvPr/>
        </p:nvSpPr>
        <p:spPr>
          <a:xfrm>
            <a:off x="5440680" y="5193792"/>
            <a:ext cx="18288" cy="713232"/>
          </a:xfrm>
          <a:prstGeom prst="rect">
            <a:avLst/>
          </a:prstGeom>
          <a:solidFill>
            <a:srgbClr val="E8ECF5"/>
          </a:solidFill>
          <a:ln/>
        </p:spPr>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Sinergia Natural</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65760" y="1298448"/>
            <a:ext cx="2697480" cy="3977640"/>
          </a:xfrm>
          <a:prstGeom prst="roundRect">
            <a:avLst>
              <a:gd name="adj" fmla="val 4068"/>
            </a:avLst>
          </a:prstGeom>
          <a:solidFill>
            <a:srgbClr val="EFF1F8"/>
          </a:solidFill>
          <a:ln w="25400">
            <a:solidFill>
              <a:srgbClr val="30D158"/>
            </a:solidFill>
            <a:prstDash val="solid"/>
          </a:ln>
        </p:spPr>
      </p:sp>
      <p:sp>
        <p:nvSpPr>
          <p:cNvPr id="7" name="Text 5"/>
          <p:cNvSpPr txBox="1"/>
          <p:nvPr/>
        </p:nvSpPr>
        <p:spPr>
          <a:xfrm>
            <a:off x="365760" y="1417320"/>
            <a:ext cx="2697480" cy="502920"/>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502920" y="1965960"/>
            <a:ext cx="2423160" cy="502920"/>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50292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50292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50292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50292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246120" y="1298448"/>
            <a:ext cx="2697480" cy="3977640"/>
          </a:xfrm>
          <a:prstGeom prst="roundRect">
            <a:avLst>
              <a:gd name="adj" fmla="val 4068"/>
            </a:avLst>
          </a:prstGeom>
          <a:solidFill>
            <a:srgbClr val="EFF1F8"/>
          </a:solidFill>
          <a:ln w="25400">
            <a:solidFill>
              <a:srgbClr val="0A84FF"/>
            </a:solidFill>
            <a:prstDash val="solid"/>
          </a:ln>
        </p:spPr>
      </p:sp>
      <p:sp>
        <p:nvSpPr>
          <p:cNvPr id="14" name="Text 12"/>
          <p:cNvSpPr txBox="1"/>
          <p:nvPr/>
        </p:nvSpPr>
        <p:spPr>
          <a:xfrm>
            <a:off x="3246120" y="1417320"/>
            <a:ext cx="2697480" cy="502920"/>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383280" y="1965960"/>
            <a:ext cx="2423160" cy="50292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38328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38328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38328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38328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6126480" y="1298448"/>
            <a:ext cx="2697480" cy="3977640"/>
          </a:xfrm>
          <a:prstGeom prst="roundRect">
            <a:avLst>
              <a:gd name="adj" fmla="val 4068"/>
            </a:avLst>
          </a:prstGeom>
          <a:solidFill>
            <a:srgbClr val="EFF1F8"/>
          </a:solidFill>
          <a:ln w="25400">
            <a:solidFill>
              <a:srgbClr val="FF9500"/>
            </a:solidFill>
            <a:prstDash val="solid"/>
          </a:ln>
        </p:spPr>
      </p:sp>
      <p:sp>
        <p:nvSpPr>
          <p:cNvPr id="21" name="Text 19"/>
          <p:cNvSpPr txBox="1"/>
          <p:nvPr/>
        </p:nvSpPr>
        <p:spPr>
          <a:xfrm>
            <a:off x="6126480" y="1417320"/>
            <a:ext cx="2697480" cy="502920"/>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6263640" y="1965960"/>
            <a:ext cx="2423160" cy="502920"/>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626364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626364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626364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626364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Modelo de Madurez del Programa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300" dirty="0"/>
          </a:p>
        </p:txBody>
      </p:sp>
      <p:sp>
        <p:nvSpPr>
          <p:cNvPr id="6" name="Shape 4"/>
          <p:cNvSpPr/>
          <p:nvPr/>
        </p:nvSpPr>
        <p:spPr>
          <a:xfrm>
            <a:off x="365760" y="1298448"/>
            <a:ext cx="8412480" cy="804672"/>
          </a:xfrm>
          <a:prstGeom prst="roundRect">
            <a:avLst>
              <a:gd name="adj" fmla="val 7955"/>
            </a:avLst>
          </a:prstGeom>
          <a:solidFill>
            <a:srgbClr val="EFF1F8"/>
          </a:solidFill>
          <a:ln w="12700">
            <a:solidFill>
              <a:srgbClr val="FF453A"/>
            </a:solidFill>
            <a:prstDash val="solid"/>
          </a:ln>
        </p:spPr>
      </p:sp>
      <p:sp>
        <p:nvSpPr>
          <p:cNvPr id="7" name="Shape 5"/>
          <p:cNvSpPr/>
          <p:nvPr/>
        </p:nvSpPr>
        <p:spPr>
          <a:xfrm>
            <a:off x="365760" y="2048256"/>
            <a:ext cx="1097280" cy="54864"/>
          </a:xfrm>
          <a:prstGeom prst="rect">
            <a:avLst/>
          </a:prstGeom>
          <a:solidFill>
            <a:srgbClr val="FF453A"/>
          </a:solidFill>
          <a:ln/>
        </p:spPr>
      </p:sp>
      <p:sp>
        <p:nvSpPr>
          <p:cNvPr id="8" name="Text 6"/>
          <p:cNvSpPr txBox="1"/>
          <p:nvPr/>
        </p:nvSpPr>
        <p:spPr>
          <a:xfrm>
            <a:off x="548640" y="1408176"/>
            <a:ext cx="77724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Nivel 1</a:t>
            </a:r>
            <a:endParaRPr lang="en-US" sz="1200" dirty="0"/>
          </a:p>
        </p:txBody>
      </p:sp>
      <p:sp>
        <p:nvSpPr>
          <p:cNvPr id="9" name="Text 7"/>
          <p:cNvSpPr txBox="1"/>
          <p:nvPr/>
        </p:nvSpPr>
        <p:spPr>
          <a:xfrm>
            <a:off x="1371600" y="1389888"/>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Inicial / Ad-hoc</a:t>
            </a:r>
            <a:endParaRPr lang="en-US" sz="1300" dirty="0"/>
          </a:p>
        </p:txBody>
      </p:sp>
      <p:sp>
        <p:nvSpPr>
          <p:cNvPr id="10" name="Text 8"/>
          <p:cNvSpPr txBox="1"/>
          <p:nvPr/>
        </p:nvSpPr>
        <p:spPr>
          <a:xfrm>
            <a:off x="3474720" y="1389888"/>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1100" dirty="0"/>
          </a:p>
        </p:txBody>
      </p:sp>
      <p:sp>
        <p:nvSpPr>
          <p:cNvPr id="11" name="Shape 9"/>
          <p:cNvSpPr/>
          <p:nvPr/>
        </p:nvSpPr>
        <p:spPr>
          <a:xfrm>
            <a:off x="365760" y="2231136"/>
            <a:ext cx="8412480" cy="804672"/>
          </a:xfrm>
          <a:prstGeom prst="roundRect">
            <a:avLst>
              <a:gd name="adj" fmla="val 7955"/>
            </a:avLst>
          </a:prstGeom>
          <a:solidFill>
            <a:srgbClr val="EFF1F8"/>
          </a:solidFill>
          <a:ln w="12700">
            <a:solidFill>
              <a:srgbClr val="FF9500"/>
            </a:solidFill>
            <a:prstDash val="solid"/>
          </a:ln>
        </p:spPr>
      </p:sp>
      <p:sp>
        <p:nvSpPr>
          <p:cNvPr id="12" name="Shape 10"/>
          <p:cNvSpPr/>
          <p:nvPr/>
        </p:nvSpPr>
        <p:spPr>
          <a:xfrm>
            <a:off x="365760" y="2980944"/>
            <a:ext cx="2468880" cy="54864"/>
          </a:xfrm>
          <a:prstGeom prst="rect">
            <a:avLst/>
          </a:prstGeom>
          <a:solidFill>
            <a:srgbClr val="FF9500"/>
          </a:solidFill>
          <a:ln/>
        </p:spPr>
      </p:sp>
      <p:sp>
        <p:nvSpPr>
          <p:cNvPr id="13" name="Text 11"/>
          <p:cNvSpPr txBox="1"/>
          <p:nvPr/>
        </p:nvSpPr>
        <p:spPr>
          <a:xfrm>
            <a:off x="548640" y="2340864"/>
            <a:ext cx="777240" cy="29260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Nivel 2</a:t>
            </a:r>
            <a:endParaRPr lang="en-US" sz="1200" dirty="0"/>
          </a:p>
        </p:txBody>
      </p:sp>
      <p:sp>
        <p:nvSpPr>
          <p:cNvPr id="14" name="Text 12"/>
          <p:cNvSpPr txBox="1"/>
          <p:nvPr/>
        </p:nvSpPr>
        <p:spPr>
          <a:xfrm>
            <a:off x="1371600" y="2322576"/>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Repetible</a:t>
            </a:r>
            <a:endParaRPr lang="en-US" sz="1300" dirty="0"/>
          </a:p>
        </p:txBody>
      </p:sp>
      <p:sp>
        <p:nvSpPr>
          <p:cNvPr id="15" name="Text 13"/>
          <p:cNvSpPr txBox="1"/>
          <p:nvPr/>
        </p:nvSpPr>
        <p:spPr>
          <a:xfrm>
            <a:off x="3474720" y="2322576"/>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1100" dirty="0"/>
          </a:p>
        </p:txBody>
      </p:sp>
      <p:sp>
        <p:nvSpPr>
          <p:cNvPr id="16" name="Shape 14"/>
          <p:cNvSpPr/>
          <p:nvPr/>
        </p:nvSpPr>
        <p:spPr>
          <a:xfrm>
            <a:off x="365760" y="3163824"/>
            <a:ext cx="8412480" cy="804672"/>
          </a:xfrm>
          <a:prstGeom prst="roundRect">
            <a:avLst>
              <a:gd name="adj" fmla="val 7955"/>
            </a:avLst>
          </a:prstGeom>
          <a:solidFill>
            <a:srgbClr val="EFF1F8"/>
          </a:solidFill>
          <a:ln w="12700">
            <a:solidFill>
              <a:srgbClr val="FFD60A"/>
            </a:solidFill>
            <a:prstDash val="solid"/>
          </a:ln>
        </p:spPr>
      </p:sp>
      <p:sp>
        <p:nvSpPr>
          <p:cNvPr id="17" name="Shape 15"/>
          <p:cNvSpPr/>
          <p:nvPr/>
        </p:nvSpPr>
        <p:spPr>
          <a:xfrm>
            <a:off x="365760" y="3913632"/>
            <a:ext cx="3840480" cy="54864"/>
          </a:xfrm>
          <a:prstGeom prst="rect">
            <a:avLst/>
          </a:prstGeom>
          <a:solidFill>
            <a:srgbClr val="FFD60A"/>
          </a:solidFill>
          <a:ln/>
        </p:spPr>
      </p:sp>
      <p:sp>
        <p:nvSpPr>
          <p:cNvPr id="18" name="Text 16"/>
          <p:cNvSpPr txBox="1"/>
          <p:nvPr/>
        </p:nvSpPr>
        <p:spPr>
          <a:xfrm>
            <a:off x="548640" y="3273552"/>
            <a:ext cx="777240" cy="292608"/>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Nivel 3</a:t>
            </a:r>
            <a:endParaRPr lang="en-US" sz="1200" dirty="0"/>
          </a:p>
        </p:txBody>
      </p:sp>
      <p:sp>
        <p:nvSpPr>
          <p:cNvPr id="19" name="Text 17"/>
          <p:cNvSpPr txBox="1"/>
          <p:nvPr/>
        </p:nvSpPr>
        <p:spPr>
          <a:xfrm>
            <a:off x="1371600" y="3255264"/>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Definido</a:t>
            </a:r>
            <a:endParaRPr lang="en-US" sz="1300" dirty="0"/>
          </a:p>
        </p:txBody>
      </p:sp>
      <p:sp>
        <p:nvSpPr>
          <p:cNvPr id="20" name="Text 18"/>
          <p:cNvSpPr txBox="1"/>
          <p:nvPr/>
        </p:nvSpPr>
        <p:spPr>
          <a:xfrm>
            <a:off x="3474720" y="3255264"/>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1100" dirty="0"/>
          </a:p>
        </p:txBody>
      </p:sp>
      <p:sp>
        <p:nvSpPr>
          <p:cNvPr id="21" name="Shape 19"/>
          <p:cNvSpPr/>
          <p:nvPr/>
        </p:nvSpPr>
        <p:spPr>
          <a:xfrm>
            <a:off x="365760" y="4096512"/>
            <a:ext cx="8412480" cy="804672"/>
          </a:xfrm>
          <a:prstGeom prst="roundRect">
            <a:avLst>
              <a:gd name="adj" fmla="val 7955"/>
            </a:avLst>
          </a:prstGeom>
          <a:solidFill>
            <a:srgbClr val="EFF1F8"/>
          </a:solidFill>
          <a:ln w="12700">
            <a:solidFill>
              <a:srgbClr val="30D158"/>
            </a:solidFill>
            <a:prstDash val="solid"/>
          </a:ln>
        </p:spPr>
      </p:sp>
      <p:sp>
        <p:nvSpPr>
          <p:cNvPr id="22" name="Shape 20"/>
          <p:cNvSpPr/>
          <p:nvPr/>
        </p:nvSpPr>
        <p:spPr>
          <a:xfrm>
            <a:off x="365760" y="4846320"/>
            <a:ext cx="5212080" cy="54864"/>
          </a:xfrm>
          <a:prstGeom prst="rect">
            <a:avLst/>
          </a:prstGeom>
          <a:solidFill>
            <a:srgbClr val="30D158"/>
          </a:solidFill>
          <a:ln/>
        </p:spPr>
      </p:sp>
      <p:sp>
        <p:nvSpPr>
          <p:cNvPr id="23" name="Text 21"/>
          <p:cNvSpPr txBox="1"/>
          <p:nvPr/>
        </p:nvSpPr>
        <p:spPr>
          <a:xfrm>
            <a:off x="548640" y="4206240"/>
            <a:ext cx="7772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Nivel 4</a:t>
            </a:r>
            <a:endParaRPr lang="en-US" sz="1200" dirty="0"/>
          </a:p>
        </p:txBody>
      </p:sp>
      <p:sp>
        <p:nvSpPr>
          <p:cNvPr id="24" name="Text 22"/>
          <p:cNvSpPr txBox="1"/>
          <p:nvPr/>
        </p:nvSpPr>
        <p:spPr>
          <a:xfrm>
            <a:off x="1371600" y="4187952"/>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Gestionado</a:t>
            </a:r>
            <a:endParaRPr lang="en-US" sz="1300" dirty="0"/>
          </a:p>
        </p:txBody>
      </p:sp>
      <p:sp>
        <p:nvSpPr>
          <p:cNvPr id="25" name="Text 23"/>
          <p:cNvSpPr txBox="1"/>
          <p:nvPr/>
        </p:nvSpPr>
        <p:spPr>
          <a:xfrm>
            <a:off x="3474720" y="4187952"/>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1100" dirty="0"/>
          </a:p>
        </p:txBody>
      </p:sp>
      <p:sp>
        <p:nvSpPr>
          <p:cNvPr id="26" name="Shape 24"/>
          <p:cNvSpPr/>
          <p:nvPr/>
        </p:nvSpPr>
        <p:spPr>
          <a:xfrm>
            <a:off x="365760" y="5029200"/>
            <a:ext cx="8412480" cy="804672"/>
          </a:xfrm>
          <a:prstGeom prst="roundRect">
            <a:avLst>
              <a:gd name="adj" fmla="val 7955"/>
            </a:avLst>
          </a:prstGeom>
          <a:solidFill>
            <a:srgbClr val="EFF1F8"/>
          </a:solidFill>
          <a:ln w="12700">
            <a:solidFill>
              <a:srgbClr val="0A84FF"/>
            </a:solidFill>
            <a:prstDash val="solid"/>
          </a:ln>
        </p:spPr>
      </p:sp>
      <p:sp>
        <p:nvSpPr>
          <p:cNvPr id="27" name="Shape 25"/>
          <p:cNvSpPr/>
          <p:nvPr/>
        </p:nvSpPr>
        <p:spPr>
          <a:xfrm>
            <a:off x="365760" y="5779008"/>
            <a:ext cx="6583680" cy="54864"/>
          </a:xfrm>
          <a:prstGeom prst="rect">
            <a:avLst/>
          </a:prstGeom>
          <a:solidFill>
            <a:srgbClr val="0A84FF"/>
          </a:solidFill>
          <a:ln/>
        </p:spPr>
      </p:sp>
      <p:sp>
        <p:nvSpPr>
          <p:cNvPr id="28" name="Text 26"/>
          <p:cNvSpPr txBox="1"/>
          <p:nvPr/>
        </p:nvSpPr>
        <p:spPr>
          <a:xfrm>
            <a:off x="548640" y="5138928"/>
            <a:ext cx="77724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Nivel 5</a:t>
            </a:r>
            <a:endParaRPr lang="en-US" sz="1200" dirty="0"/>
          </a:p>
        </p:txBody>
      </p:sp>
      <p:sp>
        <p:nvSpPr>
          <p:cNvPr id="29" name="Text 27"/>
          <p:cNvSpPr txBox="1"/>
          <p:nvPr/>
        </p:nvSpPr>
        <p:spPr>
          <a:xfrm>
            <a:off x="1371600" y="5120640"/>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Optimizando</a:t>
            </a:r>
            <a:endParaRPr lang="en-US" sz="1300" dirty="0"/>
          </a:p>
        </p:txBody>
      </p:sp>
      <p:sp>
        <p:nvSpPr>
          <p:cNvPr id="30" name="Text 28"/>
          <p:cNvSpPr txBox="1"/>
          <p:nvPr/>
        </p:nvSpPr>
        <p:spPr>
          <a:xfrm>
            <a:off x="3474720" y="5120640"/>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Digital: BIM, Digital Twin e IA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300" dirty="0"/>
          </a:p>
        </p:txBody>
      </p:sp>
      <p:sp>
        <p:nvSpPr>
          <p:cNvPr id="6" name="Shape 4"/>
          <p:cNvSpPr/>
          <p:nvPr/>
        </p:nvSpPr>
        <p:spPr>
          <a:xfrm>
            <a:off x="365760" y="1298448"/>
            <a:ext cx="4160520" cy="2176272"/>
          </a:xfrm>
          <a:prstGeom prst="roundRect">
            <a:avLst>
              <a:gd name="adj" fmla="val 4202"/>
            </a:avLst>
          </a:prstGeom>
          <a:solidFill>
            <a:srgbClr val="EFF1F8"/>
          </a:solidFill>
          <a:ln w="25400">
            <a:solidFill>
              <a:srgbClr val="0A84FF"/>
            </a:solidFill>
            <a:prstDash val="solid"/>
          </a:ln>
        </p:spPr>
      </p:sp>
      <p:sp>
        <p:nvSpPr>
          <p:cNvPr id="7" name="Text 5"/>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BIM 3D/4D/5D</a:t>
            </a:r>
            <a:endParaRPr lang="en-US" sz="1500" dirty="0"/>
          </a:p>
        </p:txBody>
      </p:sp>
      <p:sp>
        <p:nvSpPr>
          <p:cNvPr id="8" name="Text 6"/>
          <p:cNvSpPr txBox="1"/>
          <p:nvPr/>
        </p:nvSpPr>
        <p:spPr>
          <a:xfrm>
            <a:off x="54864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1100" dirty="0"/>
          </a:p>
        </p:txBody>
      </p:sp>
      <p:sp>
        <p:nvSpPr>
          <p:cNvPr id="9" name="Text 7"/>
          <p:cNvSpPr txBox="1"/>
          <p:nvPr/>
        </p:nvSpPr>
        <p:spPr>
          <a:xfrm>
            <a:off x="54864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4D: simulación de secuencia constructiva visualizada</a:t>
            </a:r>
            <a:endParaRPr lang="en-US" sz="1100" dirty="0"/>
          </a:p>
        </p:txBody>
      </p:sp>
      <p:sp>
        <p:nvSpPr>
          <p:cNvPr id="10" name="Text 8"/>
          <p:cNvSpPr txBox="1"/>
          <p:nvPr/>
        </p:nvSpPr>
        <p:spPr>
          <a:xfrm>
            <a:off x="54864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5D: integración de costos y cronograma con el modelo</a:t>
            </a:r>
            <a:endParaRPr lang="en-US" sz="1100" dirty="0"/>
          </a:p>
        </p:txBody>
      </p:sp>
      <p:sp>
        <p:nvSpPr>
          <p:cNvPr id="11" name="Text 9"/>
          <p:cNvSpPr txBox="1"/>
          <p:nvPr/>
        </p:nvSpPr>
        <p:spPr>
          <a:xfrm>
            <a:off x="54864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1100" dirty="0"/>
          </a:p>
        </p:txBody>
      </p:sp>
      <p:sp>
        <p:nvSpPr>
          <p:cNvPr id="12" name="Shape 10"/>
          <p:cNvSpPr/>
          <p:nvPr/>
        </p:nvSpPr>
        <p:spPr>
          <a:xfrm>
            <a:off x="4754880" y="1298448"/>
            <a:ext cx="4160520" cy="2176272"/>
          </a:xfrm>
          <a:prstGeom prst="roundRect">
            <a:avLst>
              <a:gd name="adj" fmla="val 4202"/>
            </a:avLst>
          </a:prstGeom>
          <a:solidFill>
            <a:srgbClr val="EFF1F8"/>
          </a:solidFill>
          <a:ln w="25400">
            <a:solidFill>
              <a:srgbClr val="30D158"/>
            </a:solidFill>
            <a:prstDash val="solid"/>
          </a:ln>
        </p:spPr>
      </p:sp>
      <p:sp>
        <p:nvSpPr>
          <p:cNvPr id="13" name="Text 11"/>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Digital Twin</a:t>
            </a:r>
            <a:endParaRPr lang="en-US" sz="1500" dirty="0"/>
          </a:p>
        </p:txBody>
      </p:sp>
      <p:sp>
        <p:nvSpPr>
          <p:cNvPr id="14" name="Text 12"/>
          <p:cNvSpPr txBox="1"/>
          <p:nvPr/>
        </p:nvSpPr>
        <p:spPr>
          <a:xfrm>
            <a:off x="493776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1100" dirty="0"/>
          </a:p>
        </p:txBody>
      </p:sp>
      <p:sp>
        <p:nvSpPr>
          <p:cNvPr id="15" name="Text 13"/>
          <p:cNvSpPr txBox="1"/>
          <p:nvPr/>
        </p:nvSpPr>
        <p:spPr>
          <a:xfrm>
            <a:off x="493776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1100" dirty="0"/>
          </a:p>
        </p:txBody>
      </p:sp>
      <p:sp>
        <p:nvSpPr>
          <p:cNvPr id="16" name="Text 14"/>
          <p:cNvSpPr txBox="1"/>
          <p:nvPr/>
        </p:nvSpPr>
        <p:spPr>
          <a:xfrm>
            <a:off x="493776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Actualización en tiempo real con datos de campo IoT</a:t>
            </a:r>
            <a:endParaRPr lang="en-US" sz="1100" dirty="0"/>
          </a:p>
        </p:txBody>
      </p:sp>
      <p:sp>
        <p:nvSpPr>
          <p:cNvPr id="17" name="Text 15"/>
          <p:cNvSpPr txBox="1"/>
          <p:nvPr/>
        </p:nvSpPr>
        <p:spPr>
          <a:xfrm>
            <a:off x="493776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Identificación temprana de conflictos constructivos</a:t>
            </a:r>
            <a:endParaRPr lang="en-US" sz="1100" dirty="0"/>
          </a:p>
        </p:txBody>
      </p:sp>
      <p:sp>
        <p:nvSpPr>
          <p:cNvPr id="18" name="Shape 16"/>
          <p:cNvSpPr/>
          <p:nvPr/>
        </p:nvSpPr>
        <p:spPr>
          <a:xfrm>
            <a:off x="365760" y="3675888"/>
            <a:ext cx="4160520" cy="2176272"/>
          </a:xfrm>
          <a:prstGeom prst="roundRect">
            <a:avLst>
              <a:gd name="adj" fmla="val 4202"/>
            </a:avLst>
          </a:prstGeom>
          <a:solidFill>
            <a:srgbClr val="EFF1F8"/>
          </a:solidFill>
          <a:ln w="25400">
            <a:solidFill>
              <a:srgbClr val="AF52DE"/>
            </a:solidFill>
            <a:prstDash val="solid"/>
          </a:ln>
        </p:spPr>
      </p:sp>
      <p:sp>
        <p:nvSpPr>
          <p:cNvPr id="19" name="Text 17"/>
          <p:cNvSpPr txBox="1"/>
          <p:nvPr/>
        </p:nvSpPr>
        <p:spPr>
          <a:xfrm>
            <a:off x="548640" y="3785616"/>
            <a:ext cx="379476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500" dirty="0"/>
          </a:p>
        </p:txBody>
      </p:sp>
      <p:sp>
        <p:nvSpPr>
          <p:cNvPr id="20" name="Text 18"/>
          <p:cNvSpPr txBox="1"/>
          <p:nvPr/>
        </p:nvSpPr>
        <p:spPr>
          <a:xfrm>
            <a:off x="54864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1100" dirty="0"/>
          </a:p>
        </p:txBody>
      </p:sp>
      <p:sp>
        <p:nvSpPr>
          <p:cNvPr id="21" name="Text 19"/>
          <p:cNvSpPr txBox="1"/>
          <p:nvPr/>
        </p:nvSpPr>
        <p:spPr>
          <a:xfrm>
            <a:off x="54864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1100" dirty="0"/>
          </a:p>
        </p:txBody>
      </p:sp>
      <p:sp>
        <p:nvSpPr>
          <p:cNvPr id="22" name="Text 20"/>
          <p:cNvSpPr txBox="1"/>
          <p:nvPr/>
        </p:nvSpPr>
        <p:spPr>
          <a:xfrm>
            <a:off x="54864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1100" dirty="0"/>
          </a:p>
        </p:txBody>
      </p:sp>
      <p:sp>
        <p:nvSpPr>
          <p:cNvPr id="23" name="Text 21"/>
          <p:cNvSpPr txBox="1"/>
          <p:nvPr/>
        </p:nvSpPr>
        <p:spPr>
          <a:xfrm>
            <a:off x="54864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Detección de patrones de diseño no-constructible</a:t>
            </a:r>
            <a:endParaRPr lang="en-US" sz="1100" dirty="0"/>
          </a:p>
        </p:txBody>
      </p:sp>
      <p:sp>
        <p:nvSpPr>
          <p:cNvPr id="24" name="Shape 22"/>
          <p:cNvSpPr/>
          <p:nvPr/>
        </p:nvSpPr>
        <p:spPr>
          <a:xfrm>
            <a:off x="4754880" y="3675888"/>
            <a:ext cx="4160520" cy="2176272"/>
          </a:xfrm>
          <a:prstGeom prst="roundRect">
            <a:avLst>
              <a:gd name="adj" fmla="val 4202"/>
            </a:avLst>
          </a:prstGeom>
          <a:solidFill>
            <a:srgbClr val="EFF1F8"/>
          </a:solidFill>
          <a:ln w="25400">
            <a:solidFill>
              <a:srgbClr val="FF9500"/>
            </a:solidFill>
            <a:prstDash val="solid"/>
          </a:ln>
        </p:spPr>
      </p:sp>
      <p:sp>
        <p:nvSpPr>
          <p:cNvPr id="25" name="Text 23"/>
          <p:cNvSpPr txBox="1"/>
          <p:nvPr/>
        </p:nvSpPr>
        <p:spPr>
          <a:xfrm>
            <a:off x="4937760" y="3785616"/>
            <a:ext cx="379476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500" dirty="0"/>
          </a:p>
        </p:txBody>
      </p:sp>
      <p:sp>
        <p:nvSpPr>
          <p:cNvPr id="26" name="Text 24"/>
          <p:cNvSpPr txBox="1"/>
          <p:nvPr/>
        </p:nvSpPr>
        <p:spPr>
          <a:xfrm>
            <a:off x="493776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1100" dirty="0"/>
          </a:p>
        </p:txBody>
      </p:sp>
      <p:sp>
        <p:nvSpPr>
          <p:cNvPr id="27" name="Text 25"/>
          <p:cNvSpPr txBox="1"/>
          <p:nvPr/>
        </p:nvSpPr>
        <p:spPr>
          <a:xfrm>
            <a:off x="493776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Operarios en campo con AR para instrucciones de IWP</a:t>
            </a:r>
            <a:endParaRPr lang="en-US" sz="1100" dirty="0"/>
          </a:p>
        </p:txBody>
      </p:sp>
      <p:sp>
        <p:nvSpPr>
          <p:cNvPr id="28" name="Text 26"/>
          <p:cNvSpPr txBox="1"/>
          <p:nvPr/>
        </p:nvSpPr>
        <p:spPr>
          <a:xfrm>
            <a:off x="493776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1100" dirty="0"/>
          </a:p>
        </p:txBody>
      </p:sp>
      <p:sp>
        <p:nvSpPr>
          <p:cNvPr id="29" name="Text 27"/>
          <p:cNvSpPr txBox="1"/>
          <p:nvPr/>
        </p:nvSpPr>
        <p:spPr>
          <a:xfrm>
            <a:off x="493776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KPIs Avanzados del Programa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300" dirty="0"/>
          </a:p>
        </p:txBody>
      </p:sp>
      <p:sp>
        <p:nvSpPr>
          <p:cNvPr id="6" name="Shape 4"/>
          <p:cNvSpPr/>
          <p:nvPr/>
        </p:nvSpPr>
        <p:spPr>
          <a:xfrm>
            <a:off x="365760" y="1298448"/>
            <a:ext cx="8412480" cy="347472"/>
          </a:xfrm>
          <a:prstGeom prst="rect">
            <a:avLst/>
          </a:prstGeom>
          <a:solidFill>
            <a:srgbClr val="E8ECF5"/>
          </a:solidFill>
          <a:ln/>
        </p:spPr>
      </p:sp>
      <p:sp>
        <p:nvSpPr>
          <p:cNvPr id="7" name="Text 5"/>
          <p:cNvSpPr txBox="1"/>
          <p:nvPr/>
        </p:nvSpPr>
        <p:spPr>
          <a:xfrm>
            <a:off x="502920" y="1344168"/>
            <a:ext cx="141732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KPI</a:t>
            </a:r>
            <a:endParaRPr lang="en-US" sz="1200" dirty="0"/>
          </a:p>
        </p:txBody>
      </p:sp>
      <p:sp>
        <p:nvSpPr>
          <p:cNvPr id="8" name="Text 6"/>
          <p:cNvSpPr txBox="1"/>
          <p:nvPr/>
        </p:nvSpPr>
        <p:spPr>
          <a:xfrm>
            <a:off x="2011680" y="1344168"/>
            <a:ext cx="3840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200" dirty="0"/>
          </a:p>
        </p:txBody>
      </p:sp>
      <p:sp>
        <p:nvSpPr>
          <p:cNvPr id="9" name="Text 7"/>
          <p:cNvSpPr txBox="1"/>
          <p:nvPr/>
        </p:nvSpPr>
        <p:spPr>
          <a:xfrm>
            <a:off x="5943600" y="1344168"/>
            <a:ext cx="10972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Unidad</a:t>
            </a:r>
            <a:endParaRPr lang="en-US" sz="1200" dirty="0"/>
          </a:p>
        </p:txBody>
      </p:sp>
      <p:sp>
        <p:nvSpPr>
          <p:cNvPr id="10" name="Text 8"/>
          <p:cNvSpPr txBox="1"/>
          <p:nvPr/>
        </p:nvSpPr>
        <p:spPr>
          <a:xfrm>
            <a:off x="7132320" y="1344168"/>
            <a:ext cx="1554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200" dirty="0"/>
          </a:p>
        </p:txBody>
      </p:sp>
      <p:sp>
        <p:nvSpPr>
          <p:cNvPr id="11" name="Shape 9"/>
          <p:cNvSpPr/>
          <p:nvPr/>
        </p:nvSpPr>
        <p:spPr>
          <a:xfrm>
            <a:off x="365760" y="1719072"/>
            <a:ext cx="8412480" cy="438912"/>
          </a:xfrm>
          <a:prstGeom prst="rect">
            <a:avLst/>
          </a:prstGeom>
          <a:solidFill>
            <a:srgbClr val="EFF1F8"/>
          </a:solidFill>
          <a:ln/>
        </p:spPr>
      </p:sp>
      <p:sp>
        <p:nvSpPr>
          <p:cNvPr id="12" name="Text 10"/>
          <p:cNvSpPr txBox="1"/>
          <p:nvPr/>
        </p:nvSpPr>
        <p:spPr>
          <a:xfrm>
            <a:off x="502920" y="18013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Tasa de Ideas</a:t>
            </a:r>
            <a:endParaRPr lang="en-US" sz="1100" dirty="0"/>
          </a:p>
        </p:txBody>
      </p:sp>
      <p:sp>
        <p:nvSpPr>
          <p:cNvPr id="13" name="Text 11"/>
          <p:cNvSpPr txBox="1"/>
          <p:nvPr/>
        </p:nvSpPr>
        <p:spPr>
          <a:xfrm>
            <a:off x="2011680" y="18013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Ideas implementadas / # Ideas generadas × 100</a:t>
            </a:r>
            <a:endParaRPr lang="en-US" sz="1000" dirty="0"/>
          </a:p>
        </p:txBody>
      </p:sp>
      <p:sp>
        <p:nvSpPr>
          <p:cNvPr id="14" name="Text 12"/>
          <p:cNvSpPr txBox="1"/>
          <p:nvPr/>
        </p:nvSpPr>
        <p:spPr>
          <a:xfrm>
            <a:off x="5943600" y="18013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15" name="Text 13"/>
          <p:cNvSpPr txBox="1"/>
          <p:nvPr/>
        </p:nvSpPr>
        <p:spPr>
          <a:xfrm>
            <a:off x="7132320" y="18013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60%</a:t>
            </a:r>
            <a:endParaRPr lang="en-US" sz="1100" dirty="0"/>
          </a:p>
        </p:txBody>
      </p:sp>
      <p:sp>
        <p:nvSpPr>
          <p:cNvPr id="16" name="Shape 14"/>
          <p:cNvSpPr/>
          <p:nvPr/>
        </p:nvSpPr>
        <p:spPr>
          <a:xfrm>
            <a:off x="365760" y="2221992"/>
            <a:ext cx="8412480" cy="438912"/>
          </a:xfrm>
          <a:prstGeom prst="rect">
            <a:avLst/>
          </a:prstGeom>
          <a:solidFill>
            <a:srgbClr val="E8ECF5"/>
          </a:solidFill>
          <a:ln/>
        </p:spPr>
      </p:sp>
      <p:sp>
        <p:nvSpPr>
          <p:cNvPr id="17" name="Text 15"/>
          <p:cNvSpPr txBox="1"/>
          <p:nvPr/>
        </p:nvSpPr>
        <p:spPr>
          <a:xfrm>
            <a:off x="502920" y="23042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por Idea</a:t>
            </a:r>
            <a:endParaRPr lang="en-US" sz="1100" dirty="0"/>
          </a:p>
        </p:txBody>
      </p:sp>
      <p:sp>
        <p:nvSpPr>
          <p:cNvPr id="18" name="Text 16"/>
          <p:cNvSpPr txBox="1"/>
          <p:nvPr/>
        </p:nvSpPr>
        <p:spPr>
          <a:xfrm>
            <a:off x="2011680" y="23042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total ($) / Ideas implementadas</a:t>
            </a:r>
            <a:endParaRPr lang="en-US" sz="1000" dirty="0"/>
          </a:p>
        </p:txBody>
      </p:sp>
      <p:sp>
        <p:nvSpPr>
          <p:cNvPr id="19" name="Text 17"/>
          <p:cNvSpPr txBox="1"/>
          <p:nvPr/>
        </p:nvSpPr>
        <p:spPr>
          <a:xfrm>
            <a:off x="5943600" y="23042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$/idea</a:t>
            </a:r>
            <a:endParaRPr lang="en-US" sz="1100" dirty="0"/>
          </a:p>
        </p:txBody>
      </p:sp>
      <p:sp>
        <p:nvSpPr>
          <p:cNvPr id="20" name="Text 18"/>
          <p:cNvSpPr txBox="1"/>
          <p:nvPr/>
        </p:nvSpPr>
        <p:spPr>
          <a:xfrm>
            <a:off x="7132320" y="23042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Var.</a:t>
            </a:r>
            <a:endParaRPr lang="en-US" sz="1100" dirty="0"/>
          </a:p>
        </p:txBody>
      </p:sp>
      <p:sp>
        <p:nvSpPr>
          <p:cNvPr id="21" name="Shape 19"/>
          <p:cNvSpPr/>
          <p:nvPr/>
        </p:nvSpPr>
        <p:spPr>
          <a:xfrm>
            <a:off x="365760" y="2724912"/>
            <a:ext cx="8412480" cy="438912"/>
          </a:xfrm>
          <a:prstGeom prst="rect">
            <a:avLst/>
          </a:prstGeom>
          <a:solidFill>
            <a:srgbClr val="EFF1F8"/>
          </a:solidFill>
          <a:ln/>
        </p:spPr>
      </p:sp>
      <p:sp>
        <p:nvSpPr>
          <p:cNvPr id="22" name="Text 20"/>
          <p:cNvSpPr txBox="1"/>
          <p:nvPr/>
        </p:nvSpPr>
        <p:spPr>
          <a:xfrm>
            <a:off x="502920" y="28072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ROI Programa</a:t>
            </a:r>
            <a:endParaRPr lang="en-US" sz="1100" dirty="0"/>
          </a:p>
        </p:txBody>
      </p:sp>
      <p:sp>
        <p:nvSpPr>
          <p:cNvPr id="23" name="Text 21"/>
          <p:cNvSpPr txBox="1"/>
          <p:nvPr/>
        </p:nvSpPr>
        <p:spPr>
          <a:xfrm>
            <a:off x="2011680" y="28072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 Costo programa) / Costo programa × 100</a:t>
            </a:r>
            <a:endParaRPr lang="en-US" sz="1000" dirty="0"/>
          </a:p>
        </p:txBody>
      </p:sp>
      <p:sp>
        <p:nvSpPr>
          <p:cNvPr id="24" name="Text 22"/>
          <p:cNvSpPr txBox="1"/>
          <p:nvPr/>
        </p:nvSpPr>
        <p:spPr>
          <a:xfrm>
            <a:off x="5943600" y="28072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25" name="Text 23"/>
          <p:cNvSpPr txBox="1"/>
          <p:nvPr/>
        </p:nvSpPr>
        <p:spPr>
          <a:xfrm>
            <a:off x="7132320" y="28072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1,000%</a:t>
            </a:r>
            <a:endParaRPr lang="en-US" sz="1100" dirty="0"/>
          </a:p>
        </p:txBody>
      </p:sp>
      <p:sp>
        <p:nvSpPr>
          <p:cNvPr id="26" name="Shape 24"/>
          <p:cNvSpPr/>
          <p:nvPr/>
        </p:nvSpPr>
        <p:spPr>
          <a:xfrm>
            <a:off x="365760" y="3227832"/>
            <a:ext cx="8412480" cy="438912"/>
          </a:xfrm>
          <a:prstGeom prst="rect">
            <a:avLst/>
          </a:prstGeom>
          <a:solidFill>
            <a:srgbClr val="E8ECF5"/>
          </a:solidFill>
          <a:ln/>
        </p:spPr>
      </p:sp>
      <p:sp>
        <p:nvSpPr>
          <p:cNvPr id="27" name="Text 25"/>
          <p:cNvSpPr txBox="1"/>
          <p:nvPr/>
        </p:nvSpPr>
        <p:spPr>
          <a:xfrm>
            <a:off x="502920" y="331012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Cobertura Fases</a:t>
            </a:r>
            <a:endParaRPr lang="en-US" sz="1100" dirty="0"/>
          </a:p>
        </p:txBody>
      </p:sp>
      <p:sp>
        <p:nvSpPr>
          <p:cNvPr id="28" name="Text 26"/>
          <p:cNvSpPr txBox="1"/>
          <p:nvPr/>
        </p:nvSpPr>
        <p:spPr>
          <a:xfrm>
            <a:off x="2011680" y="331012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Proyectos con constructabilidad FEL-2 / Total proyectos</a:t>
            </a:r>
            <a:endParaRPr lang="en-US" sz="1000" dirty="0"/>
          </a:p>
        </p:txBody>
      </p:sp>
      <p:sp>
        <p:nvSpPr>
          <p:cNvPr id="29" name="Text 27"/>
          <p:cNvSpPr txBox="1"/>
          <p:nvPr/>
        </p:nvSpPr>
        <p:spPr>
          <a:xfrm>
            <a:off x="5943600" y="331012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30" name="Text 28"/>
          <p:cNvSpPr txBox="1"/>
          <p:nvPr/>
        </p:nvSpPr>
        <p:spPr>
          <a:xfrm>
            <a:off x="7132320" y="331012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80%</a:t>
            </a:r>
            <a:endParaRPr lang="en-US" sz="1100" dirty="0"/>
          </a:p>
        </p:txBody>
      </p:sp>
      <p:sp>
        <p:nvSpPr>
          <p:cNvPr id="31" name="Shape 29"/>
          <p:cNvSpPr/>
          <p:nvPr/>
        </p:nvSpPr>
        <p:spPr>
          <a:xfrm>
            <a:off x="365760" y="3730752"/>
            <a:ext cx="8412480" cy="438912"/>
          </a:xfrm>
          <a:prstGeom prst="rect">
            <a:avLst/>
          </a:prstGeom>
          <a:solidFill>
            <a:srgbClr val="EFF1F8"/>
          </a:solidFill>
          <a:ln/>
        </p:spPr>
      </p:sp>
      <p:sp>
        <p:nvSpPr>
          <p:cNvPr id="32" name="Text 30"/>
          <p:cNvSpPr txBox="1"/>
          <p:nvPr/>
        </p:nvSpPr>
        <p:spPr>
          <a:xfrm>
            <a:off x="502920" y="381304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Velocidad Revisión</a:t>
            </a:r>
            <a:endParaRPr lang="en-US" sz="1100" dirty="0"/>
          </a:p>
        </p:txBody>
      </p:sp>
      <p:sp>
        <p:nvSpPr>
          <p:cNvPr id="33" name="Text 31"/>
          <p:cNvSpPr txBox="1"/>
          <p:nvPr/>
        </p:nvSpPr>
        <p:spPr>
          <a:xfrm>
            <a:off x="2011680" y="38130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Días promedio desde solicitud a revisión completada</a:t>
            </a:r>
            <a:endParaRPr lang="en-US" sz="1000" dirty="0"/>
          </a:p>
        </p:txBody>
      </p:sp>
      <p:sp>
        <p:nvSpPr>
          <p:cNvPr id="34" name="Text 32"/>
          <p:cNvSpPr txBox="1"/>
          <p:nvPr/>
        </p:nvSpPr>
        <p:spPr>
          <a:xfrm>
            <a:off x="5943600" y="381304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días</a:t>
            </a:r>
            <a:endParaRPr lang="en-US" sz="1100" dirty="0"/>
          </a:p>
        </p:txBody>
      </p:sp>
      <p:sp>
        <p:nvSpPr>
          <p:cNvPr id="35" name="Text 33"/>
          <p:cNvSpPr txBox="1"/>
          <p:nvPr/>
        </p:nvSpPr>
        <p:spPr>
          <a:xfrm>
            <a:off x="7132320" y="381304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&lt; 5 días</a:t>
            </a:r>
            <a:endParaRPr lang="en-US" sz="1100" dirty="0"/>
          </a:p>
        </p:txBody>
      </p:sp>
      <p:sp>
        <p:nvSpPr>
          <p:cNvPr id="36" name="Shape 34"/>
          <p:cNvSpPr/>
          <p:nvPr/>
        </p:nvSpPr>
        <p:spPr>
          <a:xfrm>
            <a:off x="365760" y="4233672"/>
            <a:ext cx="8412480" cy="438912"/>
          </a:xfrm>
          <a:prstGeom prst="rect">
            <a:avLst/>
          </a:prstGeom>
          <a:solidFill>
            <a:srgbClr val="E8ECF5"/>
          </a:solidFill>
          <a:ln/>
        </p:spPr>
      </p:sp>
      <p:sp>
        <p:nvSpPr>
          <p:cNvPr id="37" name="Text 35"/>
          <p:cNvSpPr txBox="1"/>
          <p:nvPr/>
        </p:nvSpPr>
        <p:spPr>
          <a:xfrm>
            <a:off x="502920" y="43159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Satisfacción Equipo</a:t>
            </a:r>
            <a:endParaRPr lang="en-US" sz="1100" dirty="0"/>
          </a:p>
        </p:txBody>
      </p:sp>
      <p:sp>
        <p:nvSpPr>
          <p:cNvPr id="38" name="Text 36"/>
          <p:cNvSpPr txBox="1"/>
          <p:nvPr/>
        </p:nvSpPr>
        <p:spPr>
          <a:xfrm>
            <a:off x="2011680" y="43159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NPS del programa entre PMs e ingenieros de proyecto</a:t>
            </a:r>
            <a:endParaRPr lang="en-US" sz="1000" dirty="0"/>
          </a:p>
        </p:txBody>
      </p:sp>
      <p:sp>
        <p:nvSpPr>
          <p:cNvPr id="39" name="Text 37"/>
          <p:cNvSpPr txBox="1"/>
          <p:nvPr/>
        </p:nvSpPr>
        <p:spPr>
          <a:xfrm>
            <a:off x="5943600" y="43159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NPS</a:t>
            </a:r>
            <a:endParaRPr lang="en-US" sz="1100" dirty="0"/>
          </a:p>
        </p:txBody>
      </p:sp>
      <p:sp>
        <p:nvSpPr>
          <p:cNvPr id="40" name="Text 38"/>
          <p:cNvSpPr txBox="1"/>
          <p:nvPr/>
        </p:nvSpPr>
        <p:spPr>
          <a:xfrm>
            <a:off x="7132320" y="43159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30</a:t>
            </a:r>
            <a:endParaRPr lang="en-US" sz="1100" dirty="0"/>
          </a:p>
        </p:txBody>
      </p:sp>
      <p:sp>
        <p:nvSpPr>
          <p:cNvPr id="41" name="Shape 39"/>
          <p:cNvSpPr/>
          <p:nvPr/>
        </p:nvSpPr>
        <p:spPr>
          <a:xfrm>
            <a:off x="365760" y="4736592"/>
            <a:ext cx="8412480" cy="438912"/>
          </a:xfrm>
          <a:prstGeom prst="rect">
            <a:avLst/>
          </a:prstGeom>
          <a:solidFill>
            <a:srgbClr val="EFF1F8"/>
          </a:solidFill>
          <a:ln/>
        </p:spPr>
      </p:sp>
      <p:sp>
        <p:nvSpPr>
          <p:cNvPr id="42" name="Text 40"/>
          <p:cNvSpPr txBox="1"/>
          <p:nvPr/>
        </p:nvSpPr>
        <p:spPr>
          <a:xfrm>
            <a:off x="502920" y="48188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Reutilización LLDB</a:t>
            </a:r>
            <a:endParaRPr lang="en-US" sz="1100" dirty="0"/>
          </a:p>
        </p:txBody>
      </p:sp>
      <p:sp>
        <p:nvSpPr>
          <p:cNvPr id="43" name="Text 41"/>
          <p:cNvSpPr txBox="1"/>
          <p:nvPr/>
        </p:nvSpPr>
        <p:spPr>
          <a:xfrm>
            <a:off x="2011680" y="48188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de LLDB usadas / Total ideas revisadas × 100</a:t>
            </a:r>
            <a:endParaRPr lang="en-US" sz="1000" dirty="0"/>
          </a:p>
        </p:txBody>
      </p:sp>
      <p:sp>
        <p:nvSpPr>
          <p:cNvPr id="44" name="Text 42"/>
          <p:cNvSpPr txBox="1"/>
          <p:nvPr/>
        </p:nvSpPr>
        <p:spPr>
          <a:xfrm>
            <a:off x="5943600" y="48188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45" name="Text 43"/>
          <p:cNvSpPr txBox="1"/>
          <p:nvPr/>
        </p:nvSpPr>
        <p:spPr>
          <a:xfrm>
            <a:off x="7132320" y="48188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40%</a:t>
            </a:r>
            <a:endParaRPr lang="en-US" sz="1100" dirty="0"/>
          </a:p>
        </p:txBody>
      </p:sp>
      <p:sp>
        <p:nvSpPr>
          <p:cNvPr id="46" name="Shape 44"/>
          <p:cNvSpPr/>
          <p:nvPr/>
        </p:nvSpPr>
        <p:spPr>
          <a:xfrm>
            <a:off x="365760" y="5239512"/>
            <a:ext cx="8412480" cy="438912"/>
          </a:xfrm>
          <a:prstGeom prst="rect">
            <a:avLst/>
          </a:prstGeom>
          <a:solidFill>
            <a:srgbClr val="E8ECF5"/>
          </a:solidFill>
          <a:ln/>
        </p:spPr>
      </p:sp>
      <p:sp>
        <p:nvSpPr>
          <p:cNvPr id="47" name="Text 45"/>
          <p:cNvSpPr txBox="1"/>
          <p:nvPr/>
        </p:nvSpPr>
        <p:spPr>
          <a:xfrm>
            <a:off x="502920" y="53218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CPI Proyectos</a:t>
            </a:r>
            <a:endParaRPr lang="en-US" sz="1100" dirty="0"/>
          </a:p>
        </p:txBody>
      </p:sp>
      <p:sp>
        <p:nvSpPr>
          <p:cNvPr id="48" name="Text 46"/>
          <p:cNvSpPr txBox="1"/>
          <p:nvPr/>
        </p:nvSpPr>
        <p:spPr>
          <a:xfrm>
            <a:off x="2011680" y="53218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Cost Performance Index de proyectos con vs. sin prog.</a:t>
            </a:r>
            <a:endParaRPr lang="en-US" sz="1000" dirty="0"/>
          </a:p>
        </p:txBody>
      </p:sp>
      <p:sp>
        <p:nvSpPr>
          <p:cNvPr id="49" name="Text 47"/>
          <p:cNvSpPr txBox="1"/>
          <p:nvPr/>
        </p:nvSpPr>
        <p:spPr>
          <a:xfrm>
            <a:off x="5943600" y="53218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ratio</a:t>
            </a:r>
            <a:endParaRPr lang="en-US" sz="1100" dirty="0"/>
          </a:p>
        </p:txBody>
      </p:sp>
      <p:sp>
        <p:nvSpPr>
          <p:cNvPr id="50" name="Text 48"/>
          <p:cNvSpPr txBox="1"/>
          <p:nvPr/>
        </p:nvSpPr>
        <p:spPr>
          <a:xfrm>
            <a:off x="7132320" y="53218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1.05</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 de Acción: Primeros 90 Días del Programa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300" dirty="0"/>
          </a:p>
        </p:txBody>
      </p:sp>
      <p:sp>
        <p:nvSpPr>
          <p:cNvPr id="6" name="Shape 4"/>
          <p:cNvSpPr/>
          <p:nvPr/>
        </p:nvSpPr>
        <p:spPr>
          <a:xfrm>
            <a:off x="365760" y="1298448"/>
            <a:ext cx="8412480" cy="1508760"/>
          </a:xfrm>
          <a:prstGeom prst="roundRect">
            <a:avLst>
              <a:gd name="adj" fmla="val 6061"/>
            </a:avLst>
          </a:prstGeom>
          <a:solidFill>
            <a:srgbClr val="EFF1F8"/>
          </a:solidFill>
          <a:ln w="25400">
            <a:solidFill>
              <a:srgbClr val="FF453A"/>
            </a:solidFill>
            <a:prstDash val="solid"/>
          </a:ln>
        </p:spPr>
      </p:sp>
      <p:sp>
        <p:nvSpPr>
          <p:cNvPr id="7" name="Text 5"/>
          <p:cNvSpPr txBox="1"/>
          <p:nvPr/>
        </p:nvSpPr>
        <p:spPr>
          <a:xfrm>
            <a:off x="548640" y="1408176"/>
            <a:ext cx="13716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Días 1-30</a:t>
            </a:r>
            <a:endParaRPr lang="en-US" sz="1200" dirty="0"/>
          </a:p>
        </p:txBody>
      </p:sp>
      <p:sp>
        <p:nvSpPr>
          <p:cNvPr id="8" name="Text 6"/>
          <p:cNvSpPr txBox="1"/>
          <p:nvPr/>
        </p:nvSpPr>
        <p:spPr>
          <a:xfrm>
            <a:off x="201168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1050" dirty="0"/>
          </a:p>
        </p:txBody>
      </p:sp>
      <p:sp>
        <p:nvSpPr>
          <p:cNvPr id="9" name="Text 7"/>
          <p:cNvSpPr txBox="1"/>
          <p:nvPr/>
        </p:nvSpPr>
        <p:spPr>
          <a:xfrm>
            <a:off x="534924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1050" dirty="0"/>
          </a:p>
        </p:txBody>
      </p:sp>
      <p:sp>
        <p:nvSpPr>
          <p:cNvPr id="10" name="Text 8"/>
          <p:cNvSpPr txBox="1"/>
          <p:nvPr/>
        </p:nvSpPr>
        <p:spPr>
          <a:xfrm>
            <a:off x="201168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1050" dirty="0"/>
          </a:p>
        </p:txBody>
      </p:sp>
      <p:sp>
        <p:nvSpPr>
          <p:cNvPr id="11" name="Text 9"/>
          <p:cNvSpPr txBox="1"/>
          <p:nvPr/>
        </p:nvSpPr>
        <p:spPr>
          <a:xfrm>
            <a:off x="534924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1050" dirty="0"/>
          </a:p>
        </p:txBody>
      </p:sp>
      <p:sp>
        <p:nvSpPr>
          <p:cNvPr id="12" name="Shape 10"/>
          <p:cNvSpPr/>
          <p:nvPr/>
        </p:nvSpPr>
        <p:spPr>
          <a:xfrm>
            <a:off x="365760" y="2962656"/>
            <a:ext cx="8412480" cy="1508760"/>
          </a:xfrm>
          <a:prstGeom prst="roundRect">
            <a:avLst>
              <a:gd name="adj" fmla="val 6061"/>
            </a:avLst>
          </a:prstGeom>
          <a:solidFill>
            <a:srgbClr val="EFF1F8"/>
          </a:solidFill>
          <a:ln w="25400">
            <a:solidFill>
              <a:srgbClr val="FF9500"/>
            </a:solidFill>
            <a:prstDash val="solid"/>
          </a:ln>
        </p:spPr>
      </p:sp>
      <p:sp>
        <p:nvSpPr>
          <p:cNvPr id="13" name="Text 11"/>
          <p:cNvSpPr txBox="1"/>
          <p:nvPr/>
        </p:nvSpPr>
        <p:spPr>
          <a:xfrm>
            <a:off x="548640" y="3072384"/>
            <a:ext cx="137160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Días 31-60</a:t>
            </a:r>
            <a:endParaRPr lang="en-US" sz="1200" dirty="0"/>
          </a:p>
        </p:txBody>
      </p:sp>
      <p:sp>
        <p:nvSpPr>
          <p:cNvPr id="14" name="Text 12"/>
          <p:cNvSpPr txBox="1"/>
          <p:nvPr/>
        </p:nvSpPr>
        <p:spPr>
          <a:xfrm>
            <a:off x="201168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1050" dirty="0"/>
          </a:p>
        </p:txBody>
      </p:sp>
      <p:sp>
        <p:nvSpPr>
          <p:cNvPr id="15" name="Text 13"/>
          <p:cNvSpPr txBox="1"/>
          <p:nvPr/>
        </p:nvSpPr>
        <p:spPr>
          <a:xfrm>
            <a:off x="534924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1050" dirty="0"/>
          </a:p>
        </p:txBody>
      </p:sp>
      <p:sp>
        <p:nvSpPr>
          <p:cNvPr id="16" name="Text 14"/>
          <p:cNvSpPr txBox="1"/>
          <p:nvPr/>
        </p:nvSpPr>
        <p:spPr>
          <a:xfrm>
            <a:off x="201168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1050" dirty="0"/>
          </a:p>
        </p:txBody>
      </p:sp>
      <p:sp>
        <p:nvSpPr>
          <p:cNvPr id="17" name="Text 15"/>
          <p:cNvSpPr txBox="1"/>
          <p:nvPr/>
        </p:nvSpPr>
        <p:spPr>
          <a:xfrm>
            <a:off x="534924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1050" dirty="0"/>
          </a:p>
        </p:txBody>
      </p:sp>
      <p:sp>
        <p:nvSpPr>
          <p:cNvPr id="18" name="Shape 16"/>
          <p:cNvSpPr/>
          <p:nvPr/>
        </p:nvSpPr>
        <p:spPr>
          <a:xfrm>
            <a:off x="365760" y="4626864"/>
            <a:ext cx="8412480" cy="1508760"/>
          </a:xfrm>
          <a:prstGeom prst="roundRect">
            <a:avLst>
              <a:gd name="adj" fmla="val 6061"/>
            </a:avLst>
          </a:prstGeom>
          <a:solidFill>
            <a:srgbClr val="EFF1F8"/>
          </a:solidFill>
          <a:ln w="25400">
            <a:solidFill>
              <a:srgbClr val="30D158"/>
            </a:solidFill>
            <a:prstDash val="solid"/>
          </a:ln>
        </p:spPr>
      </p:sp>
      <p:sp>
        <p:nvSpPr>
          <p:cNvPr id="19" name="Text 17"/>
          <p:cNvSpPr txBox="1"/>
          <p:nvPr/>
        </p:nvSpPr>
        <p:spPr>
          <a:xfrm>
            <a:off x="548640" y="4736592"/>
            <a:ext cx="137160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Días 61-90</a:t>
            </a:r>
            <a:endParaRPr lang="en-US" sz="1200" dirty="0"/>
          </a:p>
        </p:txBody>
      </p:sp>
      <p:sp>
        <p:nvSpPr>
          <p:cNvPr id="20" name="Text 18"/>
          <p:cNvSpPr txBox="1"/>
          <p:nvPr/>
        </p:nvSpPr>
        <p:spPr>
          <a:xfrm>
            <a:off x="201168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1050" dirty="0"/>
          </a:p>
        </p:txBody>
      </p:sp>
      <p:sp>
        <p:nvSpPr>
          <p:cNvPr id="21" name="Text 19"/>
          <p:cNvSpPr txBox="1"/>
          <p:nvPr/>
        </p:nvSpPr>
        <p:spPr>
          <a:xfrm>
            <a:off x="534924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1050" dirty="0"/>
          </a:p>
        </p:txBody>
      </p:sp>
      <p:sp>
        <p:nvSpPr>
          <p:cNvPr id="22" name="Text 20"/>
          <p:cNvSpPr txBox="1"/>
          <p:nvPr/>
        </p:nvSpPr>
        <p:spPr>
          <a:xfrm>
            <a:off x="201168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1050" dirty="0"/>
          </a:p>
        </p:txBody>
      </p:sp>
      <p:sp>
        <p:nvSpPr>
          <p:cNvPr id="23" name="Text 21"/>
          <p:cNvSpPr txBox="1"/>
          <p:nvPr/>
        </p:nvSpPr>
        <p:spPr>
          <a:xfrm>
            <a:off x="534924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14400"/>
            <a:ext cx="8412480" cy="713232"/>
          </a:xfrm>
          <a:prstGeom prst="roundRect">
            <a:avLst>
              <a:gd name="adj" fmla="val 12821"/>
            </a:avLst>
          </a:prstGeom>
          <a:solidFill>
            <a:srgbClr val="EFF1F8"/>
          </a:solidFill>
          <a:ln w="25400">
            <a:solidFill>
              <a:srgbClr val="FF9500"/>
            </a:solidFill>
            <a:prstDash val="solid"/>
          </a:ln>
        </p:spPr>
      </p:sp>
      <p:sp>
        <p:nvSpPr>
          <p:cNvPr id="6" name="Text 4"/>
          <p:cNvSpPr txBox="1"/>
          <p:nvPr/>
        </p:nvSpPr>
        <p:spPr>
          <a:xfrm>
            <a:off x="594360" y="1024128"/>
            <a:ext cx="7955280" cy="502920"/>
          </a:xfrm>
          <a:prstGeom prst="rect">
            <a:avLst/>
          </a:prstGeom>
          <a:noFill/>
          <a:ln/>
        </p:spPr>
        <p:txBody>
          <a:bodyPr wrap="square" lIns="0" tIns="0" rIns="0" bIns="0" rtlCol="0" anchor="ctr"/>
          <a:lstStyle/>
          <a:p>
            <a:pPr algn="ctr" indent="0" marL="0">
              <a:buNone/>
            </a:pPr>
            <a:r>
              <a:rPr lang="en-US" sz="1500"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500" dirty="0"/>
          </a:p>
        </p:txBody>
      </p:sp>
      <p:sp>
        <p:nvSpPr>
          <p:cNvPr id="7" name="Shape 5"/>
          <p:cNvSpPr/>
          <p:nvPr/>
        </p:nvSpPr>
        <p:spPr>
          <a:xfrm>
            <a:off x="365760" y="1755648"/>
            <a:ext cx="8412480" cy="475488"/>
          </a:xfrm>
          <a:prstGeom prst="rect">
            <a:avLst/>
          </a:prstGeom>
          <a:solidFill>
            <a:srgbClr val="E8ECF5"/>
          </a:solidFill>
          <a:ln/>
        </p:spPr>
      </p:sp>
      <p:sp>
        <p:nvSpPr>
          <p:cNvPr id="8" name="Text 6"/>
          <p:cNvSpPr txBox="1"/>
          <p:nvPr/>
        </p:nvSpPr>
        <p:spPr>
          <a:xfrm>
            <a:off x="502920" y="1847088"/>
            <a:ext cx="256032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Dimensión</a:t>
            </a:r>
            <a:endParaRPr lang="en-US" sz="1100" dirty="0"/>
          </a:p>
        </p:txBody>
      </p:sp>
      <p:sp>
        <p:nvSpPr>
          <p:cNvPr id="9" name="Text 7"/>
          <p:cNvSpPr txBox="1"/>
          <p:nvPr/>
        </p:nvSpPr>
        <p:spPr>
          <a:xfrm>
            <a:off x="3154680" y="1847088"/>
            <a:ext cx="2743200" cy="292608"/>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100" dirty="0"/>
          </a:p>
        </p:txBody>
      </p:sp>
      <p:sp>
        <p:nvSpPr>
          <p:cNvPr id="10" name="Text 8"/>
          <p:cNvSpPr txBox="1"/>
          <p:nvPr/>
        </p:nvSpPr>
        <p:spPr>
          <a:xfrm>
            <a:off x="5989320" y="1847088"/>
            <a:ext cx="2651760" cy="29260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1100" dirty="0"/>
          </a:p>
        </p:txBody>
      </p:sp>
      <p:sp>
        <p:nvSpPr>
          <p:cNvPr id="11" name="Shape 9"/>
          <p:cNvSpPr/>
          <p:nvPr/>
        </p:nvSpPr>
        <p:spPr>
          <a:xfrm>
            <a:off x="365760" y="2286000"/>
            <a:ext cx="8412480" cy="475488"/>
          </a:xfrm>
          <a:prstGeom prst="rect">
            <a:avLst/>
          </a:prstGeom>
          <a:solidFill>
            <a:srgbClr val="E8ECF5"/>
          </a:solidFill>
          <a:ln/>
        </p:spPr>
      </p:sp>
      <p:sp>
        <p:nvSpPr>
          <p:cNvPr id="12" name="Text 10"/>
          <p:cNvSpPr txBox="1"/>
          <p:nvPr/>
        </p:nvSpPr>
        <p:spPr>
          <a:xfrm>
            <a:off x="502920" y="237744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a:t>
            </a:r>
            <a:endParaRPr lang="en-US" sz="1100" dirty="0"/>
          </a:p>
        </p:txBody>
      </p:sp>
      <p:sp>
        <p:nvSpPr>
          <p:cNvPr id="13" name="Text 11"/>
          <p:cNvSpPr txBox="1"/>
          <p:nvPr/>
        </p:nvSpPr>
        <p:spPr>
          <a:xfrm>
            <a:off x="3154680" y="237744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Etapa de ejecución en campo</a:t>
            </a:r>
            <a:endParaRPr lang="en-US" sz="1100" dirty="0"/>
          </a:p>
        </p:txBody>
      </p:sp>
      <p:sp>
        <p:nvSpPr>
          <p:cNvPr id="14" name="Text 12"/>
          <p:cNvSpPr txBox="1"/>
          <p:nvPr/>
        </p:nvSpPr>
        <p:spPr>
          <a:xfrm>
            <a:off x="5989320" y="237744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1100" dirty="0"/>
          </a:p>
        </p:txBody>
      </p:sp>
      <p:sp>
        <p:nvSpPr>
          <p:cNvPr id="15" name="Shape 13"/>
          <p:cNvSpPr/>
          <p:nvPr/>
        </p:nvSpPr>
        <p:spPr>
          <a:xfrm>
            <a:off x="3090672" y="2286000"/>
            <a:ext cx="18288" cy="475488"/>
          </a:xfrm>
          <a:prstGeom prst="rect">
            <a:avLst/>
          </a:prstGeom>
          <a:solidFill>
            <a:srgbClr val="EFF1F8"/>
          </a:solidFill>
          <a:ln/>
        </p:spPr>
      </p:sp>
      <p:sp>
        <p:nvSpPr>
          <p:cNvPr id="16" name="Shape 14"/>
          <p:cNvSpPr/>
          <p:nvPr/>
        </p:nvSpPr>
        <p:spPr>
          <a:xfrm>
            <a:off x="5925312" y="2286000"/>
            <a:ext cx="18288" cy="475488"/>
          </a:xfrm>
          <a:prstGeom prst="rect">
            <a:avLst/>
          </a:prstGeom>
          <a:solidFill>
            <a:srgbClr val="EFF1F8"/>
          </a:solidFill>
          <a:ln/>
        </p:spPr>
      </p:sp>
      <p:sp>
        <p:nvSpPr>
          <p:cNvPr id="17" name="Shape 15"/>
          <p:cNvSpPr/>
          <p:nvPr/>
        </p:nvSpPr>
        <p:spPr>
          <a:xfrm>
            <a:off x="365760" y="2816352"/>
            <a:ext cx="8412480" cy="475488"/>
          </a:xfrm>
          <a:prstGeom prst="rect">
            <a:avLst/>
          </a:prstGeom>
          <a:solidFill>
            <a:srgbClr val="EFF1F8"/>
          </a:solidFill>
          <a:ln/>
        </p:spPr>
      </p:sp>
      <p:sp>
        <p:nvSpPr>
          <p:cNvPr id="18" name="Text 16"/>
          <p:cNvSpPr txBox="1"/>
          <p:nvPr/>
        </p:nvSpPr>
        <p:spPr>
          <a:xfrm>
            <a:off x="502920" y="290779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¿Quién?</a:t>
            </a:r>
            <a:endParaRPr lang="en-US" sz="1100" dirty="0"/>
          </a:p>
        </p:txBody>
      </p:sp>
      <p:sp>
        <p:nvSpPr>
          <p:cNvPr id="19" name="Text 17"/>
          <p:cNvSpPr txBox="1"/>
          <p:nvPr/>
        </p:nvSpPr>
        <p:spPr>
          <a:xfrm>
            <a:off x="3154680" y="290779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Constructores y supervisores</a:t>
            </a:r>
            <a:endParaRPr lang="en-US" sz="1100" dirty="0"/>
          </a:p>
        </p:txBody>
      </p:sp>
      <p:sp>
        <p:nvSpPr>
          <p:cNvPr id="20" name="Text 18"/>
          <p:cNvSpPr txBox="1"/>
          <p:nvPr/>
        </p:nvSpPr>
        <p:spPr>
          <a:xfrm>
            <a:off x="5989320" y="290779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1100" dirty="0"/>
          </a:p>
        </p:txBody>
      </p:sp>
      <p:sp>
        <p:nvSpPr>
          <p:cNvPr id="21" name="Shape 19"/>
          <p:cNvSpPr/>
          <p:nvPr/>
        </p:nvSpPr>
        <p:spPr>
          <a:xfrm>
            <a:off x="3090672" y="2816352"/>
            <a:ext cx="18288" cy="475488"/>
          </a:xfrm>
          <a:prstGeom prst="rect">
            <a:avLst/>
          </a:prstGeom>
          <a:solidFill>
            <a:srgbClr val="EFF1F8"/>
          </a:solidFill>
          <a:ln/>
        </p:spPr>
      </p:sp>
      <p:sp>
        <p:nvSpPr>
          <p:cNvPr id="22" name="Shape 20"/>
          <p:cNvSpPr/>
          <p:nvPr/>
        </p:nvSpPr>
        <p:spPr>
          <a:xfrm>
            <a:off x="5925312" y="2816352"/>
            <a:ext cx="18288" cy="475488"/>
          </a:xfrm>
          <a:prstGeom prst="rect">
            <a:avLst/>
          </a:prstGeom>
          <a:solidFill>
            <a:srgbClr val="EFF1F8"/>
          </a:solidFill>
          <a:ln/>
        </p:spPr>
      </p:sp>
      <p:sp>
        <p:nvSpPr>
          <p:cNvPr id="23" name="Shape 21"/>
          <p:cNvSpPr/>
          <p:nvPr/>
        </p:nvSpPr>
        <p:spPr>
          <a:xfrm>
            <a:off x="365760" y="3346704"/>
            <a:ext cx="8412480" cy="475488"/>
          </a:xfrm>
          <a:prstGeom prst="rect">
            <a:avLst/>
          </a:prstGeom>
          <a:solidFill>
            <a:srgbClr val="E8ECF5"/>
          </a:solidFill>
          <a:ln/>
        </p:spPr>
      </p:sp>
      <p:sp>
        <p:nvSpPr>
          <p:cNvPr id="24" name="Text 22"/>
          <p:cNvSpPr txBox="1"/>
          <p:nvPr/>
        </p:nvSpPr>
        <p:spPr>
          <a:xfrm>
            <a:off x="502920" y="3438144"/>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¿Qué problema resuelve?</a:t>
            </a:r>
            <a:endParaRPr lang="en-US" sz="1100" dirty="0"/>
          </a:p>
        </p:txBody>
      </p:sp>
      <p:sp>
        <p:nvSpPr>
          <p:cNvPr id="25" name="Text 23"/>
          <p:cNvSpPr txBox="1"/>
          <p:nvPr/>
        </p:nvSpPr>
        <p:spPr>
          <a:xfrm>
            <a:off x="3154680" y="3438144"/>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lo que se diseñó</a:t>
            </a:r>
            <a:endParaRPr lang="en-US" sz="1100" dirty="0"/>
          </a:p>
        </p:txBody>
      </p:sp>
      <p:sp>
        <p:nvSpPr>
          <p:cNvPr id="26" name="Text 24"/>
          <p:cNvSpPr txBox="1"/>
          <p:nvPr/>
        </p:nvSpPr>
        <p:spPr>
          <a:xfrm>
            <a:off x="5989320" y="3438144"/>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1100" dirty="0"/>
          </a:p>
        </p:txBody>
      </p:sp>
      <p:sp>
        <p:nvSpPr>
          <p:cNvPr id="27" name="Shape 25"/>
          <p:cNvSpPr/>
          <p:nvPr/>
        </p:nvSpPr>
        <p:spPr>
          <a:xfrm>
            <a:off x="3090672" y="3346704"/>
            <a:ext cx="18288" cy="475488"/>
          </a:xfrm>
          <a:prstGeom prst="rect">
            <a:avLst/>
          </a:prstGeom>
          <a:solidFill>
            <a:srgbClr val="EFF1F8"/>
          </a:solidFill>
          <a:ln/>
        </p:spPr>
      </p:sp>
      <p:sp>
        <p:nvSpPr>
          <p:cNvPr id="28" name="Shape 26"/>
          <p:cNvSpPr/>
          <p:nvPr/>
        </p:nvSpPr>
        <p:spPr>
          <a:xfrm>
            <a:off x="5925312" y="3346704"/>
            <a:ext cx="18288" cy="475488"/>
          </a:xfrm>
          <a:prstGeom prst="rect">
            <a:avLst/>
          </a:prstGeom>
          <a:solidFill>
            <a:srgbClr val="EFF1F8"/>
          </a:solidFill>
          <a:ln/>
        </p:spPr>
      </p:sp>
      <p:sp>
        <p:nvSpPr>
          <p:cNvPr id="29" name="Shape 27"/>
          <p:cNvSpPr/>
          <p:nvPr/>
        </p:nvSpPr>
        <p:spPr>
          <a:xfrm>
            <a:off x="365760" y="3877056"/>
            <a:ext cx="8412480" cy="475488"/>
          </a:xfrm>
          <a:prstGeom prst="rect">
            <a:avLst/>
          </a:prstGeom>
          <a:solidFill>
            <a:srgbClr val="EFF1F8"/>
          </a:solidFill>
          <a:ln/>
        </p:spPr>
      </p:sp>
      <p:sp>
        <p:nvSpPr>
          <p:cNvPr id="30" name="Text 28"/>
          <p:cNvSpPr txBox="1"/>
          <p:nvPr/>
        </p:nvSpPr>
        <p:spPr>
          <a:xfrm>
            <a:off x="502920" y="3968496"/>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 ve el diseño?</a:t>
            </a:r>
            <a:endParaRPr lang="en-US" sz="1100" dirty="0"/>
          </a:p>
        </p:txBody>
      </p:sp>
      <p:sp>
        <p:nvSpPr>
          <p:cNvPr id="31" name="Text 29"/>
          <p:cNvSpPr txBox="1"/>
          <p:nvPr/>
        </p:nvSpPr>
        <p:spPr>
          <a:xfrm>
            <a:off x="3154680" y="3968496"/>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Cuando llega al campo (tarde)</a:t>
            </a:r>
            <a:endParaRPr lang="en-US" sz="1100" dirty="0"/>
          </a:p>
        </p:txBody>
      </p:sp>
      <p:sp>
        <p:nvSpPr>
          <p:cNvPr id="32" name="Text 30"/>
          <p:cNvSpPr txBox="1"/>
          <p:nvPr/>
        </p:nvSpPr>
        <p:spPr>
          <a:xfrm>
            <a:off x="5989320" y="3968496"/>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1100" dirty="0"/>
          </a:p>
        </p:txBody>
      </p:sp>
      <p:sp>
        <p:nvSpPr>
          <p:cNvPr id="33" name="Shape 31"/>
          <p:cNvSpPr/>
          <p:nvPr/>
        </p:nvSpPr>
        <p:spPr>
          <a:xfrm>
            <a:off x="3090672" y="3877056"/>
            <a:ext cx="18288" cy="475488"/>
          </a:xfrm>
          <a:prstGeom prst="rect">
            <a:avLst/>
          </a:prstGeom>
          <a:solidFill>
            <a:srgbClr val="EFF1F8"/>
          </a:solidFill>
          <a:ln/>
        </p:spPr>
      </p:sp>
      <p:sp>
        <p:nvSpPr>
          <p:cNvPr id="34" name="Shape 32"/>
          <p:cNvSpPr/>
          <p:nvPr/>
        </p:nvSpPr>
        <p:spPr>
          <a:xfrm>
            <a:off x="5925312" y="3877056"/>
            <a:ext cx="18288" cy="475488"/>
          </a:xfrm>
          <a:prstGeom prst="rect">
            <a:avLst/>
          </a:prstGeom>
          <a:solidFill>
            <a:srgbClr val="EFF1F8"/>
          </a:solidFill>
          <a:ln/>
        </p:spPr>
      </p:sp>
      <p:sp>
        <p:nvSpPr>
          <p:cNvPr id="35" name="Shape 33"/>
          <p:cNvSpPr/>
          <p:nvPr/>
        </p:nvSpPr>
        <p:spPr>
          <a:xfrm>
            <a:off x="365760" y="4407408"/>
            <a:ext cx="8412480" cy="475488"/>
          </a:xfrm>
          <a:prstGeom prst="rect">
            <a:avLst/>
          </a:prstGeom>
          <a:solidFill>
            <a:srgbClr val="E8ECF5"/>
          </a:solidFill>
          <a:ln/>
        </p:spPr>
      </p:sp>
      <p:sp>
        <p:nvSpPr>
          <p:cNvPr id="36" name="Text 34"/>
          <p:cNvSpPr txBox="1"/>
          <p:nvPr/>
        </p:nvSpPr>
        <p:spPr>
          <a:xfrm>
            <a:off x="502920" y="4498848"/>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¿Impacto en costo?</a:t>
            </a:r>
            <a:endParaRPr lang="en-US" sz="1100" dirty="0"/>
          </a:p>
        </p:txBody>
      </p:sp>
      <p:sp>
        <p:nvSpPr>
          <p:cNvPr id="37" name="Text 35"/>
          <p:cNvSpPr txBox="1"/>
          <p:nvPr/>
        </p:nvSpPr>
        <p:spPr>
          <a:xfrm>
            <a:off x="3154680" y="4498848"/>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Construir al costo del diseño dado</a:t>
            </a:r>
            <a:endParaRPr lang="en-US" sz="1100" dirty="0"/>
          </a:p>
        </p:txBody>
      </p:sp>
      <p:sp>
        <p:nvSpPr>
          <p:cNvPr id="38" name="Text 36"/>
          <p:cNvSpPr txBox="1"/>
          <p:nvPr/>
        </p:nvSpPr>
        <p:spPr>
          <a:xfrm>
            <a:off x="5989320" y="4498848"/>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1100" dirty="0"/>
          </a:p>
        </p:txBody>
      </p:sp>
      <p:sp>
        <p:nvSpPr>
          <p:cNvPr id="39" name="Shape 37"/>
          <p:cNvSpPr/>
          <p:nvPr/>
        </p:nvSpPr>
        <p:spPr>
          <a:xfrm>
            <a:off x="3090672" y="4407408"/>
            <a:ext cx="18288" cy="475488"/>
          </a:xfrm>
          <a:prstGeom prst="rect">
            <a:avLst/>
          </a:prstGeom>
          <a:solidFill>
            <a:srgbClr val="EFF1F8"/>
          </a:solidFill>
          <a:ln/>
        </p:spPr>
      </p:sp>
      <p:sp>
        <p:nvSpPr>
          <p:cNvPr id="40" name="Shape 38"/>
          <p:cNvSpPr/>
          <p:nvPr/>
        </p:nvSpPr>
        <p:spPr>
          <a:xfrm>
            <a:off x="5925312" y="4407408"/>
            <a:ext cx="18288" cy="475488"/>
          </a:xfrm>
          <a:prstGeom prst="rect">
            <a:avLst/>
          </a:prstGeom>
          <a:solidFill>
            <a:srgbClr val="EFF1F8"/>
          </a:solidFill>
          <a:ln/>
        </p:spPr>
      </p:sp>
      <p:sp>
        <p:nvSpPr>
          <p:cNvPr id="41" name="Shape 39"/>
          <p:cNvSpPr/>
          <p:nvPr/>
        </p:nvSpPr>
        <p:spPr>
          <a:xfrm>
            <a:off x="365760" y="4937760"/>
            <a:ext cx="8412480" cy="475488"/>
          </a:xfrm>
          <a:prstGeom prst="rect">
            <a:avLst/>
          </a:prstGeom>
          <a:solidFill>
            <a:srgbClr val="EFF1F8"/>
          </a:solidFill>
          <a:ln/>
        </p:spPr>
      </p:sp>
      <p:sp>
        <p:nvSpPr>
          <p:cNvPr id="42" name="Text 40"/>
          <p:cNvSpPr txBox="1"/>
          <p:nvPr/>
        </p:nvSpPr>
        <p:spPr>
          <a:xfrm>
            <a:off x="502920" y="502920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¿Herramienta principal?</a:t>
            </a:r>
            <a:endParaRPr lang="en-US" sz="1100" dirty="0"/>
          </a:p>
        </p:txBody>
      </p:sp>
      <p:sp>
        <p:nvSpPr>
          <p:cNvPr id="43" name="Text 41"/>
          <p:cNvSpPr txBox="1"/>
          <p:nvPr/>
        </p:nvSpPr>
        <p:spPr>
          <a:xfrm>
            <a:off x="3154680" y="502920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Programación y recursos</a:t>
            </a:r>
            <a:endParaRPr lang="en-US" sz="1100" dirty="0"/>
          </a:p>
        </p:txBody>
      </p:sp>
      <p:sp>
        <p:nvSpPr>
          <p:cNvPr id="44" name="Text 42"/>
          <p:cNvSpPr txBox="1"/>
          <p:nvPr/>
        </p:nvSpPr>
        <p:spPr>
          <a:xfrm>
            <a:off x="5989320" y="502920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1100" dirty="0"/>
          </a:p>
        </p:txBody>
      </p:sp>
      <p:sp>
        <p:nvSpPr>
          <p:cNvPr id="45" name="Shape 43"/>
          <p:cNvSpPr/>
          <p:nvPr/>
        </p:nvSpPr>
        <p:spPr>
          <a:xfrm>
            <a:off x="3090672" y="4937760"/>
            <a:ext cx="18288" cy="475488"/>
          </a:xfrm>
          <a:prstGeom prst="rect">
            <a:avLst/>
          </a:prstGeom>
          <a:solidFill>
            <a:srgbClr val="EFF1F8"/>
          </a:solidFill>
          <a:ln/>
        </p:spPr>
      </p:sp>
      <p:sp>
        <p:nvSpPr>
          <p:cNvPr id="46" name="Shape 44"/>
          <p:cNvSpPr/>
          <p:nvPr/>
        </p:nvSpPr>
        <p:spPr>
          <a:xfrm>
            <a:off x="5925312" y="4937760"/>
            <a:ext cx="18288" cy="475488"/>
          </a:xfrm>
          <a:prstGeom prst="rect">
            <a:avLst/>
          </a:prstGeom>
          <a:solidFill>
            <a:srgbClr val="EFF1F8"/>
          </a:solidFill>
          <a:ln/>
        </p:spPr>
      </p:sp>
      <p:sp>
        <p:nvSpPr>
          <p:cNvPr id="47" name="Shape 45"/>
          <p:cNvSpPr/>
          <p:nvPr/>
        </p:nvSpPr>
        <p:spPr>
          <a:xfrm>
            <a:off x="365760" y="5468112"/>
            <a:ext cx="8412480" cy="475488"/>
          </a:xfrm>
          <a:prstGeom prst="rect">
            <a:avLst/>
          </a:prstGeom>
          <a:solidFill>
            <a:srgbClr val="E8ECF5"/>
          </a:solidFill>
          <a:ln/>
        </p:spPr>
      </p:sp>
      <p:sp>
        <p:nvSpPr>
          <p:cNvPr id="48" name="Text 46"/>
          <p:cNvSpPr txBox="1"/>
          <p:nvPr/>
        </p:nvSpPr>
        <p:spPr>
          <a:xfrm>
            <a:off x="502920" y="555955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Resultado si falla</a:t>
            </a:r>
            <a:endParaRPr lang="en-US" sz="1100" dirty="0"/>
          </a:p>
        </p:txBody>
      </p:sp>
      <p:sp>
        <p:nvSpPr>
          <p:cNvPr id="49" name="Text 47"/>
          <p:cNvSpPr txBox="1"/>
          <p:nvPr/>
        </p:nvSpPr>
        <p:spPr>
          <a:xfrm>
            <a:off x="3154680" y="555955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Re-trabajo caro y tardío</a:t>
            </a:r>
            <a:endParaRPr lang="en-US" sz="1100" dirty="0"/>
          </a:p>
        </p:txBody>
      </p:sp>
      <p:sp>
        <p:nvSpPr>
          <p:cNvPr id="50" name="Text 48"/>
          <p:cNvSpPr txBox="1"/>
          <p:nvPr/>
        </p:nvSpPr>
        <p:spPr>
          <a:xfrm>
            <a:off x="5989320" y="555955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1100" dirty="0"/>
          </a:p>
        </p:txBody>
      </p:sp>
      <p:sp>
        <p:nvSpPr>
          <p:cNvPr id="51" name="Shape 49"/>
          <p:cNvSpPr/>
          <p:nvPr/>
        </p:nvSpPr>
        <p:spPr>
          <a:xfrm>
            <a:off x="3090672" y="5468112"/>
            <a:ext cx="18288" cy="475488"/>
          </a:xfrm>
          <a:prstGeom prst="rect">
            <a:avLst/>
          </a:prstGeom>
          <a:solidFill>
            <a:srgbClr val="EFF1F8"/>
          </a:solidFill>
          <a:ln/>
        </p:spPr>
      </p:sp>
      <p:sp>
        <p:nvSpPr>
          <p:cNvPr id="52" name="Shape 50"/>
          <p:cNvSpPr/>
          <p:nvPr/>
        </p:nvSpPr>
        <p:spPr>
          <a:xfrm>
            <a:off x="5925312" y="5468112"/>
            <a:ext cx="18288" cy="475488"/>
          </a:xfrm>
          <a:prstGeom prst="rect">
            <a:avLst/>
          </a:prstGeom>
          <a:solidFill>
            <a:srgbClr val="EFF1F8"/>
          </a:solidFill>
          <a:ln/>
        </p:spPr>
      </p:sp>
      <p:sp>
        <p:nvSpPr>
          <p:cNvPr id="53" name="Text 5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Construyendo una Cultura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300" dirty="0"/>
          </a:p>
        </p:txBody>
      </p:sp>
      <p:sp>
        <p:nvSpPr>
          <p:cNvPr id="6" name="Shape 4"/>
          <p:cNvSpPr/>
          <p:nvPr/>
        </p:nvSpPr>
        <p:spPr>
          <a:xfrm>
            <a:off x="365760" y="1298448"/>
            <a:ext cx="4160520" cy="1444752"/>
          </a:xfrm>
          <a:prstGeom prst="roundRect">
            <a:avLst>
              <a:gd name="adj" fmla="val 6329"/>
            </a:avLst>
          </a:prstGeom>
          <a:solidFill>
            <a:srgbClr val="EFF1F8"/>
          </a:solidFill>
          <a:ln w="25400">
            <a:solidFill>
              <a:srgbClr val="0A84FF"/>
            </a:solidFill>
            <a:prstDash val="solid"/>
          </a:ln>
        </p:spPr>
      </p:sp>
      <p:sp>
        <p:nvSpPr>
          <p:cNvPr id="7" name="Shape 5"/>
          <p:cNvSpPr/>
          <p:nvPr/>
        </p:nvSpPr>
        <p:spPr>
          <a:xfrm>
            <a:off x="365760" y="2688336"/>
            <a:ext cx="4160520" cy="54864"/>
          </a:xfrm>
          <a:prstGeom prst="rect">
            <a:avLst/>
          </a:prstGeom>
          <a:solidFill>
            <a:srgbClr val="0A84FF"/>
          </a:solidFill>
          <a:ln/>
        </p:spPr>
      </p:sp>
      <p:sp>
        <p:nvSpPr>
          <p:cNvPr id="8" name="Text 6"/>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200" dirty="0"/>
          </a:p>
        </p:txBody>
      </p:sp>
      <p:sp>
        <p:nvSpPr>
          <p:cNvPr id="9" name="Text 7"/>
          <p:cNvSpPr txBox="1"/>
          <p:nvPr/>
        </p:nvSpPr>
        <p:spPr>
          <a:xfrm>
            <a:off x="54864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1100" dirty="0"/>
          </a:p>
        </p:txBody>
      </p:sp>
      <p:sp>
        <p:nvSpPr>
          <p:cNvPr id="10" name="Shape 8"/>
          <p:cNvSpPr/>
          <p:nvPr/>
        </p:nvSpPr>
        <p:spPr>
          <a:xfrm>
            <a:off x="4754880" y="1298448"/>
            <a:ext cx="4160520" cy="1444752"/>
          </a:xfrm>
          <a:prstGeom prst="roundRect">
            <a:avLst>
              <a:gd name="adj" fmla="val 6329"/>
            </a:avLst>
          </a:prstGeom>
          <a:solidFill>
            <a:srgbClr val="EFF1F8"/>
          </a:solidFill>
          <a:ln w="25400">
            <a:solidFill>
              <a:srgbClr val="30D158"/>
            </a:solidFill>
            <a:prstDash val="solid"/>
          </a:ln>
        </p:spPr>
      </p:sp>
      <p:sp>
        <p:nvSpPr>
          <p:cNvPr id="11" name="Shape 9"/>
          <p:cNvSpPr/>
          <p:nvPr/>
        </p:nvSpPr>
        <p:spPr>
          <a:xfrm>
            <a:off x="4754880" y="2688336"/>
            <a:ext cx="4160520" cy="54864"/>
          </a:xfrm>
          <a:prstGeom prst="rect">
            <a:avLst/>
          </a:prstGeom>
          <a:solidFill>
            <a:srgbClr val="30D158"/>
          </a:solidFill>
          <a:ln/>
        </p:spPr>
      </p:sp>
      <p:sp>
        <p:nvSpPr>
          <p:cNvPr id="12" name="Text 10"/>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200" dirty="0"/>
          </a:p>
        </p:txBody>
      </p:sp>
      <p:sp>
        <p:nvSpPr>
          <p:cNvPr id="13" name="Text 11"/>
          <p:cNvSpPr txBox="1"/>
          <p:nvPr/>
        </p:nvSpPr>
        <p:spPr>
          <a:xfrm>
            <a:off x="493776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1100" dirty="0"/>
          </a:p>
        </p:txBody>
      </p:sp>
      <p:sp>
        <p:nvSpPr>
          <p:cNvPr id="14" name="Shape 12"/>
          <p:cNvSpPr/>
          <p:nvPr/>
        </p:nvSpPr>
        <p:spPr>
          <a:xfrm>
            <a:off x="365760" y="2898648"/>
            <a:ext cx="4160520" cy="1444752"/>
          </a:xfrm>
          <a:prstGeom prst="roundRect">
            <a:avLst>
              <a:gd name="adj" fmla="val 6329"/>
            </a:avLst>
          </a:prstGeom>
          <a:solidFill>
            <a:srgbClr val="EFF1F8"/>
          </a:solidFill>
          <a:ln w="25400">
            <a:solidFill>
              <a:srgbClr val="FF9500"/>
            </a:solidFill>
            <a:prstDash val="solid"/>
          </a:ln>
        </p:spPr>
      </p:sp>
      <p:sp>
        <p:nvSpPr>
          <p:cNvPr id="15" name="Shape 13"/>
          <p:cNvSpPr/>
          <p:nvPr/>
        </p:nvSpPr>
        <p:spPr>
          <a:xfrm>
            <a:off x="365760" y="4288536"/>
            <a:ext cx="4160520" cy="54864"/>
          </a:xfrm>
          <a:prstGeom prst="rect">
            <a:avLst/>
          </a:prstGeom>
          <a:solidFill>
            <a:srgbClr val="FF9500"/>
          </a:solidFill>
          <a:ln/>
        </p:spPr>
      </p:sp>
      <p:sp>
        <p:nvSpPr>
          <p:cNvPr id="16" name="Text 14"/>
          <p:cNvSpPr txBox="1"/>
          <p:nvPr/>
        </p:nvSpPr>
        <p:spPr>
          <a:xfrm>
            <a:off x="548640" y="3008376"/>
            <a:ext cx="379476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200" dirty="0"/>
          </a:p>
        </p:txBody>
      </p:sp>
      <p:sp>
        <p:nvSpPr>
          <p:cNvPr id="17" name="Text 15"/>
          <p:cNvSpPr txBox="1"/>
          <p:nvPr/>
        </p:nvSpPr>
        <p:spPr>
          <a:xfrm>
            <a:off x="54864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1100" dirty="0"/>
          </a:p>
        </p:txBody>
      </p:sp>
      <p:sp>
        <p:nvSpPr>
          <p:cNvPr id="18" name="Shape 16"/>
          <p:cNvSpPr/>
          <p:nvPr/>
        </p:nvSpPr>
        <p:spPr>
          <a:xfrm>
            <a:off x="4754880" y="2898648"/>
            <a:ext cx="4160520" cy="1444752"/>
          </a:xfrm>
          <a:prstGeom prst="roundRect">
            <a:avLst>
              <a:gd name="adj" fmla="val 6329"/>
            </a:avLst>
          </a:prstGeom>
          <a:solidFill>
            <a:srgbClr val="EFF1F8"/>
          </a:solidFill>
          <a:ln w="25400">
            <a:solidFill>
              <a:srgbClr val="FFD60A"/>
            </a:solidFill>
            <a:prstDash val="solid"/>
          </a:ln>
        </p:spPr>
      </p:sp>
      <p:sp>
        <p:nvSpPr>
          <p:cNvPr id="19" name="Shape 17"/>
          <p:cNvSpPr/>
          <p:nvPr/>
        </p:nvSpPr>
        <p:spPr>
          <a:xfrm>
            <a:off x="4754880" y="4288536"/>
            <a:ext cx="4160520" cy="54864"/>
          </a:xfrm>
          <a:prstGeom prst="rect">
            <a:avLst/>
          </a:prstGeom>
          <a:solidFill>
            <a:srgbClr val="FFD60A"/>
          </a:solidFill>
          <a:ln/>
        </p:spPr>
      </p:sp>
      <p:sp>
        <p:nvSpPr>
          <p:cNvPr id="20" name="Text 18"/>
          <p:cNvSpPr txBox="1"/>
          <p:nvPr/>
        </p:nvSpPr>
        <p:spPr>
          <a:xfrm>
            <a:off x="4937760" y="3008376"/>
            <a:ext cx="379476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200" dirty="0"/>
          </a:p>
        </p:txBody>
      </p:sp>
      <p:sp>
        <p:nvSpPr>
          <p:cNvPr id="21" name="Text 19"/>
          <p:cNvSpPr txBox="1"/>
          <p:nvPr/>
        </p:nvSpPr>
        <p:spPr>
          <a:xfrm>
            <a:off x="493776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1100" dirty="0"/>
          </a:p>
        </p:txBody>
      </p:sp>
      <p:sp>
        <p:nvSpPr>
          <p:cNvPr id="22" name="Shape 20"/>
          <p:cNvSpPr/>
          <p:nvPr/>
        </p:nvSpPr>
        <p:spPr>
          <a:xfrm>
            <a:off x="365760" y="4498848"/>
            <a:ext cx="4160520" cy="1444752"/>
          </a:xfrm>
          <a:prstGeom prst="roundRect">
            <a:avLst>
              <a:gd name="adj" fmla="val 6329"/>
            </a:avLst>
          </a:prstGeom>
          <a:solidFill>
            <a:srgbClr val="EFF1F8"/>
          </a:solidFill>
          <a:ln w="25400">
            <a:solidFill>
              <a:srgbClr val="AF52DE"/>
            </a:solidFill>
            <a:prstDash val="solid"/>
          </a:ln>
        </p:spPr>
      </p:sp>
      <p:sp>
        <p:nvSpPr>
          <p:cNvPr id="23" name="Shape 21"/>
          <p:cNvSpPr/>
          <p:nvPr/>
        </p:nvSpPr>
        <p:spPr>
          <a:xfrm>
            <a:off x="365760" y="5888736"/>
            <a:ext cx="4160520" cy="54864"/>
          </a:xfrm>
          <a:prstGeom prst="rect">
            <a:avLst/>
          </a:prstGeom>
          <a:solidFill>
            <a:srgbClr val="AF52DE"/>
          </a:solidFill>
          <a:ln/>
        </p:spPr>
      </p:sp>
      <p:sp>
        <p:nvSpPr>
          <p:cNvPr id="24" name="Text 22"/>
          <p:cNvSpPr txBox="1"/>
          <p:nvPr/>
        </p:nvSpPr>
        <p:spPr>
          <a:xfrm>
            <a:off x="548640" y="4608576"/>
            <a:ext cx="379476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200" dirty="0"/>
          </a:p>
        </p:txBody>
      </p:sp>
      <p:sp>
        <p:nvSpPr>
          <p:cNvPr id="25" name="Text 23"/>
          <p:cNvSpPr txBox="1"/>
          <p:nvPr/>
        </p:nvSpPr>
        <p:spPr>
          <a:xfrm>
            <a:off x="54864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1100" dirty="0"/>
          </a:p>
        </p:txBody>
      </p:sp>
      <p:sp>
        <p:nvSpPr>
          <p:cNvPr id="26" name="Shape 24"/>
          <p:cNvSpPr/>
          <p:nvPr/>
        </p:nvSpPr>
        <p:spPr>
          <a:xfrm>
            <a:off x="4754880" y="4498848"/>
            <a:ext cx="4160520" cy="1444752"/>
          </a:xfrm>
          <a:prstGeom prst="roundRect">
            <a:avLst>
              <a:gd name="adj" fmla="val 6329"/>
            </a:avLst>
          </a:prstGeom>
          <a:solidFill>
            <a:srgbClr val="EFF1F8"/>
          </a:solidFill>
          <a:ln w="25400">
            <a:solidFill>
              <a:srgbClr val="FF453A"/>
            </a:solidFill>
            <a:prstDash val="solid"/>
          </a:ln>
        </p:spPr>
      </p:sp>
      <p:sp>
        <p:nvSpPr>
          <p:cNvPr id="27" name="Shape 25"/>
          <p:cNvSpPr/>
          <p:nvPr/>
        </p:nvSpPr>
        <p:spPr>
          <a:xfrm>
            <a:off x="4754880" y="5888736"/>
            <a:ext cx="4160520" cy="54864"/>
          </a:xfrm>
          <a:prstGeom prst="rect">
            <a:avLst/>
          </a:prstGeom>
          <a:solidFill>
            <a:srgbClr val="FF453A"/>
          </a:solidFill>
          <a:ln/>
        </p:spPr>
      </p:sp>
      <p:sp>
        <p:nvSpPr>
          <p:cNvPr id="28" name="Text 26"/>
          <p:cNvSpPr txBox="1"/>
          <p:nvPr/>
        </p:nvSpPr>
        <p:spPr>
          <a:xfrm>
            <a:off x="4937760" y="4608576"/>
            <a:ext cx="379476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200" dirty="0"/>
          </a:p>
        </p:txBody>
      </p:sp>
      <p:sp>
        <p:nvSpPr>
          <p:cNvPr id="29" name="Text 27"/>
          <p:cNvSpPr txBox="1"/>
          <p:nvPr/>
        </p:nvSpPr>
        <p:spPr>
          <a:xfrm>
            <a:off x="493776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Checklist Ejecutivo: 20 Preguntas de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300" dirty="0"/>
          </a:p>
        </p:txBody>
      </p:sp>
      <p:sp>
        <p:nvSpPr>
          <p:cNvPr id="6" name="Shape 4"/>
          <p:cNvSpPr/>
          <p:nvPr/>
        </p:nvSpPr>
        <p:spPr>
          <a:xfrm>
            <a:off x="365760" y="1298448"/>
            <a:ext cx="347472" cy="347472"/>
          </a:xfrm>
          <a:prstGeom prst="roundRect">
            <a:avLst>
              <a:gd name="adj" fmla="val 13158"/>
            </a:avLst>
          </a:prstGeom>
          <a:solidFill>
            <a:srgbClr val="E8ECF5"/>
          </a:solidFill>
          <a:ln w="12700">
            <a:solidFill>
              <a:srgbClr val="E8ECF5"/>
            </a:solidFill>
            <a:prstDash val="solid"/>
          </a:ln>
        </p:spPr>
      </p:sp>
      <p:sp>
        <p:nvSpPr>
          <p:cNvPr id="7" name="Text 5"/>
          <p:cNvSpPr txBox="1"/>
          <p:nvPr/>
        </p:nvSpPr>
        <p:spPr>
          <a:xfrm>
            <a:off x="42062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a:t>
            </a:r>
            <a:endParaRPr lang="en-US" sz="1100" dirty="0"/>
          </a:p>
        </p:txBody>
      </p:sp>
      <p:sp>
        <p:nvSpPr>
          <p:cNvPr id="8" name="Text 6"/>
          <p:cNvSpPr txBox="1"/>
          <p:nvPr/>
        </p:nvSpPr>
        <p:spPr>
          <a:xfrm>
            <a:off x="77724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1000" dirty="0"/>
          </a:p>
        </p:txBody>
      </p:sp>
      <p:sp>
        <p:nvSpPr>
          <p:cNvPr id="9" name="Shape 7"/>
          <p:cNvSpPr/>
          <p:nvPr/>
        </p:nvSpPr>
        <p:spPr>
          <a:xfrm>
            <a:off x="365760" y="1792224"/>
            <a:ext cx="347472" cy="347472"/>
          </a:xfrm>
          <a:prstGeom prst="roundRect">
            <a:avLst>
              <a:gd name="adj" fmla="val 13158"/>
            </a:avLst>
          </a:prstGeom>
          <a:solidFill>
            <a:srgbClr val="E8ECF5"/>
          </a:solidFill>
          <a:ln w="12700">
            <a:solidFill>
              <a:srgbClr val="E8ECF5"/>
            </a:solidFill>
            <a:prstDash val="solid"/>
          </a:ln>
        </p:spPr>
      </p:sp>
      <p:sp>
        <p:nvSpPr>
          <p:cNvPr id="10" name="Text 8"/>
          <p:cNvSpPr txBox="1"/>
          <p:nvPr/>
        </p:nvSpPr>
        <p:spPr>
          <a:xfrm>
            <a:off x="42062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a:t>
            </a:r>
            <a:endParaRPr lang="en-US" sz="1100" dirty="0"/>
          </a:p>
        </p:txBody>
      </p:sp>
      <p:sp>
        <p:nvSpPr>
          <p:cNvPr id="11" name="Text 9"/>
          <p:cNvSpPr txBox="1"/>
          <p:nvPr/>
        </p:nvSpPr>
        <p:spPr>
          <a:xfrm>
            <a:off x="77724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1000" dirty="0"/>
          </a:p>
        </p:txBody>
      </p:sp>
      <p:sp>
        <p:nvSpPr>
          <p:cNvPr id="12" name="Shape 10"/>
          <p:cNvSpPr/>
          <p:nvPr/>
        </p:nvSpPr>
        <p:spPr>
          <a:xfrm>
            <a:off x="365760" y="2286000"/>
            <a:ext cx="347472" cy="347472"/>
          </a:xfrm>
          <a:prstGeom prst="roundRect">
            <a:avLst>
              <a:gd name="adj" fmla="val 13158"/>
            </a:avLst>
          </a:prstGeom>
          <a:solidFill>
            <a:srgbClr val="E8ECF5"/>
          </a:solidFill>
          <a:ln w="12700">
            <a:solidFill>
              <a:srgbClr val="E8ECF5"/>
            </a:solidFill>
            <a:prstDash val="solid"/>
          </a:ln>
        </p:spPr>
      </p:sp>
      <p:sp>
        <p:nvSpPr>
          <p:cNvPr id="13" name="Text 11"/>
          <p:cNvSpPr txBox="1"/>
          <p:nvPr/>
        </p:nvSpPr>
        <p:spPr>
          <a:xfrm>
            <a:off x="42062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3</a:t>
            </a:r>
            <a:endParaRPr lang="en-US" sz="1100" dirty="0"/>
          </a:p>
        </p:txBody>
      </p:sp>
      <p:sp>
        <p:nvSpPr>
          <p:cNvPr id="14" name="Text 12"/>
          <p:cNvSpPr txBox="1"/>
          <p:nvPr/>
        </p:nvSpPr>
        <p:spPr>
          <a:xfrm>
            <a:off x="77724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1000" dirty="0"/>
          </a:p>
        </p:txBody>
      </p:sp>
      <p:sp>
        <p:nvSpPr>
          <p:cNvPr id="15" name="Shape 13"/>
          <p:cNvSpPr/>
          <p:nvPr/>
        </p:nvSpPr>
        <p:spPr>
          <a:xfrm>
            <a:off x="365760" y="2779776"/>
            <a:ext cx="347472" cy="347472"/>
          </a:xfrm>
          <a:prstGeom prst="roundRect">
            <a:avLst>
              <a:gd name="adj" fmla="val 13158"/>
            </a:avLst>
          </a:prstGeom>
          <a:solidFill>
            <a:srgbClr val="E8ECF5"/>
          </a:solidFill>
          <a:ln w="12700">
            <a:solidFill>
              <a:srgbClr val="E8ECF5"/>
            </a:solidFill>
            <a:prstDash val="solid"/>
          </a:ln>
        </p:spPr>
      </p:sp>
      <p:sp>
        <p:nvSpPr>
          <p:cNvPr id="16" name="Text 14"/>
          <p:cNvSpPr txBox="1"/>
          <p:nvPr/>
        </p:nvSpPr>
        <p:spPr>
          <a:xfrm>
            <a:off x="42062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4</a:t>
            </a:r>
            <a:endParaRPr lang="en-US" sz="1100" dirty="0"/>
          </a:p>
        </p:txBody>
      </p:sp>
      <p:sp>
        <p:nvSpPr>
          <p:cNvPr id="17" name="Text 15"/>
          <p:cNvSpPr txBox="1"/>
          <p:nvPr/>
        </p:nvSpPr>
        <p:spPr>
          <a:xfrm>
            <a:off x="77724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1000" dirty="0"/>
          </a:p>
        </p:txBody>
      </p:sp>
      <p:sp>
        <p:nvSpPr>
          <p:cNvPr id="18" name="Shape 16"/>
          <p:cNvSpPr/>
          <p:nvPr/>
        </p:nvSpPr>
        <p:spPr>
          <a:xfrm>
            <a:off x="365760" y="3273552"/>
            <a:ext cx="347472" cy="347472"/>
          </a:xfrm>
          <a:prstGeom prst="roundRect">
            <a:avLst>
              <a:gd name="adj" fmla="val 13158"/>
            </a:avLst>
          </a:prstGeom>
          <a:solidFill>
            <a:srgbClr val="E8ECF5"/>
          </a:solidFill>
          <a:ln w="12700">
            <a:solidFill>
              <a:srgbClr val="E8ECF5"/>
            </a:solidFill>
            <a:prstDash val="solid"/>
          </a:ln>
        </p:spPr>
      </p:sp>
      <p:sp>
        <p:nvSpPr>
          <p:cNvPr id="19" name="Text 17"/>
          <p:cNvSpPr txBox="1"/>
          <p:nvPr/>
        </p:nvSpPr>
        <p:spPr>
          <a:xfrm>
            <a:off x="42062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5</a:t>
            </a:r>
            <a:endParaRPr lang="en-US" sz="1100" dirty="0"/>
          </a:p>
        </p:txBody>
      </p:sp>
      <p:sp>
        <p:nvSpPr>
          <p:cNvPr id="20" name="Text 18"/>
          <p:cNvSpPr txBox="1"/>
          <p:nvPr/>
        </p:nvSpPr>
        <p:spPr>
          <a:xfrm>
            <a:off x="77724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1000" dirty="0"/>
          </a:p>
        </p:txBody>
      </p:sp>
      <p:sp>
        <p:nvSpPr>
          <p:cNvPr id="21" name="Shape 19"/>
          <p:cNvSpPr/>
          <p:nvPr/>
        </p:nvSpPr>
        <p:spPr>
          <a:xfrm>
            <a:off x="365760" y="3767328"/>
            <a:ext cx="347472" cy="347472"/>
          </a:xfrm>
          <a:prstGeom prst="roundRect">
            <a:avLst>
              <a:gd name="adj" fmla="val 13158"/>
            </a:avLst>
          </a:prstGeom>
          <a:solidFill>
            <a:srgbClr val="E8ECF5"/>
          </a:solidFill>
          <a:ln w="12700">
            <a:solidFill>
              <a:srgbClr val="E8ECF5"/>
            </a:solidFill>
            <a:prstDash val="solid"/>
          </a:ln>
        </p:spPr>
      </p:sp>
      <p:sp>
        <p:nvSpPr>
          <p:cNvPr id="22" name="Text 20"/>
          <p:cNvSpPr txBox="1"/>
          <p:nvPr/>
        </p:nvSpPr>
        <p:spPr>
          <a:xfrm>
            <a:off x="42062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6</a:t>
            </a:r>
            <a:endParaRPr lang="en-US" sz="1100" dirty="0"/>
          </a:p>
        </p:txBody>
      </p:sp>
      <p:sp>
        <p:nvSpPr>
          <p:cNvPr id="23" name="Text 21"/>
          <p:cNvSpPr txBox="1"/>
          <p:nvPr/>
        </p:nvSpPr>
        <p:spPr>
          <a:xfrm>
            <a:off x="77724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1000" dirty="0"/>
          </a:p>
        </p:txBody>
      </p:sp>
      <p:sp>
        <p:nvSpPr>
          <p:cNvPr id="24" name="Shape 22"/>
          <p:cNvSpPr/>
          <p:nvPr/>
        </p:nvSpPr>
        <p:spPr>
          <a:xfrm>
            <a:off x="365760" y="4261104"/>
            <a:ext cx="347472" cy="347472"/>
          </a:xfrm>
          <a:prstGeom prst="roundRect">
            <a:avLst>
              <a:gd name="adj" fmla="val 13158"/>
            </a:avLst>
          </a:prstGeom>
          <a:solidFill>
            <a:srgbClr val="E8ECF5"/>
          </a:solidFill>
          <a:ln w="12700">
            <a:solidFill>
              <a:srgbClr val="E8ECF5"/>
            </a:solidFill>
            <a:prstDash val="solid"/>
          </a:ln>
        </p:spPr>
      </p:sp>
      <p:sp>
        <p:nvSpPr>
          <p:cNvPr id="25" name="Text 23"/>
          <p:cNvSpPr txBox="1"/>
          <p:nvPr/>
        </p:nvSpPr>
        <p:spPr>
          <a:xfrm>
            <a:off x="42062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7</a:t>
            </a:r>
            <a:endParaRPr lang="en-US" sz="1100" dirty="0"/>
          </a:p>
        </p:txBody>
      </p:sp>
      <p:sp>
        <p:nvSpPr>
          <p:cNvPr id="26" name="Text 24"/>
          <p:cNvSpPr txBox="1"/>
          <p:nvPr/>
        </p:nvSpPr>
        <p:spPr>
          <a:xfrm>
            <a:off x="77724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1000" dirty="0"/>
          </a:p>
        </p:txBody>
      </p:sp>
      <p:sp>
        <p:nvSpPr>
          <p:cNvPr id="27" name="Shape 25"/>
          <p:cNvSpPr/>
          <p:nvPr/>
        </p:nvSpPr>
        <p:spPr>
          <a:xfrm>
            <a:off x="365760" y="4754880"/>
            <a:ext cx="347472" cy="347472"/>
          </a:xfrm>
          <a:prstGeom prst="roundRect">
            <a:avLst>
              <a:gd name="adj" fmla="val 13158"/>
            </a:avLst>
          </a:prstGeom>
          <a:solidFill>
            <a:srgbClr val="E8ECF5"/>
          </a:solidFill>
          <a:ln w="12700">
            <a:solidFill>
              <a:srgbClr val="E8ECF5"/>
            </a:solidFill>
            <a:prstDash val="solid"/>
          </a:ln>
        </p:spPr>
      </p:sp>
      <p:sp>
        <p:nvSpPr>
          <p:cNvPr id="28" name="Text 26"/>
          <p:cNvSpPr txBox="1"/>
          <p:nvPr/>
        </p:nvSpPr>
        <p:spPr>
          <a:xfrm>
            <a:off x="42062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8</a:t>
            </a:r>
            <a:endParaRPr lang="en-US" sz="1100" dirty="0"/>
          </a:p>
        </p:txBody>
      </p:sp>
      <p:sp>
        <p:nvSpPr>
          <p:cNvPr id="29" name="Text 27"/>
          <p:cNvSpPr txBox="1"/>
          <p:nvPr/>
        </p:nvSpPr>
        <p:spPr>
          <a:xfrm>
            <a:off x="77724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1000" dirty="0"/>
          </a:p>
        </p:txBody>
      </p:sp>
      <p:sp>
        <p:nvSpPr>
          <p:cNvPr id="30" name="Shape 28"/>
          <p:cNvSpPr/>
          <p:nvPr/>
        </p:nvSpPr>
        <p:spPr>
          <a:xfrm>
            <a:off x="365760" y="5248656"/>
            <a:ext cx="347472" cy="347472"/>
          </a:xfrm>
          <a:prstGeom prst="roundRect">
            <a:avLst>
              <a:gd name="adj" fmla="val 13158"/>
            </a:avLst>
          </a:prstGeom>
          <a:solidFill>
            <a:srgbClr val="E8ECF5"/>
          </a:solidFill>
          <a:ln w="12700">
            <a:solidFill>
              <a:srgbClr val="E8ECF5"/>
            </a:solidFill>
            <a:prstDash val="solid"/>
          </a:ln>
        </p:spPr>
      </p:sp>
      <p:sp>
        <p:nvSpPr>
          <p:cNvPr id="31" name="Text 29"/>
          <p:cNvSpPr txBox="1"/>
          <p:nvPr/>
        </p:nvSpPr>
        <p:spPr>
          <a:xfrm>
            <a:off x="42062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9</a:t>
            </a:r>
            <a:endParaRPr lang="en-US" sz="1100" dirty="0"/>
          </a:p>
        </p:txBody>
      </p:sp>
      <p:sp>
        <p:nvSpPr>
          <p:cNvPr id="32" name="Text 30"/>
          <p:cNvSpPr txBox="1"/>
          <p:nvPr/>
        </p:nvSpPr>
        <p:spPr>
          <a:xfrm>
            <a:off x="77724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1000" dirty="0"/>
          </a:p>
        </p:txBody>
      </p:sp>
      <p:sp>
        <p:nvSpPr>
          <p:cNvPr id="33" name="Shape 31"/>
          <p:cNvSpPr/>
          <p:nvPr/>
        </p:nvSpPr>
        <p:spPr>
          <a:xfrm>
            <a:off x="365760" y="5742432"/>
            <a:ext cx="347472" cy="347472"/>
          </a:xfrm>
          <a:prstGeom prst="roundRect">
            <a:avLst>
              <a:gd name="adj" fmla="val 13158"/>
            </a:avLst>
          </a:prstGeom>
          <a:solidFill>
            <a:srgbClr val="E8ECF5"/>
          </a:solidFill>
          <a:ln w="12700">
            <a:solidFill>
              <a:srgbClr val="E8ECF5"/>
            </a:solidFill>
            <a:prstDash val="solid"/>
          </a:ln>
        </p:spPr>
      </p:sp>
      <p:sp>
        <p:nvSpPr>
          <p:cNvPr id="34" name="Text 32"/>
          <p:cNvSpPr txBox="1"/>
          <p:nvPr/>
        </p:nvSpPr>
        <p:spPr>
          <a:xfrm>
            <a:off x="42062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10</a:t>
            </a:r>
            <a:endParaRPr lang="en-US" sz="1100" dirty="0"/>
          </a:p>
        </p:txBody>
      </p:sp>
      <p:sp>
        <p:nvSpPr>
          <p:cNvPr id="35" name="Text 33"/>
          <p:cNvSpPr txBox="1"/>
          <p:nvPr/>
        </p:nvSpPr>
        <p:spPr>
          <a:xfrm>
            <a:off x="77724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1000" dirty="0"/>
          </a:p>
        </p:txBody>
      </p:sp>
      <p:sp>
        <p:nvSpPr>
          <p:cNvPr id="36" name="Shape 34"/>
          <p:cNvSpPr/>
          <p:nvPr/>
        </p:nvSpPr>
        <p:spPr>
          <a:xfrm>
            <a:off x="4754880" y="1298448"/>
            <a:ext cx="347472" cy="347472"/>
          </a:xfrm>
          <a:prstGeom prst="roundRect">
            <a:avLst>
              <a:gd name="adj" fmla="val 13158"/>
            </a:avLst>
          </a:prstGeom>
          <a:solidFill>
            <a:srgbClr val="E8ECF5"/>
          </a:solidFill>
          <a:ln w="12700">
            <a:solidFill>
              <a:srgbClr val="E8ECF5"/>
            </a:solidFill>
            <a:prstDash val="solid"/>
          </a:ln>
        </p:spPr>
      </p:sp>
      <p:sp>
        <p:nvSpPr>
          <p:cNvPr id="37" name="Text 35"/>
          <p:cNvSpPr txBox="1"/>
          <p:nvPr/>
        </p:nvSpPr>
        <p:spPr>
          <a:xfrm>
            <a:off x="480974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11</a:t>
            </a:r>
            <a:endParaRPr lang="en-US" sz="1100" dirty="0"/>
          </a:p>
        </p:txBody>
      </p:sp>
      <p:sp>
        <p:nvSpPr>
          <p:cNvPr id="38" name="Text 36"/>
          <p:cNvSpPr txBox="1"/>
          <p:nvPr/>
        </p:nvSpPr>
        <p:spPr>
          <a:xfrm>
            <a:off x="516636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1000" dirty="0"/>
          </a:p>
        </p:txBody>
      </p:sp>
      <p:sp>
        <p:nvSpPr>
          <p:cNvPr id="39" name="Shape 37"/>
          <p:cNvSpPr/>
          <p:nvPr/>
        </p:nvSpPr>
        <p:spPr>
          <a:xfrm>
            <a:off x="4754880" y="1792224"/>
            <a:ext cx="347472" cy="347472"/>
          </a:xfrm>
          <a:prstGeom prst="roundRect">
            <a:avLst>
              <a:gd name="adj" fmla="val 13158"/>
            </a:avLst>
          </a:prstGeom>
          <a:solidFill>
            <a:srgbClr val="E8ECF5"/>
          </a:solidFill>
          <a:ln w="12700">
            <a:solidFill>
              <a:srgbClr val="E8ECF5"/>
            </a:solidFill>
            <a:prstDash val="solid"/>
          </a:ln>
        </p:spPr>
      </p:sp>
      <p:sp>
        <p:nvSpPr>
          <p:cNvPr id="40" name="Text 38"/>
          <p:cNvSpPr txBox="1"/>
          <p:nvPr/>
        </p:nvSpPr>
        <p:spPr>
          <a:xfrm>
            <a:off x="480974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12</a:t>
            </a:r>
            <a:endParaRPr lang="en-US" sz="1100" dirty="0"/>
          </a:p>
        </p:txBody>
      </p:sp>
      <p:sp>
        <p:nvSpPr>
          <p:cNvPr id="41" name="Text 39"/>
          <p:cNvSpPr txBox="1"/>
          <p:nvPr/>
        </p:nvSpPr>
        <p:spPr>
          <a:xfrm>
            <a:off x="516636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1000" dirty="0"/>
          </a:p>
        </p:txBody>
      </p:sp>
      <p:sp>
        <p:nvSpPr>
          <p:cNvPr id="42" name="Shape 40"/>
          <p:cNvSpPr/>
          <p:nvPr/>
        </p:nvSpPr>
        <p:spPr>
          <a:xfrm>
            <a:off x="4754880" y="2286000"/>
            <a:ext cx="347472" cy="347472"/>
          </a:xfrm>
          <a:prstGeom prst="roundRect">
            <a:avLst>
              <a:gd name="adj" fmla="val 13158"/>
            </a:avLst>
          </a:prstGeom>
          <a:solidFill>
            <a:srgbClr val="E8ECF5"/>
          </a:solidFill>
          <a:ln w="12700">
            <a:solidFill>
              <a:srgbClr val="E8ECF5"/>
            </a:solidFill>
            <a:prstDash val="solid"/>
          </a:ln>
        </p:spPr>
      </p:sp>
      <p:sp>
        <p:nvSpPr>
          <p:cNvPr id="43" name="Text 41"/>
          <p:cNvSpPr txBox="1"/>
          <p:nvPr/>
        </p:nvSpPr>
        <p:spPr>
          <a:xfrm>
            <a:off x="480974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13</a:t>
            </a:r>
            <a:endParaRPr lang="en-US" sz="1100" dirty="0"/>
          </a:p>
        </p:txBody>
      </p:sp>
      <p:sp>
        <p:nvSpPr>
          <p:cNvPr id="44" name="Text 42"/>
          <p:cNvSpPr txBox="1"/>
          <p:nvPr/>
        </p:nvSpPr>
        <p:spPr>
          <a:xfrm>
            <a:off x="516636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1000" dirty="0"/>
          </a:p>
        </p:txBody>
      </p:sp>
      <p:sp>
        <p:nvSpPr>
          <p:cNvPr id="45" name="Shape 43"/>
          <p:cNvSpPr/>
          <p:nvPr/>
        </p:nvSpPr>
        <p:spPr>
          <a:xfrm>
            <a:off x="4754880" y="2779776"/>
            <a:ext cx="347472" cy="347472"/>
          </a:xfrm>
          <a:prstGeom prst="roundRect">
            <a:avLst>
              <a:gd name="adj" fmla="val 13158"/>
            </a:avLst>
          </a:prstGeom>
          <a:solidFill>
            <a:srgbClr val="E8ECF5"/>
          </a:solidFill>
          <a:ln w="12700">
            <a:solidFill>
              <a:srgbClr val="E8ECF5"/>
            </a:solidFill>
            <a:prstDash val="solid"/>
          </a:ln>
        </p:spPr>
      </p:sp>
      <p:sp>
        <p:nvSpPr>
          <p:cNvPr id="46" name="Text 44"/>
          <p:cNvSpPr txBox="1"/>
          <p:nvPr/>
        </p:nvSpPr>
        <p:spPr>
          <a:xfrm>
            <a:off x="480974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14</a:t>
            </a:r>
            <a:endParaRPr lang="en-US" sz="1100" dirty="0"/>
          </a:p>
        </p:txBody>
      </p:sp>
      <p:sp>
        <p:nvSpPr>
          <p:cNvPr id="47" name="Text 45"/>
          <p:cNvSpPr txBox="1"/>
          <p:nvPr/>
        </p:nvSpPr>
        <p:spPr>
          <a:xfrm>
            <a:off x="516636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1000" dirty="0"/>
          </a:p>
        </p:txBody>
      </p:sp>
      <p:sp>
        <p:nvSpPr>
          <p:cNvPr id="48" name="Shape 46"/>
          <p:cNvSpPr/>
          <p:nvPr/>
        </p:nvSpPr>
        <p:spPr>
          <a:xfrm>
            <a:off x="4754880" y="3273552"/>
            <a:ext cx="347472" cy="347472"/>
          </a:xfrm>
          <a:prstGeom prst="roundRect">
            <a:avLst>
              <a:gd name="adj" fmla="val 13158"/>
            </a:avLst>
          </a:prstGeom>
          <a:solidFill>
            <a:srgbClr val="E8ECF5"/>
          </a:solidFill>
          <a:ln w="12700">
            <a:solidFill>
              <a:srgbClr val="E8ECF5"/>
            </a:solidFill>
            <a:prstDash val="solid"/>
          </a:ln>
        </p:spPr>
      </p:sp>
      <p:sp>
        <p:nvSpPr>
          <p:cNvPr id="49" name="Text 47"/>
          <p:cNvSpPr txBox="1"/>
          <p:nvPr/>
        </p:nvSpPr>
        <p:spPr>
          <a:xfrm>
            <a:off x="480974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15</a:t>
            </a:r>
            <a:endParaRPr lang="en-US" sz="1100" dirty="0"/>
          </a:p>
        </p:txBody>
      </p:sp>
      <p:sp>
        <p:nvSpPr>
          <p:cNvPr id="50" name="Text 48"/>
          <p:cNvSpPr txBox="1"/>
          <p:nvPr/>
        </p:nvSpPr>
        <p:spPr>
          <a:xfrm>
            <a:off x="516636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1000" dirty="0"/>
          </a:p>
        </p:txBody>
      </p:sp>
      <p:sp>
        <p:nvSpPr>
          <p:cNvPr id="51" name="Shape 49"/>
          <p:cNvSpPr/>
          <p:nvPr/>
        </p:nvSpPr>
        <p:spPr>
          <a:xfrm>
            <a:off x="4754880" y="3767328"/>
            <a:ext cx="347472" cy="347472"/>
          </a:xfrm>
          <a:prstGeom prst="roundRect">
            <a:avLst>
              <a:gd name="adj" fmla="val 13158"/>
            </a:avLst>
          </a:prstGeom>
          <a:solidFill>
            <a:srgbClr val="E8ECF5"/>
          </a:solidFill>
          <a:ln w="12700">
            <a:solidFill>
              <a:srgbClr val="E8ECF5"/>
            </a:solidFill>
            <a:prstDash val="solid"/>
          </a:ln>
        </p:spPr>
      </p:sp>
      <p:sp>
        <p:nvSpPr>
          <p:cNvPr id="52" name="Text 50"/>
          <p:cNvSpPr txBox="1"/>
          <p:nvPr/>
        </p:nvSpPr>
        <p:spPr>
          <a:xfrm>
            <a:off x="480974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16</a:t>
            </a:r>
            <a:endParaRPr lang="en-US" sz="1100" dirty="0"/>
          </a:p>
        </p:txBody>
      </p:sp>
      <p:sp>
        <p:nvSpPr>
          <p:cNvPr id="53" name="Text 51"/>
          <p:cNvSpPr txBox="1"/>
          <p:nvPr/>
        </p:nvSpPr>
        <p:spPr>
          <a:xfrm>
            <a:off x="516636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1000" dirty="0"/>
          </a:p>
        </p:txBody>
      </p:sp>
      <p:sp>
        <p:nvSpPr>
          <p:cNvPr id="54" name="Shape 52"/>
          <p:cNvSpPr/>
          <p:nvPr/>
        </p:nvSpPr>
        <p:spPr>
          <a:xfrm>
            <a:off x="4754880" y="4261104"/>
            <a:ext cx="347472" cy="347472"/>
          </a:xfrm>
          <a:prstGeom prst="roundRect">
            <a:avLst>
              <a:gd name="adj" fmla="val 13158"/>
            </a:avLst>
          </a:prstGeom>
          <a:solidFill>
            <a:srgbClr val="E8ECF5"/>
          </a:solidFill>
          <a:ln w="12700">
            <a:solidFill>
              <a:srgbClr val="E8ECF5"/>
            </a:solidFill>
            <a:prstDash val="solid"/>
          </a:ln>
        </p:spPr>
      </p:sp>
      <p:sp>
        <p:nvSpPr>
          <p:cNvPr id="55" name="Text 53"/>
          <p:cNvSpPr txBox="1"/>
          <p:nvPr/>
        </p:nvSpPr>
        <p:spPr>
          <a:xfrm>
            <a:off x="480974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17</a:t>
            </a:r>
            <a:endParaRPr lang="en-US" sz="1100" dirty="0"/>
          </a:p>
        </p:txBody>
      </p:sp>
      <p:sp>
        <p:nvSpPr>
          <p:cNvPr id="56" name="Text 54"/>
          <p:cNvSpPr txBox="1"/>
          <p:nvPr/>
        </p:nvSpPr>
        <p:spPr>
          <a:xfrm>
            <a:off x="516636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1000" dirty="0"/>
          </a:p>
        </p:txBody>
      </p:sp>
      <p:sp>
        <p:nvSpPr>
          <p:cNvPr id="57" name="Shape 55"/>
          <p:cNvSpPr/>
          <p:nvPr/>
        </p:nvSpPr>
        <p:spPr>
          <a:xfrm>
            <a:off x="4754880" y="4754880"/>
            <a:ext cx="347472" cy="347472"/>
          </a:xfrm>
          <a:prstGeom prst="roundRect">
            <a:avLst>
              <a:gd name="adj" fmla="val 13158"/>
            </a:avLst>
          </a:prstGeom>
          <a:solidFill>
            <a:srgbClr val="E8ECF5"/>
          </a:solidFill>
          <a:ln w="12700">
            <a:solidFill>
              <a:srgbClr val="E8ECF5"/>
            </a:solidFill>
            <a:prstDash val="solid"/>
          </a:ln>
        </p:spPr>
      </p:sp>
      <p:sp>
        <p:nvSpPr>
          <p:cNvPr id="58" name="Text 56"/>
          <p:cNvSpPr txBox="1"/>
          <p:nvPr/>
        </p:nvSpPr>
        <p:spPr>
          <a:xfrm>
            <a:off x="480974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18</a:t>
            </a:r>
            <a:endParaRPr lang="en-US" sz="1100" dirty="0"/>
          </a:p>
        </p:txBody>
      </p:sp>
      <p:sp>
        <p:nvSpPr>
          <p:cNvPr id="59" name="Text 57"/>
          <p:cNvSpPr txBox="1"/>
          <p:nvPr/>
        </p:nvSpPr>
        <p:spPr>
          <a:xfrm>
            <a:off x="516636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1000" dirty="0"/>
          </a:p>
        </p:txBody>
      </p:sp>
      <p:sp>
        <p:nvSpPr>
          <p:cNvPr id="60" name="Shape 58"/>
          <p:cNvSpPr/>
          <p:nvPr/>
        </p:nvSpPr>
        <p:spPr>
          <a:xfrm>
            <a:off x="4754880" y="5248656"/>
            <a:ext cx="347472" cy="347472"/>
          </a:xfrm>
          <a:prstGeom prst="roundRect">
            <a:avLst>
              <a:gd name="adj" fmla="val 13158"/>
            </a:avLst>
          </a:prstGeom>
          <a:solidFill>
            <a:srgbClr val="E8ECF5"/>
          </a:solidFill>
          <a:ln w="12700">
            <a:solidFill>
              <a:srgbClr val="E8ECF5"/>
            </a:solidFill>
            <a:prstDash val="solid"/>
          </a:ln>
        </p:spPr>
      </p:sp>
      <p:sp>
        <p:nvSpPr>
          <p:cNvPr id="61" name="Text 59"/>
          <p:cNvSpPr txBox="1"/>
          <p:nvPr/>
        </p:nvSpPr>
        <p:spPr>
          <a:xfrm>
            <a:off x="480974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19</a:t>
            </a:r>
            <a:endParaRPr lang="en-US" sz="1100" dirty="0"/>
          </a:p>
        </p:txBody>
      </p:sp>
      <p:sp>
        <p:nvSpPr>
          <p:cNvPr id="62" name="Text 60"/>
          <p:cNvSpPr txBox="1"/>
          <p:nvPr/>
        </p:nvSpPr>
        <p:spPr>
          <a:xfrm>
            <a:off x="516636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1000" dirty="0"/>
          </a:p>
        </p:txBody>
      </p:sp>
      <p:sp>
        <p:nvSpPr>
          <p:cNvPr id="63" name="Shape 61"/>
          <p:cNvSpPr/>
          <p:nvPr/>
        </p:nvSpPr>
        <p:spPr>
          <a:xfrm>
            <a:off x="4754880" y="5742432"/>
            <a:ext cx="347472" cy="347472"/>
          </a:xfrm>
          <a:prstGeom prst="roundRect">
            <a:avLst>
              <a:gd name="adj" fmla="val 13158"/>
            </a:avLst>
          </a:prstGeom>
          <a:solidFill>
            <a:srgbClr val="E8ECF5"/>
          </a:solidFill>
          <a:ln w="12700">
            <a:solidFill>
              <a:srgbClr val="E8ECF5"/>
            </a:solidFill>
            <a:prstDash val="solid"/>
          </a:ln>
        </p:spPr>
      </p:sp>
      <p:sp>
        <p:nvSpPr>
          <p:cNvPr id="64" name="Text 62"/>
          <p:cNvSpPr txBox="1"/>
          <p:nvPr/>
        </p:nvSpPr>
        <p:spPr>
          <a:xfrm>
            <a:off x="480974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20</a:t>
            </a:r>
            <a:endParaRPr lang="en-US" sz="1100" dirty="0"/>
          </a:p>
        </p:txBody>
      </p:sp>
      <p:sp>
        <p:nvSpPr>
          <p:cNvPr id="65" name="Text 63"/>
          <p:cNvSpPr txBox="1"/>
          <p:nvPr/>
        </p:nvSpPr>
        <p:spPr>
          <a:xfrm>
            <a:off x="516636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1000" dirty="0"/>
          </a:p>
        </p:txBody>
      </p:sp>
      <p:sp>
        <p:nvSpPr>
          <p:cNvPr id="66" name="Text 6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CII: Síntesis Visual Completa</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200" dirty="0"/>
          </a:p>
        </p:txBody>
      </p:sp>
      <p:sp>
        <p:nvSpPr>
          <p:cNvPr id="6" name="Shape 4"/>
          <p:cNvSpPr/>
          <p:nvPr/>
        </p:nvSpPr>
        <p:spPr>
          <a:xfrm>
            <a:off x="365760" y="1261872"/>
            <a:ext cx="2606040" cy="347472"/>
          </a:xfrm>
          <a:prstGeom prst="roundRect">
            <a:avLst>
              <a:gd name="adj" fmla="val 15789"/>
            </a:avLst>
          </a:prstGeom>
          <a:solidFill>
            <a:srgbClr val="30D158"/>
          </a:solidFill>
          <a:ln/>
        </p:spPr>
      </p:sp>
      <p:sp>
        <p:nvSpPr>
          <p:cNvPr id="7" name="Text 5"/>
          <p:cNvSpPr txBox="1"/>
          <p:nvPr/>
        </p:nvSpPr>
        <p:spPr>
          <a:xfrm>
            <a:off x="45720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 Planificación Conceptual (I-1 a I-7)</a:t>
            </a:r>
            <a:endParaRPr lang="en-US" sz="900" dirty="0"/>
          </a:p>
        </p:txBody>
      </p:sp>
      <p:sp>
        <p:nvSpPr>
          <p:cNvPr id="8" name="Shape 6"/>
          <p:cNvSpPr/>
          <p:nvPr/>
        </p:nvSpPr>
        <p:spPr>
          <a:xfrm>
            <a:off x="3063240" y="1261872"/>
            <a:ext cx="2606040" cy="347472"/>
          </a:xfrm>
          <a:prstGeom prst="roundRect">
            <a:avLst>
              <a:gd name="adj" fmla="val 15789"/>
            </a:avLst>
          </a:prstGeom>
          <a:solidFill>
            <a:srgbClr val="FF9500"/>
          </a:solidFill>
          <a:ln/>
        </p:spPr>
      </p:sp>
      <p:sp>
        <p:nvSpPr>
          <p:cNvPr id="9" name="Text 7"/>
          <p:cNvSpPr txBox="1"/>
          <p:nvPr/>
        </p:nvSpPr>
        <p:spPr>
          <a:xfrm>
            <a:off x="315468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 Diseño y Procura (II-1 a II-8)</a:t>
            </a:r>
            <a:endParaRPr lang="en-US" sz="900" dirty="0"/>
          </a:p>
        </p:txBody>
      </p:sp>
      <p:sp>
        <p:nvSpPr>
          <p:cNvPr id="10" name="Shape 8"/>
          <p:cNvSpPr/>
          <p:nvPr/>
        </p:nvSpPr>
        <p:spPr>
          <a:xfrm>
            <a:off x="5760720" y="1261872"/>
            <a:ext cx="2606040" cy="347472"/>
          </a:xfrm>
          <a:prstGeom prst="roundRect">
            <a:avLst>
              <a:gd name="adj" fmla="val 15789"/>
            </a:avLst>
          </a:prstGeom>
          <a:solidFill>
            <a:srgbClr val="FF453A"/>
          </a:solidFill>
          <a:ln/>
        </p:spPr>
      </p:sp>
      <p:sp>
        <p:nvSpPr>
          <p:cNvPr id="11" name="Text 9"/>
          <p:cNvSpPr txBox="1"/>
          <p:nvPr/>
        </p:nvSpPr>
        <p:spPr>
          <a:xfrm>
            <a:off x="585216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III: Campo (III-1)</a:t>
            </a:r>
            <a:endParaRPr lang="en-US" sz="900" dirty="0"/>
          </a:p>
        </p:txBody>
      </p:sp>
      <p:sp>
        <p:nvSpPr>
          <p:cNvPr id="12" name="Shape 10"/>
          <p:cNvSpPr/>
          <p:nvPr/>
        </p:nvSpPr>
        <p:spPr>
          <a:xfrm>
            <a:off x="365760" y="1700784"/>
            <a:ext cx="2103120" cy="914400"/>
          </a:xfrm>
          <a:prstGeom prst="roundRect">
            <a:avLst>
              <a:gd name="adj" fmla="val 7000"/>
            </a:avLst>
          </a:prstGeom>
          <a:solidFill>
            <a:srgbClr val="EFF1F8"/>
          </a:solidFill>
          <a:ln w="12700">
            <a:solidFill>
              <a:srgbClr val="30D158"/>
            </a:solidFill>
            <a:prstDash val="solid"/>
          </a:ln>
        </p:spPr>
      </p:sp>
      <p:sp>
        <p:nvSpPr>
          <p:cNvPr id="13" name="Text 11"/>
          <p:cNvSpPr txBox="1"/>
          <p:nvPr/>
        </p:nvSpPr>
        <p:spPr>
          <a:xfrm>
            <a:off x="47548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I-1</a:t>
            </a:r>
            <a:endParaRPr lang="en-US" sz="1200" dirty="0"/>
          </a:p>
        </p:txBody>
      </p:sp>
      <p:sp>
        <p:nvSpPr>
          <p:cNvPr id="14" name="Text 12"/>
          <p:cNvSpPr txBox="1"/>
          <p:nvPr/>
        </p:nvSpPr>
        <p:spPr>
          <a:xfrm>
            <a:off x="47548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Objetivos Corporativos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Constructabilidad</a:t>
            </a:r>
            <a:endParaRPr lang="en-US" sz="950" dirty="0"/>
          </a:p>
        </p:txBody>
      </p:sp>
      <p:sp>
        <p:nvSpPr>
          <p:cNvPr id="15" name="Shape 13"/>
          <p:cNvSpPr/>
          <p:nvPr/>
        </p:nvSpPr>
        <p:spPr>
          <a:xfrm>
            <a:off x="365760" y="2752344"/>
            <a:ext cx="2103120" cy="914400"/>
          </a:xfrm>
          <a:prstGeom prst="roundRect">
            <a:avLst>
              <a:gd name="adj" fmla="val 7000"/>
            </a:avLst>
          </a:prstGeom>
          <a:solidFill>
            <a:srgbClr val="EFF1F8"/>
          </a:solidFill>
          <a:ln w="12700">
            <a:solidFill>
              <a:srgbClr val="30D158"/>
            </a:solidFill>
            <a:prstDash val="solid"/>
          </a:ln>
        </p:spPr>
      </p:sp>
      <p:sp>
        <p:nvSpPr>
          <p:cNvPr id="16" name="Text 14"/>
          <p:cNvSpPr txBox="1"/>
          <p:nvPr/>
        </p:nvSpPr>
        <p:spPr>
          <a:xfrm>
            <a:off x="47548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I-2</a:t>
            </a:r>
            <a:endParaRPr lang="en-US" sz="1200" dirty="0"/>
          </a:p>
        </p:txBody>
      </p:sp>
      <p:sp>
        <p:nvSpPr>
          <p:cNvPr id="17" name="Text 15"/>
          <p:cNvSpPr txBox="1"/>
          <p:nvPr/>
        </p:nvSpPr>
        <p:spPr>
          <a:xfrm>
            <a:off x="47548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Integración Temprana del</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Equipo Constructabilidad</a:t>
            </a:r>
            <a:endParaRPr lang="en-US" sz="950" dirty="0"/>
          </a:p>
        </p:txBody>
      </p:sp>
      <p:sp>
        <p:nvSpPr>
          <p:cNvPr id="18" name="Shape 16"/>
          <p:cNvSpPr/>
          <p:nvPr/>
        </p:nvSpPr>
        <p:spPr>
          <a:xfrm>
            <a:off x="365760" y="3803904"/>
            <a:ext cx="2103120" cy="914400"/>
          </a:xfrm>
          <a:prstGeom prst="roundRect">
            <a:avLst>
              <a:gd name="adj" fmla="val 7000"/>
            </a:avLst>
          </a:prstGeom>
          <a:solidFill>
            <a:srgbClr val="EFF1F8"/>
          </a:solidFill>
          <a:ln w="12700">
            <a:solidFill>
              <a:srgbClr val="30D158"/>
            </a:solidFill>
            <a:prstDash val="solid"/>
          </a:ln>
        </p:spPr>
      </p:sp>
      <p:sp>
        <p:nvSpPr>
          <p:cNvPr id="19" name="Text 17"/>
          <p:cNvSpPr txBox="1"/>
          <p:nvPr/>
        </p:nvSpPr>
        <p:spPr>
          <a:xfrm>
            <a:off x="47548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20" name="Text 18"/>
          <p:cNvSpPr txBox="1"/>
          <p:nvPr/>
        </p:nvSpPr>
        <p:spPr>
          <a:xfrm>
            <a:off x="47548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Avanzada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Proyecto</a:t>
            </a:r>
            <a:endParaRPr lang="en-US" sz="950" dirty="0"/>
          </a:p>
        </p:txBody>
      </p:sp>
      <p:sp>
        <p:nvSpPr>
          <p:cNvPr id="21" name="Shape 19"/>
          <p:cNvSpPr/>
          <p:nvPr/>
        </p:nvSpPr>
        <p:spPr>
          <a:xfrm>
            <a:off x="365760" y="4855464"/>
            <a:ext cx="2103120" cy="914400"/>
          </a:xfrm>
          <a:prstGeom prst="roundRect">
            <a:avLst>
              <a:gd name="adj" fmla="val 7000"/>
            </a:avLst>
          </a:prstGeom>
          <a:solidFill>
            <a:srgbClr val="EFF1F8"/>
          </a:solidFill>
          <a:ln w="12700">
            <a:solidFill>
              <a:srgbClr val="30D158"/>
            </a:solidFill>
            <a:prstDash val="solid"/>
          </a:ln>
        </p:spPr>
      </p:sp>
      <p:sp>
        <p:nvSpPr>
          <p:cNvPr id="22" name="Text 20"/>
          <p:cNvSpPr txBox="1"/>
          <p:nvPr/>
        </p:nvSpPr>
        <p:spPr>
          <a:xfrm>
            <a:off x="475488" y="492861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I-4</a:t>
            </a:r>
            <a:endParaRPr lang="en-US" sz="1200" dirty="0"/>
          </a:p>
        </p:txBody>
      </p:sp>
      <p:sp>
        <p:nvSpPr>
          <p:cNvPr id="23" name="Text 21"/>
          <p:cNvSpPr txBox="1"/>
          <p:nvPr/>
        </p:nvSpPr>
        <p:spPr>
          <a:xfrm>
            <a:off x="47548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Experiencia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Contratistas Clave</a:t>
            </a:r>
            <a:endParaRPr lang="en-US" sz="950" dirty="0"/>
          </a:p>
        </p:txBody>
      </p:sp>
      <p:sp>
        <p:nvSpPr>
          <p:cNvPr id="24" name="Shape 22"/>
          <p:cNvSpPr/>
          <p:nvPr/>
        </p:nvSpPr>
        <p:spPr>
          <a:xfrm>
            <a:off x="2606040" y="1700784"/>
            <a:ext cx="2103120" cy="914400"/>
          </a:xfrm>
          <a:prstGeom prst="roundRect">
            <a:avLst>
              <a:gd name="adj" fmla="val 7000"/>
            </a:avLst>
          </a:prstGeom>
          <a:solidFill>
            <a:srgbClr val="EFF1F8"/>
          </a:solidFill>
          <a:ln w="12700">
            <a:solidFill>
              <a:srgbClr val="30D158"/>
            </a:solidFill>
            <a:prstDash val="solid"/>
          </a:ln>
        </p:spPr>
      </p:sp>
      <p:sp>
        <p:nvSpPr>
          <p:cNvPr id="25" name="Text 23"/>
          <p:cNvSpPr txBox="1"/>
          <p:nvPr/>
        </p:nvSpPr>
        <p:spPr>
          <a:xfrm>
            <a:off x="271576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I-5</a:t>
            </a:r>
            <a:endParaRPr lang="en-US" sz="1200" dirty="0"/>
          </a:p>
        </p:txBody>
      </p:sp>
      <p:sp>
        <p:nvSpPr>
          <p:cNvPr id="26" name="Text 24"/>
          <p:cNvSpPr txBox="1"/>
          <p:nvPr/>
        </p:nvSpPr>
        <p:spPr>
          <a:xfrm>
            <a:off x="271576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Configuración del Proyecto</a:t>
            </a:r>
            <a:endParaRPr lang="en-US" sz="950" dirty="0"/>
          </a:p>
        </p:txBody>
      </p:sp>
      <p:sp>
        <p:nvSpPr>
          <p:cNvPr id="27" name="Shape 25"/>
          <p:cNvSpPr/>
          <p:nvPr/>
        </p:nvSpPr>
        <p:spPr>
          <a:xfrm>
            <a:off x="2606040" y="2752344"/>
            <a:ext cx="2103120" cy="914400"/>
          </a:xfrm>
          <a:prstGeom prst="roundRect">
            <a:avLst>
              <a:gd name="adj" fmla="val 7000"/>
            </a:avLst>
          </a:prstGeom>
          <a:solidFill>
            <a:srgbClr val="EFF1F8"/>
          </a:solidFill>
          <a:ln w="12700">
            <a:solidFill>
              <a:srgbClr val="30D158"/>
            </a:solidFill>
            <a:prstDash val="solid"/>
          </a:ln>
        </p:spPr>
      </p:sp>
      <p:sp>
        <p:nvSpPr>
          <p:cNvPr id="28" name="Text 26"/>
          <p:cNvSpPr txBox="1"/>
          <p:nvPr/>
        </p:nvSpPr>
        <p:spPr>
          <a:xfrm>
            <a:off x="271576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I-6</a:t>
            </a:r>
            <a:endParaRPr lang="en-US" sz="1200" dirty="0"/>
          </a:p>
        </p:txBody>
      </p:sp>
      <p:sp>
        <p:nvSpPr>
          <p:cNvPr id="29" name="Text 27"/>
          <p:cNvSpPr txBox="1"/>
          <p:nvPr/>
        </p:nvSpPr>
        <p:spPr>
          <a:xfrm>
            <a:off x="271576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 Métodos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Secuencias</a:t>
            </a:r>
            <a:endParaRPr lang="en-US" sz="950" dirty="0"/>
          </a:p>
        </p:txBody>
      </p:sp>
      <p:sp>
        <p:nvSpPr>
          <p:cNvPr id="30" name="Shape 28"/>
          <p:cNvSpPr/>
          <p:nvPr/>
        </p:nvSpPr>
        <p:spPr>
          <a:xfrm>
            <a:off x="2606040" y="3803904"/>
            <a:ext cx="2103120" cy="914400"/>
          </a:xfrm>
          <a:prstGeom prst="roundRect">
            <a:avLst>
              <a:gd name="adj" fmla="val 7000"/>
            </a:avLst>
          </a:prstGeom>
          <a:solidFill>
            <a:srgbClr val="EFF1F8"/>
          </a:solidFill>
          <a:ln w="12700">
            <a:solidFill>
              <a:srgbClr val="30D158"/>
            </a:solidFill>
            <a:prstDash val="solid"/>
          </a:ln>
        </p:spPr>
      </p:sp>
      <p:sp>
        <p:nvSpPr>
          <p:cNvPr id="31" name="Text 29"/>
          <p:cNvSpPr txBox="1"/>
          <p:nvPr/>
        </p:nvSpPr>
        <p:spPr>
          <a:xfrm>
            <a:off x="271576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I-7</a:t>
            </a:r>
            <a:endParaRPr lang="en-US" sz="1200" dirty="0"/>
          </a:p>
        </p:txBody>
      </p:sp>
      <p:sp>
        <p:nvSpPr>
          <p:cNvPr id="32" name="Text 30"/>
          <p:cNvSpPr txBox="1"/>
          <p:nvPr/>
        </p:nvSpPr>
        <p:spPr>
          <a:xfrm>
            <a:off x="271576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y Comunicación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 Tecnología de Información</a:t>
            </a:r>
            <a:endParaRPr lang="en-US" sz="950" dirty="0"/>
          </a:p>
        </p:txBody>
      </p:sp>
      <p:sp>
        <p:nvSpPr>
          <p:cNvPr id="33" name="Shape 31"/>
          <p:cNvSpPr/>
          <p:nvPr/>
        </p:nvSpPr>
        <p:spPr>
          <a:xfrm>
            <a:off x="2606040" y="4855464"/>
            <a:ext cx="2103120" cy="914400"/>
          </a:xfrm>
          <a:prstGeom prst="roundRect">
            <a:avLst>
              <a:gd name="adj" fmla="val 7000"/>
            </a:avLst>
          </a:prstGeom>
          <a:solidFill>
            <a:srgbClr val="EFF1F8"/>
          </a:solidFill>
          <a:ln w="12700">
            <a:solidFill>
              <a:srgbClr val="FF9500"/>
            </a:solidFill>
            <a:prstDash val="solid"/>
          </a:ln>
        </p:spPr>
      </p:sp>
      <p:sp>
        <p:nvSpPr>
          <p:cNvPr id="34" name="Text 32"/>
          <p:cNvSpPr txBox="1"/>
          <p:nvPr/>
        </p:nvSpPr>
        <p:spPr>
          <a:xfrm>
            <a:off x="271576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II-1</a:t>
            </a:r>
            <a:endParaRPr lang="en-US" sz="1200" dirty="0"/>
          </a:p>
        </p:txBody>
      </p:sp>
      <p:sp>
        <p:nvSpPr>
          <p:cNvPr id="35" name="Text 33"/>
          <p:cNvSpPr txBox="1"/>
          <p:nvPr/>
        </p:nvSpPr>
        <p:spPr>
          <a:xfrm>
            <a:off x="271576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Programación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Ingeniería Basada en Constr.</a:t>
            </a:r>
            <a:endParaRPr lang="en-US" sz="950" dirty="0"/>
          </a:p>
        </p:txBody>
      </p:sp>
      <p:sp>
        <p:nvSpPr>
          <p:cNvPr id="36" name="Shape 34"/>
          <p:cNvSpPr/>
          <p:nvPr/>
        </p:nvSpPr>
        <p:spPr>
          <a:xfrm>
            <a:off x="4846320" y="1700784"/>
            <a:ext cx="2103120" cy="914400"/>
          </a:xfrm>
          <a:prstGeom prst="roundRect">
            <a:avLst>
              <a:gd name="adj" fmla="val 7000"/>
            </a:avLst>
          </a:prstGeom>
          <a:solidFill>
            <a:srgbClr val="EFF1F8"/>
          </a:solidFill>
          <a:ln w="12700">
            <a:solidFill>
              <a:srgbClr val="FF9500"/>
            </a:solidFill>
            <a:prstDash val="solid"/>
          </a:ln>
        </p:spPr>
      </p:sp>
      <p:sp>
        <p:nvSpPr>
          <p:cNvPr id="37" name="Text 35"/>
          <p:cNvSpPr txBox="1"/>
          <p:nvPr/>
        </p:nvSpPr>
        <p:spPr>
          <a:xfrm>
            <a:off x="495604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II-2</a:t>
            </a:r>
            <a:endParaRPr lang="en-US" sz="1200" dirty="0"/>
          </a:p>
        </p:txBody>
      </p:sp>
      <p:sp>
        <p:nvSpPr>
          <p:cNvPr id="38" name="Text 36"/>
          <p:cNvSpPr txBox="1"/>
          <p:nvPr/>
        </p:nvSpPr>
        <p:spPr>
          <a:xfrm>
            <a:off x="49560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Innovación y Simplif.</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Diseño</a:t>
            </a:r>
            <a:endParaRPr lang="en-US" sz="950" dirty="0"/>
          </a:p>
        </p:txBody>
      </p:sp>
      <p:sp>
        <p:nvSpPr>
          <p:cNvPr id="39" name="Shape 37"/>
          <p:cNvSpPr/>
          <p:nvPr/>
        </p:nvSpPr>
        <p:spPr>
          <a:xfrm>
            <a:off x="4846320" y="2752344"/>
            <a:ext cx="2103120" cy="914400"/>
          </a:xfrm>
          <a:prstGeom prst="roundRect">
            <a:avLst>
              <a:gd name="adj" fmla="val 7000"/>
            </a:avLst>
          </a:prstGeom>
          <a:solidFill>
            <a:srgbClr val="EFF1F8"/>
          </a:solidFill>
          <a:ln w="12700">
            <a:solidFill>
              <a:srgbClr val="FF9500"/>
            </a:solidFill>
            <a:prstDash val="solid"/>
          </a:ln>
        </p:spPr>
      </p:sp>
      <p:sp>
        <p:nvSpPr>
          <p:cNvPr id="40" name="Text 38"/>
          <p:cNvSpPr txBox="1"/>
          <p:nvPr/>
        </p:nvSpPr>
        <p:spPr>
          <a:xfrm>
            <a:off x="495604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II-3</a:t>
            </a:r>
            <a:endParaRPr lang="en-US" sz="1200" dirty="0"/>
          </a:p>
        </p:txBody>
      </p:sp>
      <p:sp>
        <p:nvSpPr>
          <p:cNvPr id="41" name="Text 39"/>
          <p:cNvSpPr txBox="1"/>
          <p:nvPr/>
        </p:nvSpPr>
        <p:spPr>
          <a:xfrm>
            <a:off x="495604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 Elementos</a:t>
            </a:r>
            <a:endParaRPr lang="en-US" sz="950" dirty="0"/>
          </a:p>
        </p:txBody>
      </p:sp>
      <p:sp>
        <p:nvSpPr>
          <p:cNvPr id="42" name="Shape 40"/>
          <p:cNvSpPr/>
          <p:nvPr/>
        </p:nvSpPr>
        <p:spPr>
          <a:xfrm>
            <a:off x="4846320" y="3803904"/>
            <a:ext cx="2103120" cy="914400"/>
          </a:xfrm>
          <a:prstGeom prst="roundRect">
            <a:avLst>
              <a:gd name="adj" fmla="val 7000"/>
            </a:avLst>
          </a:prstGeom>
          <a:solidFill>
            <a:srgbClr val="EFF1F8"/>
          </a:solidFill>
          <a:ln w="12700">
            <a:solidFill>
              <a:srgbClr val="FF9500"/>
            </a:solidFill>
            <a:prstDash val="solid"/>
          </a:ln>
        </p:spPr>
      </p:sp>
      <p:sp>
        <p:nvSpPr>
          <p:cNvPr id="43" name="Text 41"/>
          <p:cNvSpPr txBox="1"/>
          <p:nvPr/>
        </p:nvSpPr>
        <p:spPr>
          <a:xfrm>
            <a:off x="495604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II-4</a:t>
            </a:r>
            <a:endParaRPr lang="en-US" sz="1200" dirty="0"/>
          </a:p>
        </p:txBody>
      </p:sp>
      <p:sp>
        <p:nvSpPr>
          <p:cNvPr id="44" name="Text 42"/>
          <p:cNvSpPr txBox="1"/>
          <p:nvPr/>
        </p:nvSpPr>
        <p:spPr>
          <a:xfrm>
            <a:off x="495604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Pre-ensamble,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Modularización, Pre-fab</a:t>
            </a:r>
            <a:endParaRPr lang="en-US" sz="950" dirty="0"/>
          </a:p>
        </p:txBody>
      </p:sp>
      <p:sp>
        <p:nvSpPr>
          <p:cNvPr id="45" name="Shape 43"/>
          <p:cNvSpPr/>
          <p:nvPr/>
        </p:nvSpPr>
        <p:spPr>
          <a:xfrm>
            <a:off x="4846320" y="4855464"/>
            <a:ext cx="2103120" cy="914400"/>
          </a:xfrm>
          <a:prstGeom prst="roundRect">
            <a:avLst>
              <a:gd name="adj" fmla="val 7000"/>
            </a:avLst>
          </a:prstGeom>
          <a:solidFill>
            <a:srgbClr val="EFF1F8"/>
          </a:solidFill>
          <a:ln w="12700">
            <a:solidFill>
              <a:srgbClr val="FF9500"/>
            </a:solidFill>
            <a:prstDash val="solid"/>
          </a:ln>
        </p:spPr>
      </p:sp>
      <p:sp>
        <p:nvSpPr>
          <p:cNvPr id="46" name="Text 44"/>
          <p:cNvSpPr txBox="1"/>
          <p:nvPr/>
        </p:nvSpPr>
        <p:spPr>
          <a:xfrm>
            <a:off x="495604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II-5</a:t>
            </a:r>
            <a:endParaRPr lang="en-US" sz="1200" dirty="0"/>
          </a:p>
        </p:txBody>
      </p:sp>
      <p:sp>
        <p:nvSpPr>
          <p:cNvPr id="47" name="Text 45"/>
          <p:cNvSpPr txBox="1"/>
          <p:nvPr/>
        </p:nvSpPr>
        <p:spPr>
          <a:xfrm>
            <a:off x="495604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Condiciones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Restricciones del Sitio</a:t>
            </a:r>
            <a:endParaRPr lang="en-US" sz="950" dirty="0"/>
          </a:p>
        </p:txBody>
      </p:sp>
      <p:sp>
        <p:nvSpPr>
          <p:cNvPr id="48" name="Shape 46"/>
          <p:cNvSpPr/>
          <p:nvPr/>
        </p:nvSpPr>
        <p:spPr>
          <a:xfrm>
            <a:off x="7086600" y="1700784"/>
            <a:ext cx="2103120" cy="914400"/>
          </a:xfrm>
          <a:prstGeom prst="roundRect">
            <a:avLst>
              <a:gd name="adj" fmla="val 7000"/>
            </a:avLst>
          </a:prstGeom>
          <a:solidFill>
            <a:srgbClr val="EFF1F8"/>
          </a:solidFill>
          <a:ln w="12700">
            <a:solidFill>
              <a:srgbClr val="FF9500"/>
            </a:solidFill>
            <a:prstDash val="solid"/>
          </a:ln>
        </p:spPr>
      </p:sp>
      <p:sp>
        <p:nvSpPr>
          <p:cNvPr id="49" name="Text 47"/>
          <p:cNvSpPr txBox="1"/>
          <p:nvPr/>
        </p:nvSpPr>
        <p:spPr>
          <a:xfrm>
            <a:off x="719632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II-6</a:t>
            </a:r>
            <a:endParaRPr lang="en-US" sz="1200" dirty="0"/>
          </a:p>
        </p:txBody>
      </p:sp>
      <p:sp>
        <p:nvSpPr>
          <p:cNvPr id="50" name="Text 48"/>
          <p:cNvSpPr txBox="1"/>
          <p:nvPr/>
        </p:nvSpPr>
        <p:spPr>
          <a:xfrm>
            <a:off x="719632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Acceso,</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Espacio y Tolerancias</a:t>
            </a:r>
            <a:endParaRPr lang="en-US" sz="950" dirty="0"/>
          </a:p>
        </p:txBody>
      </p:sp>
      <p:sp>
        <p:nvSpPr>
          <p:cNvPr id="51" name="Shape 49"/>
          <p:cNvSpPr/>
          <p:nvPr/>
        </p:nvSpPr>
        <p:spPr>
          <a:xfrm>
            <a:off x="7086600" y="2752344"/>
            <a:ext cx="2103120" cy="914400"/>
          </a:xfrm>
          <a:prstGeom prst="roundRect">
            <a:avLst>
              <a:gd name="adj" fmla="val 7000"/>
            </a:avLst>
          </a:prstGeom>
          <a:solidFill>
            <a:srgbClr val="EFF1F8"/>
          </a:solidFill>
          <a:ln w="12700">
            <a:solidFill>
              <a:srgbClr val="FF9500"/>
            </a:solidFill>
            <a:prstDash val="solid"/>
          </a:ln>
        </p:spPr>
      </p:sp>
      <p:sp>
        <p:nvSpPr>
          <p:cNvPr id="52" name="Text 50"/>
          <p:cNvSpPr txBox="1"/>
          <p:nvPr/>
        </p:nvSpPr>
        <p:spPr>
          <a:xfrm>
            <a:off x="719632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II-7</a:t>
            </a:r>
            <a:endParaRPr lang="en-US" sz="1200" dirty="0"/>
          </a:p>
        </p:txBody>
      </p:sp>
      <p:sp>
        <p:nvSpPr>
          <p:cNvPr id="53" name="Text 51"/>
          <p:cNvSpPr txBox="1"/>
          <p:nvPr/>
        </p:nvSpPr>
        <p:spPr>
          <a:xfrm>
            <a:off x="719632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Constructabilidad</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Climas Adversos</a:t>
            </a:r>
            <a:endParaRPr lang="en-US" sz="950" dirty="0"/>
          </a:p>
        </p:txBody>
      </p:sp>
      <p:sp>
        <p:nvSpPr>
          <p:cNvPr id="54" name="Shape 52"/>
          <p:cNvSpPr/>
          <p:nvPr/>
        </p:nvSpPr>
        <p:spPr>
          <a:xfrm>
            <a:off x="7086600" y="3803904"/>
            <a:ext cx="2103120" cy="914400"/>
          </a:xfrm>
          <a:prstGeom prst="roundRect">
            <a:avLst>
              <a:gd name="adj" fmla="val 7000"/>
            </a:avLst>
          </a:prstGeom>
          <a:solidFill>
            <a:srgbClr val="EFF1F8"/>
          </a:solidFill>
          <a:ln w="12700">
            <a:solidFill>
              <a:srgbClr val="FF9500"/>
            </a:solidFill>
            <a:prstDash val="solid"/>
          </a:ln>
        </p:spPr>
      </p:sp>
      <p:sp>
        <p:nvSpPr>
          <p:cNvPr id="55" name="Text 53"/>
          <p:cNvSpPr txBox="1"/>
          <p:nvPr/>
        </p:nvSpPr>
        <p:spPr>
          <a:xfrm>
            <a:off x="719632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II-8</a:t>
            </a:r>
            <a:endParaRPr lang="en-US" sz="1200" dirty="0"/>
          </a:p>
        </p:txBody>
      </p:sp>
      <p:sp>
        <p:nvSpPr>
          <p:cNvPr id="56" name="Text 54"/>
          <p:cNvSpPr txBox="1"/>
          <p:nvPr/>
        </p:nvSpPr>
        <p:spPr>
          <a:xfrm>
            <a:off x="719632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Estrategia de Procura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Influenciada por Constr.</a:t>
            </a:r>
            <a:endParaRPr lang="en-US" sz="950" dirty="0"/>
          </a:p>
        </p:txBody>
      </p:sp>
      <p:sp>
        <p:nvSpPr>
          <p:cNvPr id="57" name="Shape 55"/>
          <p:cNvSpPr/>
          <p:nvPr/>
        </p:nvSpPr>
        <p:spPr>
          <a:xfrm>
            <a:off x="7086600" y="4855464"/>
            <a:ext cx="2103120" cy="914400"/>
          </a:xfrm>
          <a:prstGeom prst="roundRect">
            <a:avLst>
              <a:gd name="adj" fmla="val 7000"/>
            </a:avLst>
          </a:prstGeom>
          <a:solidFill>
            <a:srgbClr val="EFF1F8"/>
          </a:solidFill>
          <a:ln w="12700">
            <a:solidFill>
              <a:srgbClr val="FF453A"/>
            </a:solidFill>
            <a:prstDash val="solid"/>
          </a:ln>
        </p:spPr>
      </p:sp>
      <p:sp>
        <p:nvSpPr>
          <p:cNvPr id="58" name="Text 56"/>
          <p:cNvSpPr txBox="1"/>
          <p:nvPr/>
        </p:nvSpPr>
        <p:spPr>
          <a:xfrm>
            <a:off x="7196328" y="492861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59" name="Text 57"/>
          <p:cNvSpPr txBox="1"/>
          <p:nvPr/>
        </p:nvSpPr>
        <p:spPr>
          <a:xfrm>
            <a:off x="719632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Proceso de Campo</a:t>
            </a:r>
            <a:endParaRPr lang="en-US" sz="950" dirty="0"/>
          </a:p>
        </p:txBody>
      </p:sp>
      <p:sp>
        <p:nvSpPr>
          <p:cNvPr id="60" name="Shape 58"/>
          <p:cNvSpPr/>
          <p:nvPr/>
        </p:nvSpPr>
        <p:spPr>
          <a:xfrm>
            <a:off x="6675120" y="1700784"/>
            <a:ext cx="2103120" cy="914400"/>
          </a:xfrm>
          <a:prstGeom prst="roundRect">
            <a:avLst>
              <a:gd name="adj" fmla="val 7000"/>
            </a:avLst>
          </a:prstGeom>
          <a:solidFill>
            <a:srgbClr val="EFF1F8"/>
          </a:solidFill>
          <a:ln w="25400">
            <a:solidFill>
              <a:srgbClr val="FF453A"/>
            </a:solidFill>
            <a:prstDash val="solid"/>
          </a:ln>
        </p:spPr>
      </p:sp>
      <p:sp>
        <p:nvSpPr>
          <p:cNvPr id="61" name="Text 59"/>
          <p:cNvSpPr txBox="1"/>
          <p:nvPr/>
        </p:nvSpPr>
        <p:spPr>
          <a:xfrm>
            <a:off x="6784848" y="177393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62" name="Text 60"/>
          <p:cNvSpPr txBox="1"/>
          <p:nvPr/>
        </p:nvSpPr>
        <p:spPr>
          <a:xfrm>
            <a:off x="67848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 del Proceso de Campo</a:t>
            </a:r>
            <a:endParaRPr lang="en-US" sz="950" dirty="0"/>
          </a:p>
        </p:txBody>
      </p:sp>
      <p:sp>
        <p:nvSpPr>
          <p:cNvPr id="63" name="Text 6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Evolución Histórica de la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300" dirty="0"/>
          </a:p>
        </p:txBody>
      </p:sp>
      <p:sp>
        <p:nvSpPr>
          <p:cNvPr id="6" name="Shape 4"/>
          <p:cNvSpPr/>
          <p:nvPr/>
        </p:nvSpPr>
        <p:spPr>
          <a:xfrm>
            <a:off x="365760" y="1517904"/>
            <a:ext cx="8412480" cy="18288"/>
          </a:xfrm>
          <a:prstGeom prst="rect">
            <a:avLst/>
          </a:prstGeom>
          <a:solidFill>
            <a:srgbClr val="E8ECF5"/>
          </a:solidFill>
          <a:ln/>
        </p:spPr>
      </p:sp>
      <p:sp>
        <p:nvSpPr>
          <p:cNvPr id="7" name="Shape 5"/>
          <p:cNvSpPr/>
          <p:nvPr/>
        </p:nvSpPr>
        <p:spPr>
          <a:xfrm>
            <a:off x="365760" y="1389888"/>
            <a:ext cx="777240" cy="347472"/>
          </a:xfrm>
          <a:prstGeom prst="roundRect">
            <a:avLst>
              <a:gd name="adj" fmla="val 13158"/>
            </a:avLst>
          </a:prstGeom>
          <a:solidFill>
            <a:srgbClr val="55577A"/>
          </a:solidFill>
          <a:ln/>
        </p:spPr>
      </p:sp>
      <p:sp>
        <p:nvSpPr>
          <p:cNvPr id="8" name="Text 6"/>
          <p:cNvSpPr txBox="1"/>
          <p:nvPr/>
        </p:nvSpPr>
        <p:spPr>
          <a:xfrm>
            <a:off x="384048" y="141732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1969</a:t>
            </a:r>
            <a:endParaRPr lang="en-US" sz="1100" dirty="0"/>
          </a:p>
        </p:txBody>
      </p:sp>
      <p:sp>
        <p:nvSpPr>
          <p:cNvPr id="9" name="Text 7"/>
          <p:cNvSpPr txBox="1"/>
          <p:nvPr/>
        </p:nvSpPr>
        <p:spPr>
          <a:xfrm>
            <a:off x="1261872" y="141732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1100" dirty="0"/>
          </a:p>
        </p:txBody>
      </p:sp>
      <p:sp>
        <p:nvSpPr>
          <p:cNvPr id="10" name="Shape 8"/>
          <p:cNvSpPr/>
          <p:nvPr/>
        </p:nvSpPr>
        <p:spPr>
          <a:xfrm>
            <a:off x="365760" y="2139696"/>
            <a:ext cx="8412480" cy="18288"/>
          </a:xfrm>
          <a:prstGeom prst="rect">
            <a:avLst/>
          </a:prstGeom>
          <a:solidFill>
            <a:srgbClr val="E8ECF5"/>
          </a:solidFill>
          <a:ln/>
        </p:spPr>
      </p:sp>
      <p:sp>
        <p:nvSpPr>
          <p:cNvPr id="11" name="Shape 9"/>
          <p:cNvSpPr/>
          <p:nvPr/>
        </p:nvSpPr>
        <p:spPr>
          <a:xfrm>
            <a:off x="365760" y="2011680"/>
            <a:ext cx="777240" cy="347472"/>
          </a:xfrm>
          <a:prstGeom prst="roundRect">
            <a:avLst>
              <a:gd name="adj" fmla="val 13158"/>
            </a:avLst>
          </a:prstGeom>
          <a:solidFill>
            <a:srgbClr val="64D2FF"/>
          </a:solidFill>
          <a:ln/>
        </p:spPr>
      </p:sp>
      <p:sp>
        <p:nvSpPr>
          <p:cNvPr id="12" name="Text 10"/>
          <p:cNvSpPr txBox="1"/>
          <p:nvPr/>
        </p:nvSpPr>
        <p:spPr>
          <a:xfrm>
            <a:off x="384048" y="203911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1979</a:t>
            </a:r>
            <a:endParaRPr lang="en-US" sz="1100" dirty="0"/>
          </a:p>
        </p:txBody>
      </p:sp>
      <p:sp>
        <p:nvSpPr>
          <p:cNvPr id="13" name="Text 11"/>
          <p:cNvSpPr txBox="1"/>
          <p:nvPr/>
        </p:nvSpPr>
        <p:spPr>
          <a:xfrm>
            <a:off x="1261872" y="203911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1100" dirty="0"/>
          </a:p>
        </p:txBody>
      </p:sp>
      <p:sp>
        <p:nvSpPr>
          <p:cNvPr id="14" name="Shape 12"/>
          <p:cNvSpPr/>
          <p:nvPr/>
        </p:nvSpPr>
        <p:spPr>
          <a:xfrm>
            <a:off x="365760" y="2761488"/>
            <a:ext cx="8412480" cy="18288"/>
          </a:xfrm>
          <a:prstGeom prst="rect">
            <a:avLst/>
          </a:prstGeom>
          <a:solidFill>
            <a:srgbClr val="E8ECF5"/>
          </a:solidFill>
          <a:ln/>
        </p:spPr>
      </p:sp>
      <p:sp>
        <p:nvSpPr>
          <p:cNvPr id="15" name="Shape 13"/>
          <p:cNvSpPr/>
          <p:nvPr/>
        </p:nvSpPr>
        <p:spPr>
          <a:xfrm>
            <a:off x="365760" y="2633472"/>
            <a:ext cx="777240" cy="347472"/>
          </a:xfrm>
          <a:prstGeom prst="roundRect">
            <a:avLst>
              <a:gd name="adj" fmla="val 13158"/>
            </a:avLst>
          </a:prstGeom>
          <a:solidFill>
            <a:srgbClr val="0A84FF"/>
          </a:solidFill>
          <a:ln/>
        </p:spPr>
      </p:sp>
      <p:sp>
        <p:nvSpPr>
          <p:cNvPr id="16" name="Text 14"/>
          <p:cNvSpPr txBox="1"/>
          <p:nvPr/>
        </p:nvSpPr>
        <p:spPr>
          <a:xfrm>
            <a:off x="384048" y="266090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1983</a:t>
            </a:r>
            <a:endParaRPr lang="en-US" sz="1100" dirty="0"/>
          </a:p>
        </p:txBody>
      </p:sp>
      <p:sp>
        <p:nvSpPr>
          <p:cNvPr id="17" name="Text 15"/>
          <p:cNvSpPr txBox="1"/>
          <p:nvPr/>
        </p:nvSpPr>
        <p:spPr>
          <a:xfrm>
            <a:off x="1261872" y="266090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1100" dirty="0"/>
          </a:p>
        </p:txBody>
      </p:sp>
      <p:sp>
        <p:nvSpPr>
          <p:cNvPr id="18" name="Shape 16"/>
          <p:cNvSpPr/>
          <p:nvPr/>
        </p:nvSpPr>
        <p:spPr>
          <a:xfrm>
            <a:off x="365760" y="3383280"/>
            <a:ext cx="8412480" cy="18288"/>
          </a:xfrm>
          <a:prstGeom prst="rect">
            <a:avLst/>
          </a:prstGeom>
          <a:solidFill>
            <a:srgbClr val="E8ECF5"/>
          </a:solidFill>
          <a:ln/>
        </p:spPr>
      </p:sp>
      <p:sp>
        <p:nvSpPr>
          <p:cNvPr id="19" name="Shape 17"/>
          <p:cNvSpPr/>
          <p:nvPr/>
        </p:nvSpPr>
        <p:spPr>
          <a:xfrm>
            <a:off x="365760" y="3255264"/>
            <a:ext cx="777240" cy="347472"/>
          </a:xfrm>
          <a:prstGeom prst="roundRect">
            <a:avLst>
              <a:gd name="adj" fmla="val 13158"/>
            </a:avLst>
          </a:prstGeom>
          <a:solidFill>
            <a:srgbClr val="30D158"/>
          </a:solidFill>
          <a:ln/>
        </p:spPr>
      </p:sp>
      <p:sp>
        <p:nvSpPr>
          <p:cNvPr id="20" name="Text 18"/>
          <p:cNvSpPr txBox="1"/>
          <p:nvPr/>
        </p:nvSpPr>
        <p:spPr>
          <a:xfrm>
            <a:off x="384048" y="3282696"/>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1986</a:t>
            </a:r>
            <a:endParaRPr lang="en-US" sz="1100" dirty="0"/>
          </a:p>
        </p:txBody>
      </p:sp>
      <p:sp>
        <p:nvSpPr>
          <p:cNvPr id="21" name="Text 19"/>
          <p:cNvSpPr txBox="1"/>
          <p:nvPr/>
        </p:nvSpPr>
        <p:spPr>
          <a:xfrm>
            <a:off x="1261872" y="3282696"/>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1100" dirty="0"/>
          </a:p>
        </p:txBody>
      </p:sp>
      <p:sp>
        <p:nvSpPr>
          <p:cNvPr id="22" name="Shape 20"/>
          <p:cNvSpPr/>
          <p:nvPr/>
        </p:nvSpPr>
        <p:spPr>
          <a:xfrm>
            <a:off x="365760" y="4005072"/>
            <a:ext cx="8412480" cy="18288"/>
          </a:xfrm>
          <a:prstGeom prst="rect">
            <a:avLst/>
          </a:prstGeom>
          <a:solidFill>
            <a:srgbClr val="E8ECF5"/>
          </a:solidFill>
          <a:ln/>
        </p:spPr>
      </p:sp>
      <p:sp>
        <p:nvSpPr>
          <p:cNvPr id="23" name="Shape 21"/>
          <p:cNvSpPr/>
          <p:nvPr/>
        </p:nvSpPr>
        <p:spPr>
          <a:xfrm>
            <a:off x="365760" y="3877056"/>
            <a:ext cx="777240" cy="347472"/>
          </a:xfrm>
          <a:prstGeom prst="roundRect">
            <a:avLst>
              <a:gd name="adj" fmla="val 13158"/>
            </a:avLst>
          </a:prstGeom>
          <a:solidFill>
            <a:srgbClr val="FF9500"/>
          </a:solidFill>
          <a:ln/>
        </p:spPr>
      </p:sp>
      <p:sp>
        <p:nvSpPr>
          <p:cNvPr id="24" name="Text 22"/>
          <p:cNvSpPr txBox="1"/>
          <p:nvPr/>
        </p:nvSpPr>
        <p:spPr>
          <a:xfrm>
            <a:off x="384048" y="3904488"/>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1993</a:t>
            </a:r>
            <a:endParaRPr lang="en-US" sz="1100" dirty="0"/>
          </a:p>
        </p:txBody>
      </p:sp>
      <p:sp>
        <p:nvSpPr>
          <p:cNvPr id="25" name="Text 23"/>
          <p:cNvSpPr txBox="1"/>
          <p:nvPr/>
        </p:nvSpPr>
        <p:spPr>
          <a:xfrm>
            <a:off x="1261872" y="3904488"/>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1100" dirty="0"/>
          </a:p>
        </p:txBody>
      </p:sp>
      <p:sp>
        <p:nvSpPr>
          <p:cNvPr id="26" name="Shape 24"/>
          <p:cNvSpPr/>
          <p:nvPr/>
        </p:nvSpPr>
        <p:spPr>
          <a:xfrm>
            <a:off x="365760" y="4626864"/>
            <a:ext cx="8412480" cy="18288"/>
          </a:xfrm>
          <a:prstGeom prst="rect">
            <a:avLst/>
          </a:prstGeom>
          <a:solidFill>
            <a:srgbClr val="E8ECF5"/>
          </a:solidFill>
          <a:ln/>
        </p:spPr>
      </p:sp>
      <p:sp>
        <p:nvSpPr>
          <p:cNvPr id="27" name="Shape 25"/>
          <p:cNvSpPr/>
          <p:nvPr/>
        </p:nvSpPr>
        <p:spPr>
          <a:xfrm>
            <a:off x="365760" y="4498848"/>
            <a:ext cx="777240" cy="347472"/>
          </a:xfrm>
          <a:prstGeom prst="roundRect">
            <a:avLst>
              <a:gd name="adj" fmla="val 13158"/>
            </a:avLst>
          </a:prstGeom>
          <a:solidFill>
            <a:srgbClr val="FFD60A"/>
          </a:solidFill>
          <a:ln/>
        </p:spPr>
      </p:sp>
      <p:sp>
        <p:nvSpPr>
          <p:cNvPr id="28" name="Text 26"/>
          <p:cNvSpPr txBox="1"/>
          <p:nvPr/>
        </p:nvSpPr>
        <p:spPr>
          <a:xfrm>
            <a:off x="384048" y="452628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2000s</a:t>
            </a:r>
            <a:endParaRPr lang="en-US" sz="1100" dirty="0"/>
          </a:p>
        </p:txBody>
      </p:sp>
      <p:sp>
        <p:nvSpPr>
          <p:cNvPr id="29" name="Text 27"/>
          <p:cNvSpPr txBox="1"/>
          <p:nvPr/>
        </p:nvSpPr>
        <p:spPr>
          <a:xfrm>
            <a:off x="1261872" y="452628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1100" dirty="0"/>
          </a:p>
        </p:txBody>
      </p:sp>
      <p:sp>
        <p:nvSpPr>
          <p:cNvPr id="30" name="Shape 28"/>
          <p:cNvSpPr/>
          <p:nvPr/>
        </p:nvSpPr>
        <p:spPr>
          <a:xfrm>
            <a:off x="365760" y="5248656"/>
            <a:ext cx="8412480" cy="18288"/>
          </a:xfrm>
          <a:prstGeom prst="rect">
            <a:avLst/>
          </a:prstGeom>
          <a:solidFill>
            <a:srgbClr val="E8ECF5"/>
          </a:solidFill>
          <a:ln/>
        </p:spPr>
      </p:sp>
      <p:sp>
        <p:nvSpPr>
          <p:cNvPr id="31" name="Shape 29"/>
          <p:cNvSpPr/>
          <p:nvPr/>
        </p:nvSpPr>
        <p:spPr>
          <a:xfrm>
            <a:off x="365760" y="5120640"/>
            <a:ext cx="777240" cy="347472"/>
          </a:xfrm>
          <a:prstGeom prst="roundRect">
            <a:avLst>
              <a:gd name="adj" fmla="val 13158"/>
            </a:avLst>
          </a:prstGeom>
          <a:solidFill>
            <a:srgbClr val="AF52DE"/>
          </a:solidFill>
          <a:ln/>
        </p:spPr>
      </p:sp>
      <p:sp>
        <p:nvSpPr>
          <p:cNvPr id="32" name="Text 30"/>
          <p:cNvSpPr txBox="1"/>
          <p:nvPr/>
        </p:nvSpPr>
        <p:spPr>
          <a:xfrm>
            <a:off x="384048" y="514807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2010s</a:t>
            </a:r>
            <a:endParaRPr lang="en-US" sz="1100" dirty="0"/>
          </a:p>
        </p:txBody>
      </p:sp>
      <p:sp>
        <p:nvSpPr>
          <p:cNvPr id="33" name="Text 31"/>
          <p:cNvSpPr txBox="1"/>
          <p:nvPr/>
        </p:nvSpPr>
        <p:spPr>
          <a:xfrm>
            <a:off x="1261872" y="514807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1100" dirty="0"/>
          </a:p>
        </p:txBody>
      </p:sp>
      <p:sp>
        <p:nvSpPr>
          <p:cNvPr id="34" name="Shape 32"/>
          <p:cNvSpPr/>
          <p:nvPr/>
        </p:nvSpPr>
        <p:spPr>
          <a:xfrm>
            <a:off x="365760" y="5870448"/>
            <a:ext cx="8412480" cy="18288"/>
          </a:xfrm>
          <a:prstGeom prst="rect">
            <a:avLst/>
          </a:prstGeom>
          <a:solidFill>
            <a:srgbClr val="E8ECF5"/>
          </a:solidFill>
          <a:ln/>
        </p:spPr>
      </p:sp>
      <p:sp>
        <p:nvSpPr>
          <p:cNvPr id="35" name="Shape 33"/>
          <p:cNvSpPr/>
          <p:nvPr/>
        </p:nvSpPr>
        <p:spPr>
          <a:xfrm>
            <a:off x="365760" y="5742432"/>
            <a:ext cx="777240" cy="347472"/>
          </a:xfrm>
          <a:prstGeom prst="roundRect">
            <a:avLst>
              <a:gd name="adj" fmla="val 13158"/>
            </a:avLst>
          </a:prstGeom>
          <a:solidFill>
            <a:srgbClr val="FF453A"/>
          </a:solidFill>
          <a:ln/>
        </p:spPr>
      </p:sp>
      <p:sp>
        <p:nvSpPr>
          <p:cNvPr id="36" name="Text 34"/>
          <p:cNvSpPr txBox="1"/>
          <p:nvPr/>
        </p:nvSpPr>
        <p:spPr>
          <a:xfrm>
            <a:off x="384048" y="576986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2020s</a:t>
            </a:r>
            <a:endParaRPr lang="en-US" sz="1100" dirty="0"/>
          </a:p>
        </p:txBody>
      </p:sp>
      <p:sp>
        <p:nvSpPr>
          <p:cNvPr id="37" name="Text 35"/>
          <p:cNvSpPr txBox="1"/>
          <p:nvPr/>
        </p:nvSpPr>
        <p:spPr>
          <a:xfrm>
            <a:off x="1261872" y="576986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11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Preguntas Frecuentes sobre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Shape 3"/>
          <p:cNvSpPr/>
          <p:nvPr/>
        </p:nvSpPr>
        <p:spPr>
          <a:xfrm>
            <a:off x="365760" y="960120"/>
            <a:ext cx="8412480" cy="987552"/>
          </a:xfrm>
          <a:prstGeom prst="roundRect">
            <a:avLst>
              <a:gd name="adj" fmla="val 7407"/>
            </a:avLst>
          </a:prstGeom>
          <a:solidFill>
            <a:srgbClr val="EFF1F8"/>
          </a:solidFill>
          <a:ln w="12700">
            <a:solidFill>
              <a:srgbClr val="E8ECF5"/>
            </a:solidFill>
            <a:prstDash val="solid"/>
          </a:ln>
        </p:spPr>
      </p:sp>
      <p:sp>
        <p:nvSpPr>
          <p:cNvPr id="6" name="Text 4"/>
          <p:cNvSpPr txBox="1"/>
          <p:nvPr/>
        </p:nvSpPr>
        <p:spPr>
          <a:xfrm>
            <a:off x="548640" y="1033272"/>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1200" dirty="0"/>
          </a:p>
        </p:txBody>
      </p:sp>
      <p:sp>
        <p:nvSpPr>
          <p:cNvPr id="7" name="Text 5"/>
          <p:cNvSpPr txBox="1"/>
          <p:nvPr/>
        </p:nvSpPr>
        <p:spPr>
          <a:xfrm>
            <a:off x="548640" y="1399032"/>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1100" dirty="0"/>
          </a:p>
        </p:txBody>
      </p:sp>
      <p:sp>
        <p:nvSpPr>
          <p:cNvPr id="8" name="Shape 6"/>
          <p:cNvSpPr/>
          <p:nvPr/>
        </p:nvSpPr>
        <p:spPr>
          <a:xfrm>
            <a:off x="365760" y="2075688"/>
            <a:ext cx="8412480" cy="987552"/>
          </a:xfrm>
          <a:prstGeom prst="roundRect">
            <a:avLst>
              <a:gd name="adj" fmla="val 7407"/>
            </a:avLst>
          </a:prstGeom>
          <a:solidFill>
            <a:srgbClr val="EFF1F8"/>
          </a:solidFill>
          <a:ln w="12700">
            <a:solidFill>
              <a:srgbClr val="E8ECF5"/>
            </a:solidFill>
            <a:prstDash val="solid"/>
          </a:ln>
        </p:spPr>
      </p:sp>
      <p:sp>
        <p:nvSpPr>
          <p:cNvPr id="9" name="Text 7"/>
          <p:cNvSpPr txBox="1"/>
          <p:nvPr/>
        </p:nvSpPr>
        <p:spPr>
          <a:xfrm>
            <a:off x="548640" y="2148840"/>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1200" dirty="0"/>
          </a:p>
        </p:txBody>
      </p:sp>
      <p:sp>
        <p:nvSpPr>
          <p:cNvPr id="10" name="Text 8"/>
          <p:cNvSpPr txBox="1"/>
          <p:nvPr/>
        </p:nvSpPr>
        <p:spPr>
          <a:xfrm>
            <a:off x="548640" y="2514600"/>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1100" dirty="0"/>
          </a:p>
        </p:txBody>
      </p:sp>
      <p:sp>
        <p:nvSpPr>
          <p:cNvPr id="11" name="Shape 9"/>
          <p:cNvSpPr/>
          <p:nvPr/>
        </p:nvSpPr>
        <p:spPr>
          <a:xfrm>
            <a:off x="365760" y="3191256"/>
            <a:ext cx="8412480" cy="987552"/>
          </a:xfrm>
          <a:prstGeom prst="roundRect">
            <a:avLst>
              <a:gd name="adj" fmla="val 7407"/>
            </a:avLst>
          </a:prstGeom>
          <a:solidFill>
            <a:srgbClr val="EFF1F8"/>
          </a:solidFill>
          <a:ln w="12700">
            <a:solidFill>
              <a:srgbClr val="E8ECF5"/>
            </a:solidFill>
            <a:prstDash val="solid"/>
          </a:ln>
        </p:spPr>
      </p:sp>
      <p:sp>
        <p:nvSpPr>
          <p:cNvPr id="12" name="Text 10"/>
          <p:cNvSpPr txBox="1"/>
          <p:nvPr/>
        </p:nvSpPr>
        <p:spPr>
          <a:xfrm>
            <a:off x="548640" y="3264408"/>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1200" dirty="0"/>
          </a:p>
        </p:txBody>
      </p:sp>
      <p:sp>
        <p:nvSpPr>
          <p:cNvPr id="13" name="Text 11"/>
          <p:cNvSpPr txBox="1"/>
          <p:nvPr/>
        </p:nvSpPr>
        <p:spPr>
          <a:xfrm>
            <a:off x="548640" y="3630168"/>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1100" dirty="0"/>
          </a:p>
        </p:txBody>
      </p:sp>
      <p:sp>
        <p:nvSpPr>
          <p:cNvPr id="14" name="Shape 12"/>
          <p:cNvSpPr/>
          <p:nvPr/>
        </p:nvSpPr>
        <p:spPr>
          <a:xfrm>
            <a:off x="365760" y="4306824"/>
            <a:ext cx="8412480" cy="987552"/>
          </a:xfrm>
          <a:prstGeom prst="roundRect">
            <a:avLst>
              <a:gd name="adj" fmla="val 7407"/>
            </a:avLst>
          </a:prstGeom>
          <a:solidFill>
            <a:srgbClr val="EFF1F8"/>
          </a:solidFill>
          <a:ln w="12700">
            <a:solidFill>
              <a:srgbClr val="E8ECF5"/>
            </a:solidFill>
            <a:prstDash val="solid"/>
          </a:ln>
        </p:spPr>
      </p:sp>
      <p:sp>
        <p:nvSpPr>
          <p:cNvPr id="15" name="Text 13"/>
          <p:cNvSpPr txBox="1"/>
          <p:nvPr/>
        </p:nvSpPr>
        <p:spPr>
          <a:xfrm>
            <a:off x="548640" y="4379976"/>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1200" dirty="0"/>
          </a:p>
        </p:txBody>
      </p:sp>
      <p:sp>
        <p:nvSpPr>
          <p:cNvPr id="16" name="Text 14"/>
          <p:cNvSpPr txBox="1"/>
          <p:nvPr/>
        </p:nvSpPr>
        <p:spPr>
          <a:xfrm>
            <a:off x="548640" y="4745736"/>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1100" dirty="0"/>
          </a:p>
        </p:txBody>
      </p:sp>
      <p:sp>
        <p:nvSpPr>
          <p:cNvPr id="17" name="Shape 15"/>
          <p:cNvSpPr/>
          <p:nvPr/>
        </p:nvSpPr>
        <p:spPr>
          <a:xfrm>
            <a:off x="365760" y="5422392"/>
            <a:ext cx="8412480" cy="987552"/>
          </a:xfrm>
          <a:prstGeom prst="roundRect">
            <a:avLst>
              <a:gd name="adj" fmla="val 7407"/>
            </a:avLst>
          </a:prstGeom>
          <a:solidFill>
            <a:srgbClr val="EFF1F8"/>
          </a:solidFill>
          <a:ln w="12700">
            <a:solidFill>
              <a:srgbClr val="E8ECF5"/>
            </a:solidFill>
            <a:prstDash val="solid"/>
          </a:ln>
        </p:spPr>
      </p:sp>
      <p:sp>
        <p:nvSpPr>
          <p:cNvPr id="18" name="Text 16"/>
          <p:cNvSpPr txBox="1"/>
          <p:nvPr/>
        </p:nvSpPr>
        <p:spPr>
          <a:xfrm>
            <a:off x="548640" y="5495544"/>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1200" dirty="0"/>
          </a:p>
        </p:txBody>
      </p:sp>
      <p:sp>
        <p:nvSpPr>
          <p:cNvPr id="19" name="Text 17"/>
          <p:cNvSpPr txBox="1"/>
          <p:nvPr/>
        </p:nvSpPr>
        <p:spPr>
          <a:xfrm>
            <a:off x="548640" y="5861304"/>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11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300" dirty="0"/>
          </a:p>
        </p:txBody>
      </p:sp>
      <p:sp>
        <p:nvSpPr>
          <p:cNvPr id="6" name="Shape 4"/>
          <p:cNvSpPr/>
          <p:nvPr/>
        </p:nvSpPr>
        <p:spPr>
          <a:xfrm>
            <a:off x="365760" y="1298448"/>
            <a:ext cx="8412480" cy="502920"/>
          </a:xfrm>
          <a:prstGeom prst="rect">
            <a:avLst/>
          </a:prstGeom>
          <a:solidFill>
            <a:srgbClr val="E8ECF5"/>
          </a:solidFill>
          <a:ln/>
        </p:spPr>
      </p:sp>
      <p:sp>
        <p:nvSpPr>
          <p:cNvPr id="7" name="Text 5"/>
          <p:cNvSpPr txBox="1"/>
          <p:nvPr/>
        </p:nvSpPr>
        <p:spPr>
          <a:xfrm>
            <a:off x="502920" y="1408176"/>
            <a:ext cx="201168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Indicador</a:t>
            </a:r>
            <a:endParaRPr lang="en-US" sz="1100" dirty="0"/>
          </a:p>
        </p:txBody>
      </p:sp>
      <p:sp>
        <p:nvSpPr>
          <p:cNvPr id="8" name="Text 6"/>
          <p:cNvSpPr txBox="1"/>
          <p:nvPr/>
        </p:nvSpPr>
        <p:spPr>
          <a:xfrm>
            <a:off x="2606040" y="1408176"/>
            <a:ext cx="219456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1100" dirty="0"/>
          </a:p>
        </p:txBody>
      </p:sp>
      <p:sp>
        <p:nvSpPr>
          <p:cNvPr id="9" name="Text 7"/>
          <p:cNvSpPr txBox="1"/>
          <p:nvPr/>
        </p:nvSpPr>
        <p:spPr>
          <a:xfrm>
            <a:off x="4892040" y="1408176"/>
            <a:ext cx="228600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1100" dirty="0"/>
          </a:p>
        </p:txBody>
      </p:sp>
      <p:sp>
        <p:nvSpPr>
          <p:cNvPr id="10" name="Text 8"/>
          <p:cNvSpPr txBox="1"/>
          <p:nvPr/>
        </p:nvSpPr>
        <p:spPr>
          <a:xfrm>
            <a:off x="7269480" y="1408176"/>
            <a:ext cx="1371600" cy="292608"/>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Mejora</a:t>
            </a:r>
            <a:endParaRPr lang="en-US" sz="1100" dirty="0"/>
          </a:p>
        </p:txBody>
      </p:sp>
      <p:sp>
        <p:nvSpPr>
          <p:cNvPr id="11" name="Shape 9"/>
          <p:cNvSpPr/>
          <p:nvPr/>
        </p:nvSpPr>
        <p:spPr>
          <a:xfrm>
            <a:off x="365760" y="1865376"/>
            <a:ext cx="8412480" cy="502920"/>
          </a:xfrm>
          <a:prstGeom prst="rect">
            <a:avLst/>
          </a:prstGeom>
          <a:solidFill>
            <a:srgbClr val="E8ECF5"/>
          </a:solidFill>
          <a:ln/>
        </p:spPr>
      </p:sp>
      <p:sp>
        <p:nvSpPr>
          <p:cNvPr id="12" name="Text 10"/>
          <p:cNvSpPr txBox="1"/>
          <p:nvPr/>
        </p:nvSpPr>
        <p:spPr>
          <a:xfrm>
            <a:off x="502920" y="197510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Costo</a:t>
            </a:r>
            <a:endParaRPr lang="en-US" sz="1100" dirty="0"/>
          </a:p>
        </p:txBody>
      </p:sp>
      <p:sp>
        <p:nvSpPr>
          <p:cNvPr id="13" name="Text 11"/>
          <p:cNvSpPr txBox="1"/>
          <p:nvPr/>
        </p:nvSpPr>
        <p:spPr>
          <a:xfrm>
            <a:off x="2606040" y="197510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+20 a +35%</a:t>
            </a:r>
            <a:endParaRPr lang="en-US" sz="1100" dirty="0"/>
          </a:p>
        </p:txBody>
      </p:sp>
      <p:sp>
        <p:nvSpPr>
          <p:cNvPr id="14" name="Text 12"/>
          <p:cNvSpPr txBox="1"/>
          <p:nvPr/>
        </p:nvSpPr>
        <p:spPr>
          <a:xfrm>
            <a:off x="4892040" y="197510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+10%</a:t>
            </a:r>
            <a:endParaRPr lang="en-US" sz="1100" dirty="0"/>
          </a:p>
        </p:txBody>
      </p:sp>
      <p:sp>
        <p:nvSpPr>
          <p:cNvPr id="15" name="Text 13"/>
          <p:cNvSpPr txBox="1"/>
          <p:nvPr/>
        </p:nvSpPr>
        <p:spPr>
          <a:xfrm>
            <a:off x="7269480" y="197510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16" name="Shape 14"/>
          <p:cNvSpPr/>
          <p:nvPr/>
        </p:nvSpPr>
        <p:spPr>
          <a:xfrm>
            <a:off x="365760" y="2432304"/>
            <a:ext cx="8412480" cy="502920"/>
          </a:xfrm>
          <a:prstGeom prst="rect">
            <a:avLst/>
          </a:prstGeom>
          <a:solidFill>
            <a:srgbClr val="EFF1F8"/>
          </a:solidFill>
          <a:ln/>
        </p:spPr>
      </p:sp>
      <p:sp>
        <p:nvSpPr>
          <p:cNvPr id="17" name="Text 15"/>
          <p:cNvSpPr txBox="1"/>
          <p:nvPr/>
        </p:nvSpPr>
        <p:spPr>
          <a:xfrm>
            <a:off x="502920" y="254203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Plazo</a:t>
            </a:r>
            <a:endParaRPr lang="en-US" sz="1100" dirty="0"/>
          </a:p>
        </p:txBody>
      </p:sp>
      <p:sp>
        <p:nvSpPr>
          <p:cNvPr id="18" name="Text 16"/>
          <p:cNvSpPr txBox="1"/>
          <p:nvPr/>
        </p:nvSpPr>
        <p:spPr>
          <a:xfrm>
            <a:off x="2606040" y="254203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+30 a +50%</a:t>
            </a:r>
            <a:endParaRPr lang="en-US" sz="1100" dirty="0"/>
          </a:p>
        </p:txBody>
      </p:sp>
      <p:sp>
        <p:nvSpPr>
          <p:cNvPr id="19" name="Text 17"/>
          <p:cNvSpPr txBox="1"/>
          <p:nvPr/>
        </p:nvSpPr>
        <p:spPr>
          <a:xfrm>
            <a:off x="4892040" y="254203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+15%</a:t>
            </a:r>
            <a:endParaRPr lang="en-US" sz="1100" dirty="0"/>
          </a:p>
        </p:txBody>
      </p:sp>
      <p:sp>
        <p:nvSpPr>
          <p:cNvPr id="20" name="Text 18"/>
          <p:cNvSpPr txBox="1"/>
          <p:nvPr/>
        </p:nvSpPr>
        <p:spPr>
          <a:xfrm>
            <a:off x="7269480" y="254203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21" name="Shape 19"/>
          <p:cNvSpPr/>
          <p:nvPr/>
        </p:nvSpPr>
        <p:spPr>
          <a:xfrm>
            <a:off x="365760" y="2999232"/>
            <a:ext cx="8412480" cy="502920"/>
          </a:xfrm>
          <a:prstGeom prst="rect">
            <a:avLst/>
          </a:prstGeom>
          <a:solidFill>
            <a:srgbClr val="E8ECF5"/>
          </a:solidFill>
          <a:ln/>
        </p:spPr>
      </p:sp>
      <p:sp>
        <p:nvSpPr>
          <p:cNvPr id="22" name="Text 20"/>
          <p:cNvSpPr txBox="1"/>
          <p:nvPr/>
        </p:nvSpPr>
        <p:spPr>
          <a:xfrm>
            <a:off x="502920" y="310896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Re-trabajo (%)</a:t>
            </a:r>
            <a:endParaRPr lang="en-US" sz="1100" dirty="0"/>
          </a:p>
        </p:txBody>
      </p:sp>
      <p:sp>
        <p:nvSpPr>
          <p:cNvPr id="23" name="Text 21"/>
          <p:cNvSpPr txBox="1"/>
          <p:nvPr/>
        </p:nvSpPr>
        <p:spPr>
          <a:xfrm>
            <a:off x="2606040" y="310896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5 - 15% de horas</a:t>
            </a:r>
            <a:endParaRPr lang="en-US" sz="1100" dirty="0"/>
          </a:p>
        </p:txBody>
      </p:sp>
      <p:sp>
        <p:nvSpPr>
          <p:cNvPr id="24" name="Text 22"/>
          <p:cNvSpPr txBox="1"/>
          <p:nvPr/>
        </p:nvSpPr>
        <p:spPr>
          <a:xfrm>
            <a:off x="4892040" y="310896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&lt; 3% de horas</a:t>
            </a:r>
            <a:endParaRPr lang="en-US" sz="1100" dirty="0"/>
          </a:p>
        </p:txBody>
      </p:sp>
      <p:sp>
        <p:nvSpPr>
          <p:cNvPr id="25" name="Text 23"/>
          <p:cNvSpPr txBox="1"/>
          <p:nvPr/>
        </p:nvSpPr>
        <p:spPr>
          <a:xfrm>
            <a:off x="7269480" y="310896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3-5x</a:t>
            </a:r>
            <a:endParaRPr lang="en-US" sz="1100" dirty="0"/>
          </a:p>
        </p:txBody>
      </p:sp>
      <p:sp>
        <p:nvSpPr>
          <p:cNvPr id="26" name="Shape 24"/>
          <p:cNvSpPr/>
          <p:nvPr/>
        </p:nvSpPr>
        <p:spPr>
          <a:xfrm>
            <a:off x="365760" y="3566160"/>
            <a:ext cx="8412480" cy="502920"/>
          </a:xfrm>
          <a:prstGeom prst="rect">
            <a:avLst/>
          </a:prstGeom>
          <a:solidFill>
            <a:srgbClr val="EFF1F8"/>
          </a:solidFill>
          <a:ln/>
        </p:spPr>
      </p:sp>
      <p:sp>
        <p:nvSpPr>
          <p:cNvPr id="27" name="Text 25"/>
          <p:cNvSpPr txBox="1"/>
          <p:nvPr/>
        </p:nvSpPr>
        <p:spPr>
          <a:xfrm>
            <a:off x="502920" y="3675888"/>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CPI (Cost Perf. Index)</a:t>
            </a:r>
            <a:endParaRPr lang="en-US" sz="1100" dirty="0"/>
          </a:p>
        </p:txBody>
      </p:sp>
      <p:sp>
        <p:nvSpPr>
          <p:cNvPr id="28" name="Text 26"/>
          <p:cNvSpPr txBox="1"/>
          <p:nvPr/>
        </p:nvSpPr>
        <p:spPr>
          <a:xfrm>
            <a:off x="2606040" y="3675888"/>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0.78 - 0.92</a:t>
            </a:r>
            <a:endParaRPr lang="en-US" sz="1100" dirty="0"/>
          </a:p>
        </p:txBody>
      </p:sp>
      <p:sp>
        <p:nvSpPr>
          <p:cNvPr id="29" name="Text 27"/>
          <p:cNvSpPr txBox="1"/>
          <p:nvPr/>
        </p:nvSpPr>
        <p:spPr>
          <a:xfrm>
            <a:off x="4892040" y="3675888"/>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0.95 - 1.05</a:t>
            </a:r>
            <a:endParaRPr lang="en-US" sz="1100" dirty="0"/>
          </a:p>
        </p:txBody>
      </p:sp>
      <p:sp>
        <p:nvSpPr>
          <p:cNvPr id="30" name="Text 28"/>
          <p:cNvSpPr txBox="1"/>
          <p:nvPr/>
        </p:nvSpPr>
        <p:spPr>
          <a:xfrm>
            <a:off x="7269480" y="3675888"/>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a:t>
            </a:r>
            <a:endParaRPr lang="en-US" sz="1100" dirty="0"/>
          </a:p>
        </p:txBody>
      </p:sp>
      <p:sp>
        <p:nvSpPr>
          <p:cNvPr id="31" name="Shape 29"/>
          <p:cNvSpPr/>
          <p:nvPr/>
        </p:nvSpPr>
        <p:spPr>
          <a:xfrm>
            <a:off x="365760" y="4133088"/>
            <a:ext cx="8412480" cy="502920"/>
          </a:xfrm>
          <a:prstGeom prst="rect">
            <a:avLst/>
          </a:prstGeom>
          <a:solidFill>
            <a:srgbClr val="E8ECF5"/>
          </a:solidFill>
          <a:ln/>
        </p:spPr>
      </p:sp>
      <p:sp>
        <p:nvSpPr>
          <p:cNvPr id="32" name="Text 30"/>
          <p:cNvSpPr txBox="1"/>
          <p:nvPr/>
        </p:nvSpPr>
        <p:spPr>
          <a:xfrm>
            <a:off x="502920" y="4242816"/>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SPI (Schedule Perf. Index)</a:t>
            </a:r>
            <a:endParaRPr lang="en-US" sz="1100" dirty="0"/>
          </a:p>
        </p:txBody>
      </p:sp>
      <p:sp>
        <p:nvSpPr>
          <p:cNvPr id="33" name="Text 31"/>
          <p:cNvSpPr txBox="1"/>
          <p:nvPr/>
        </p:nvSpPr>
        <p:spPr>
          <a:xfrm>
            <a:off x="2606040" y="4242816"/>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0.72 - 0.88</a:t>
            </a:r>
            <a:endParaRPr lang="en-US" sz="1100" dirty="0"/>
          </a:p>
        </p:txBody>
      </p:sp>
      <p:sp>
        <p:nvSpPr>
          <p:cNvPr id="34" name="Text 32"/>
          <p:cNvSpPr txBox="1"/>
          <p:nvPr/>
        </p:nvSpPr>
        <p:spPr>
          <a:xfrm>
            <a:off x="4892040" y="4242816"/>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0.92 - 1.02</a:t>
            </a:r>
            <a:endParaRPr lang="en-US" sz="1100" dirty="0"/>
          </a:p>
        </p:txBody>
      </p:sp>
      <p:sp>
        <p:nvSpPr>
          <p:cNvPr id="35" name="Text 33"/>
          <p:cNvSpPr txBox="1"/>
          <p:nvPr/>
        </p:nvSpPr>
        <p:spPr>
          <a:xfrm>
            <a:off x="7269480" y="4242816"/>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+25%</a:t>
            </a:r>
            <a:endParaRPr lang="en-US" sz="1100" dirty="0"/>
          </a:p>
        </p:txBody>
      </p:sp>
      <p:sp>
        <p:nvSpPr>
          <p:cNvPr id="36" name="Shape 34"/>
          <p:cNvSpPr/>
          <p:nvPr/>
        </p:nvSpPr>
        <p:spPr>
          <a:xfrm>
            <a:off x="365760" y="4700016"/>
            <a:ext cx="8412480" cy="502920"/>
          </a:xfrm>
          <a:prstGeom prst="rect">
            <a:avLst/>
          </a:prstGeom>
          <a:solidFill>
            <a:srgbClr val="EFF1F8"/>
          </a:solidFill>
          <a:ln/>
        </p:spPr>
      </p:sp>
      <p:sp>
        <p:nvSpPr>
          <p:cNvPr id="37" name="Text 35"/>
          <p:cNvSpPr txBox="1"/>
          <p:nvPr/>
        </p:nvSpPr>
        <p:spPr>
          <a:xfrm>
            <a:off x="502920" y="480974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Horas-hombre por unidad</a:t>
            </a:r>
            <a:endParaRPr lang="en-US" sz="1100" dirty="0"/>
          </a:p>
        </p:txBody>
      </p:sp>
      <p:sp>
        <p:nvSpPr>
          <p:cNvPr id="38" name="Text 36"/>
          <p:cNvSpPr txBox="1"/>
          <p:nvPr/>
        </p:nvSpPr>
        <p:spPr>
          <a:xfrm>
            <a:off x="2606040" y="480974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39" name="Text 37"/>
          <p:cNvSpPr txBox="1"/>
          <p:nvPr/>
        </p:nvSpPr>
        <p:spPr>
          <a:xfrm>
            <a:off x="4892040" y="480974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0.75 - 0.88</a:t>
            </a:r>
            <a:endParaRPr lang="en-US" sz="1100" dirty="0"/>
          </a:p>
        </p:txBody>
      </p:sp>
      <p:sp>
        <p:nvSpPr>
          <p:cNvPr id="40" name="Text 38"/>
          <p:cNvSpPr txBox="1"/>
          <p:nvPr/>
        </p:nvSpPr>
        <p:spPr>
          <a:xfrm>
            <a:off x="7269480" y="480974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-15 a 25%</a:t>
            </a:r>
            <a:endParaRPr lang="en-US" sz="1100" dirty="0"/>
          </a:p>
        </p:txBody>
      </p:sp>
      <p:sp>
        <p:nvSpPr>
          <p:cNvPr id="41" name="Shape 39"/>
          <p:cNvSpPr/>
          <p:nvPr/>
        </p:nvSpPr>
        <p:spPr>
          <a:xfrm>
            <a:off x="365760" y="5266944"/>
            <a:ext cx="8412480" cy="502920"/>
          </a:xfrm>
          <a:prstGeom prst="rect">
            <a:avLst/>
          </a:prstGeom>
          <a:solidFill>
            <a:srgbClr val="E8ECF5"/>
          </a:solidFill>
          <a:ln/>
        </p:spPr>
      </p:sp>
      <p:sp>
        <p:nvSpPr>
          <p:cNvPr id="42" name="Text 40"/>
          <p:cNvSpPr txBox="1"/>
          <p:nvPr/>
        </p:nvSpPr>
        <p:spPr>
          <a:xfrm>
            <a:off x="502920" y="537667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Incidentes (TRIR)</a:t>
            </a:r>
            <a:endParaRPr lang="en-US" sz="1100" dirty="0"/>
          </a:p>
        </p:txBody>
      </p:sp>
      <p:sp>
        <p:nvSpPr>
          <p:cNvPr id="43" name="Text 41"/>
          <p:cNvSpPr txBox="1"/>
          <p:nvPr/>
        </p:nvSpPr>
        <p:spPr>
          <a:xfrm>
            <a:off x="2606040" y="537667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44" name="Text 42"/>
          <p:cNvSpPr txBox="1"/>
          <p:nvPr/>
        </p:nvSpPr>
        <p:spPr>
          <a:xfrm>
            <a:off x="4892040" y="537667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0.6 - 0.8</a:t>
            </a:r>
            <a:endParaRPr lang="en-US" sz="1100" dirty="0"/>
          </a:p>
        </p:txBody>
      </p:sp>
      <p:sp>
        <p:nvSpPr>
          <p:cNvPr id="45" name="Text 43"/>
          <p:cNvSpPr txBox="1"/>
          <p:nvPr/>
        </p:nvSpPr>
        <p:spPr>
          <a:xfrm>
            <a:off x="7269480" y="537667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a 40%</a:t>
            </a:r>
            <a:endParaRPr lang="en-US" sz="1100" dirty="0"/>
          </a:p>
        </p:txBody>
      </p:sp>
      <p:sp>
        <p:nvSpPr>
          <p:cNvPr id="46" name="Shape 44"/>
          <p:cNvSpPr/>
          <p:nvPr/>
        </p:nvSpPr>
        <p:spPr>
          <a:xfrm>
            <a:off x="365760" y="5833872"/>
            <a:ext cx="8412480" cy="502920"/>
          </a:xfrm>
          <a:prstGeom prst="rect">
            <a:avLst/>
          </a:prstGeom>
          <a:solidFill>
            <a:srgbClr val="EFF1F8"/>
          </a:solidFill>
          <a:ln/>
        </p:spPr>
      </p:sp>
      <p:sp>
        <p:nvSpPr>
          <p:cNvPr id="47" name="Text 45"/>
          <p:cNvSpPr txBox="1"/>
          <p:nvPr/>
        </p:nvSpPr>
        <p:spPr>
          <a:xfrm>
            <a:off x="502920" y="594360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Satisfacción del Cliente</a:t>
            </a:r>
            <a:endParaRPr lang="en-US" sz="1100" dirty="0"/>
          </a:p>
        </p:txBody>
      </p:sp>
      <p:sp>
        <p:nvSpPr>
          <p:cNvPr id="48" name="Text 46"/>
          <p:cNvSpPr txBox="1"/>
          <p:nvPr/>
        </p:nvSpPr>
        <p:spPr>
          <a:xfrm>
            <a:off x="2606040" y="594360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65 - 75 NPS</a:t>
            </a:r>
            <a:endParaRPr lang="en-US" sz="1100" dirty="0"/>
          </a:p>
        </p:txBody>
      </p:sp>
      <p:sp>
        <p:nvSpPr>
          <p:cNvPr id="49" name="Text 47"/>
          <p:cNvSpPr txBox="1"/>
          <p:nvPr/>
        </p:nvSpPr>
        <p:spPr>
          <a:xfrm>
            <a:off x="4892040" y="594360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80 - 92 NPS</a:t>
            </a:r>
            <a:endParaRPr lang="en-US" sz="1100" dirty="0"/>
          </a:p>
        </p:txBody>
      </p:sp>
      <p:sp>
        <p:nvSpPr>
          <p:cNvPr id="50" name="Text 48"/>
          <p:cNvSpPr txBox="1"/>
          <p:nvPr/>
        </p:nvSpPr>
        <p:spPr>
          <a:xfrm>
            <a:off x="7269480" y="594360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pts</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Formación y Certificaciones en Constructabilidad</a:t>
            </a:r>
            <a:endParaRPr lang="en-US" sz="2200" dirty="0"/>
          </a:p>
        </p:txBody>
      </p:sp>
      <p:sp>
        <p:nvSpPr>
          <p:cNvPr id="4" name="Shape 2"/>
          <p:cNvSpPr/>
          <p:nvPr/>
        </p:nvSpPr>
        <p:spPr>
          <a:xfrm>
            <a:off x="457200" y="804672"/>
            <a:ext cx="8229600" cy="18288"/>
          </a:xfrm>
          <a:prstGeom prst="rect">
            <a:avLst/>
          </a:prstGeom>
          <a:solidFill>
            <a:srgbClr val="E8ECF5"/>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300" dirty="0"/>
          </a:p>
        </p:txBody>
      </p:sp>
      <p:sp>
        <p:nvSpPr>
          <p:cNvPr id="6" name="Shape 4"/>
          <p:cNvSpPr/>
          <p:nvPr/>
        </p:nvSpPr>
        <p:spPr>
          <a:xfrm>
            <a:off x="365760" y="1298448"/>
            <a:ext cx="8412480" cy="1481328"/>
          </a:xfrm>
          <a:prstGeom prst="roundRect">
            <a:avLst>
              <a:gd name="adj" fmla="val 6173"/>
            </a:avLst>
          </a:prstGeom>
          <a:solidFill>
            <a:srgbClr val="EFF1F8"/>
          </a:solidFill>
          <a:ln w="25400">
            <a:solidFill>
              <a:srgbClr val="FF9500"/>
            </a:solidFill>
            <a:prstDash val="solid"/>
          </a:ln>
        </p:spPr>
      </p:sp>
      <p:sp>
        <p:nvSpPr>
          <p:cNvPr id="7" name="Text 5"/>
          <p:cNvSpPr txBox="1"/>
          <p:nvPr/>
        </p:nvSpPr>
        <p:spPr>
          <a:xfrm>
            <a:off x="594360" y="1408176"/>
            <a:ext cx="795528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500" dirty="0"/>
          </a:p>
        </p:txBody>
      </p:sp>
      <p:sp>
        <p:nvSpPr>
          <p:cNvPr id="8" name="Text 6"/>
          <p:cNvSpPr txBox="1"/>
          <p:nvPr/>
        </p:nvSpPr>
        <p:spPr>
          <a:xfrm>
            <a:off x="59436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1100" dirty="0"/>
          </a:p>
        </p:txBody>
      </p:sp>
      <p:sp>
        <p:nvSpPr>
          <p:cNvPr id="9" name="Text 7"/>
          <p:cNvSpPr txBox="1"/>
          <p:nvPr/>
        </p:nvSpPr>
        <p:spPr>
          <a:xfrm>
            <a:off x="484632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1100" dirty="0"/>
          </a:p>
        </p:txBody>
      </p:sp>
      <p:sp>
        <p:nvSpPr>
          <p:cNvPr id="10" name="Text 8"/>
          <p:cNvSpPr txBox="1"/>
          <p:nvPr/>
        </p:nvSpPr>
        <p:spPr>
          <a:xfrm>
            <a:off x="59436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1100" dirty="0"/>
          </a:p>
        </p:txBody>
      </p:sp>
      <p:sp>
        <p:nvSpPr>
          <p:cNvPr id="11" name="Text 9"/>
          <p:cNvSpPr txBox="1"/>
          <p:nvPr/>
        </p:nvSpPr>
        <p:spPr>
          <a:xfrm>
            <a:off x="484632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1100" dirty="0"/>
          </a:p>
        </p:txBody>
      </p:sp>
      <p:sp>
        <p:nvSpPr>
          <p:cNvPr id="12" name="Shape 10"/>
          <p:cNvSpPr/>
          <p:nvPr/>
        </p:nvSpPr>
        <p:spPr>
          <a:xfrm>
            <a:off x="365760" y="2926080"/>
            <a:ext cx="8412480" cy="1481328"/>
          </a:xfrm>
          <a:prstGeom prst="roundRect">
            <a:avLst>
              <a:gd name="adj" fmla="val 6173"/>
            </a:avLst>
          </a:prstGeom>
          <a:solidFill>
            <a:srgbClr val="EFF1F8"/>
          </a:solidFill>
          <a:ln w="25400">
            <a:solidFill>
              <a:srgbClr val="0A84FF"/>
            </a:solidFill>
            <a:prstDash val="solid"/>
          </a:ln>
        </p:spPr>
      </p:sp>
      <p:sp>
        <p:nvSpPr>
          <p:cNvPr id="13" name="Text 11"/>
          <p:cNvSpPr txBox="1"/>
          <p:nvPr/>
        </p:nvSpPr>
        <p:spPr>
          <a:xfrm>
            <a:off x="594360" y="3035808"/>
            <a:ext cx="795528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500" dirty="0"/>
          </a:p>
        </p:txBody>
      </p:sp>
      <p:sp>
        <p:nvSpPr>
          <p:cNvPr id="14" name="Text 12"/>
          <p:cNvSpPr txBox="1"/>
          <p:nvPr/>
        </p:nvSpPr>
        <p:spPr>
          <a:xfrm>
            <a:off x="59436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1100" dirty="0"/>
          </a:p>
        </p:txBody>
      </p:sp>
      <p:sp>
        <p:nvSpPr>
          <p:cNvPr id="15" name="Text 13"/>
          <p:cNvSpPr txBox="1"/>
          <p:nvPr/>
        </p:nvSpPr>
        <p:spPr>
          <a:xfrm>
            <a:off x="484632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1100" dirty="0"/>
          </a:p>
        </p:txBody>
      </p:sp>
      <p:sp>
        <p:nvSpPr>
          <p:cNvPr id="16" name="Text 14"/>
          <p:cNvSpPr txBox="1"/>
          <p:nvPr/>
        </p:nvSpPr>
        <p:spPr>
          <a:xfrm>
            <a:off x="59436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1100" dirty="0"/>
          </a:p>
        </p:txBody>
      </p:sp>
      <p:sp>
        <p:nvSpPr>
          <p:cNvPr id="17" name="Text 15"/>
          <p:cNvSpPr txBox="1"/>
          <p:nvPr/>
        </p:nvSpPr>
        <p:spPr>
          <a:xfrm>
            <a:off x="484632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1100" dirty="0"/>
          </a:p>
        </p:txBody>
      </p:sp>
      <p:sp>
        <p:nvSpPr>
          <p:cNvPr id="18" name="Shape 16"/>
          <p:cNvSpPr/>
          <p:nvPr/>
        </p:nvSpPr>
        <p:spPr>
          <a:xfrm>
            <a:off x="365760" y="4553712"/>
            <a:ext cx="8412480" cy="1481328"/>
          </a:xfrm>
          <a:prstGeom prst="roundRect">
            <a:avLst>
              <a:gd name="adj" fmla="val 6173"/>
            </a:avLst>
          </a:prstGeom>
          <a:solidFill>
            <a:srgbClr val="EFF1F8"/>
          </a:solidFill>
          <a:ln w="25400">
            <a:solidFill>
              <a:srgbClr val="30D158"/>
            </a:solidFill>
            <a:prstDash val="solid"/>
          </a:ln>
        </p:spPr>
      </p:sp>
      <p:sp>
        <p:nvSpPr>
          <p:cNvPr id="19" name="Text 17"/>
          <p:cNvSpPr txBox="1"/>
          <p:nvPr/>
        </p:nvSpPr>
        <p:spPr>
          <a:xfrm>
            <a:off x="594360" y="4663440"/>
            <a:ext cx="795528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500" dirty="0"/>
          </a:p>
        </p:txBody>
      </p:sp>
      <p:sp>
        <p:nvSpPr>
          <p:cNvPr id="20" name="Text 18"/>
          <p:cNvSpPr txBox="1"/>
          <p:nvPr/>
        </p:nvSpPr>
        <p:spPr>
          <a:xfrm>
            <a:off x="59436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1100" dirty="0"/>
          </a:p>
        </p:txBody>
      </p:sp>
      <p:sp>
        <p:nvSpPr>
          <p:cNvPr id="21" name="Text 19"/>
          <p:cNvSpPr txBox="1"/>
          <p:nvPr/>
        </p:nvSpPr>
        <p:spPr>
          <a:xfrm>
            <a:off x="484632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1100" dirty="0"/>
          </a:p>
        </p:txBody>
      </p:sp>
      <p:sp>
        <p:nvSpPr>
          <p:cNvPr id="22" name="Text 20"/>
          <p:cNvSpPr txBox="1"/>
          <p:nvPr/>
        </p:nvSpPr>
        <p:spPr>
          <a:xfrm>
            <a:off x="59436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1100" dirty="0"/>
          </a:p>
        </p:txBody>
      </p:sp>
      <p:sp>
        <p:nvSpPr>
          <p:cNvPr id="23" name="Text 21"/>
          <p:cNvSpPr txBox="1"/>
          <p:nvPr/>
        </p:nvSpPr>
        <p:spPr>
          <a:xfrm>
            <a:off x="484632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A1A2E"/>
          </a:solidFill>
          <a:ln/>
        </p:spPr>
      </p:sp>
      <p:sp>
        <p:nvSpPr>
          <p:cNvPr id="3" name="Shape 1"/>
          <p:cNvSpPr/>
          <p:nvPr/>
        </p:nvSpPr>
        <p:spPr>
          <a:xfrm>
            <a:off x="0" y="0"/>
            <a:ext cx="2286000" cy="54864"/>
          </a:xfrm>
          <a:prstGeom prst="rect">
            <a:avLst/>
          </a:prstGeom>
          <a:solidFill>
            <a:srgbClr val="0A84FF"/>
          </a:solidFill>
          <a:ln/>
        </p:spPr>
      </p:sp>
      <p:sp>
        <p:nvSpPr>
          <p:cNvPr id="4" name="Shape 2"/>
          <p:cNvSpPr/>
          <p:nvPr/>
        </p:nvSpPr>
        <p:spPr>
          <a:xfrm>
            <a:off x="2286000" y="0"/>
            <a:ext cx="2286000" cy="54864"/>
          </a:xfrm>
          <a:prstGeom prst="rect">
            <a:avLst/>
          </a:prstGeom>
          <a:solidFill>
            <a:srgbClr val="30D158"/>
          </a:solidFill>
          <a:ln/>
        </p:spPr>
      </p:sp>
      <p:sp>
        <p:nvSpPr>
          <p:cNvPr id="5" name="Shape 3"/>
          <p:cNvSpPr/>
          <p:nvPr/>
        </p:nvSpPr>
        <p:spPr>
          <a:xfrm>
            <a:off x="4572000" y="0"/>
            <a:ext cx="2286000" cy="54864"/>
          </a:xfrm>
          <a:prstGeom prst="rect">
            <a:avLst/>
          </a:prstGeom>
          <a:solidFill>
            <a:srgbClr val="FF9500"/>
          </a:solidFill>
          <a:ln/>
        </p:spPr>
      </p:sp>
      <p:sp>
        <p:nvSpPr>
          <p:cNvPr id="6" name="Shape 4"/>
          <p:cNvSpPr/>
          <p:nvPr/>
        </p:nvSpPr>
        <p:spPr>
          <a:xfrm>
            <a:off x="6858000" y="0"/>
            <a:ext cx="2286000" cy="54864"/>
          </a:xfrm>
          <a:prstGeom prst="rect">
            <a:avLst/>
          </a:prstGeom>
          <a:solidFill>
            <a:srgbClr val="AF52DE"/>
          </a:solidFill>
          <a:ln/>
        </p:spPr>
      </p:sp>
      <p:sp>
        <p:nvSpPr>
          <p:cNvPr id="7"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000" dirty="0"/>
          </a:p>
        </p:txBody>
      </p:sp>
      <p:sp>
        <p:nvSpPr>
          <p:cNvPr id="8" name="Text 6"/>
          <p:cNvSpPr txBox="1"/>
          <p:nvPr/>
        </p:nvSpPr>
        <p:spPr>
          <a:xfrm>
            <a:off x="502920" y="2057400"/>
            <a:ext cx="8138160" cy="502920"/>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2200" dirty="0"/>
          </a:p>
        </p:txBody>
      </p:sp>
      <p:sp>
        <p:nvSpPr>
          <p:cNvPr id="9" name="Shape 7"/>
          <p:cNvSpPr/>
          <p:nvPr/>
        </p:nvSpPr>
        <p:spPr>
          <a:xfrm>
            <a:off x="2286000" y="2651760"/>
            <a:ext cx="4572000" cy="36576"/>
          </a:xfrm>
          <a:prstGeom prst="rect">
            <a:avLst/>
          </a:prstGeom>
          <a:solidFill>
            <a:srgbClr val="E8ECF5"/>
          </a:solidFill>
          <a:ln/>
        </p:spPr>
      </p:sp>
      <p:sp>
        <p:nvSpPr>
          <p:cNvPr id="10" name="Text 8"/>
          <p:cNvSpPr txBox="1"/>
          <p:nvPr/>
        </p:nvSpPr>
        <p:spPr>
          <a:xfrm>
            <a:off x="731520" y="2788920"/>
            <a:ext cx="7680960" cy="100584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1200" dirty="0"/>
          </a:p>
        </p:txBody>
      </p:sp>
      <p:sp>
        <p:nvSpPr>
          <p:cNvPr id="11" name="Text 9"/>
          <p:cNvSpPr txBox="1"/>
          <p:nvPr/>
        </p:nvSpPr>
        <p:spPr>
          <a:xfrm>
            <a:off x="731520" y="3822192"/>
            <a:ext cx="7680960" cy="274320"/>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Construction Industry Institute</a:t>
            </a:r>
            <a:endParaRPr lang="en-US" sz="1200" dirty="0"/>
          </a:p>
        </p:txBody>
      </p:sp>
      <p:sp>
        <p:nvSpPr>
          <p:cNvPr id="12" name="Shape 10"/>
          <p:cNvSpPr/>
          <p:nvPr/>
        </p:nvSpPr>
        <p:spPr>
          <a:xfrm>
            <a:off x="1828800" y="4251960"/>
            <a:ext cx="5486400" cy="777240"/>
          </a:xfrm>
          <a:prstGeom prst="roundRect">
            <a:avLst>
              <a:gd name="adj" fmla="val 14118"/>
            </a:avLst>
          </a:prstGeom>
          <a:solidFill>
            <a:srgbClr val="0A84FF"/>
          </a:solidFill>
          <a:ln/>
        </p:spPr>
      </p:sp>
      <p:sp>
        <p:nvSpPr>
          <p:cNvPr id="13" name="Text 11"/>
          <p:cNvSpPr txBox="1"/>
          <p:nvPr/>
        </p:nvSpPr>
        <p:spPr>
          <a:xfrm>
            <a:off x="1965960" y="4361688"/>
            <a:ext cx="5212080" cy="566928"/>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Aplicar los 17 Conceptos CII desde el próximo FEL</a:t>
            </a:r>
            <a:endParaRPr lang="en-US" sz="1200" dirty="0"/>
          </a:p>
        </p:txBody>
      </p:sp>
      <p:sp>
        <p:nvSpPr>
          <p:cNvPr id="14" name="Text 12"/>
          <p:cNvSpPr txBox="1"/>
          <p:nvPr/>
        </p:nvSpPr>
        <p:spPr>
          <a:xfrm>
            <a:off x="731520" y="5230368"/>
            <a:ext cx="7680960" cy="256032"/>
          </a:xfrm>
          <a:prstGeom prst="rect">
            <a:avLst/>
          </a:prstGeom>
          <a:noFill/>
          <a:ln/>
        </p:spPr>
        <p:txBody>
          <a:bodyPr wrap="square" lIns="0" tIns="0" rIns="0" bIns="0" rtlCol="0" anchor="ctr"/>
          <a:lstStyle/>
          <a:p>
            <a:pPr algn="ctr" indent="0" marL="0">
              <a:buNone/>
            </a:pPr>
            <a:r>
              <a:rPr lang="en-US" sz="1100" dirty="0">
                <a:solidFill>
                  <a:srgbClr val="E8ECF5"/>
                </a:solidFill>
                <a:latin typeface="Atkinson Hyperlegible" pitchFamily="34" charset="0"/>
                <a:ea typeface="Atkinson Hyperlegible" pitchFamily="34" charset="-122"/>
                <a:cs typeface="Atkinson Hyperlegible" pitchFamily="34" charset="-120"/>
              </a:rPr>
              <a:t>CII SP 34-1  ·  Publication 3-1  ·  SD-4  ·  SD-5  ·  SD-25  ·  SD-34</a:t>
            </a:r>
            <a:endParaRPr lang="en-US" sz="1100" dirty="0"/>
          </a:p>
        </p:txBody>
      </p:sp>
      <p:sp>
        <p:nvSpPr>
          <p:cNvPr id="15" name="Text 1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